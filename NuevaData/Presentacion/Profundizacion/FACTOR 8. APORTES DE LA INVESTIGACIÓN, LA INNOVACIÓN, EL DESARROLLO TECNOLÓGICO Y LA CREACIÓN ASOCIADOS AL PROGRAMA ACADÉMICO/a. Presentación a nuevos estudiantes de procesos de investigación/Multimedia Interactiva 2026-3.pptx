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62" r:id="rId2"/>
    <p:sldId id="257" r:id="rId3"/>
    <p:sldId id="265" r:id="rId4"/>
    <p:sldId id="256" r:id="rId5"/>
    <p:sldId id="263" r:id="rId6"/>
    <p:sldId id="269" r:id="rId7"/>
    <p:sldId id="264" r:id="rId8"/>
    <p:sldId id="259" r:id="rId9"/>
    <p:sldId id="260" r:id="rId10"/>
    <p:sldId id="266" r:id="rId11"/>
    <p:sldId id="270" r:id="rId12"/>
    <p:sldId id="258" r:id="rId13"/>
    <p:sldId id="268" r:id="rId14"/>
    <p:sldId id="272" r:id="rId15"/>
    <p:sldId id="273" r:id="rId16"/>
    <p:sldId id="274" r:id="rId17"/>
    <p:sldId id="275" r:id="rId18"/>
    <p:sldId id="276" r:id="rId19"/>
    <p:sldId id="267" r:id="rId20"/>
    <p:sldId id="283" r:id="rId21"/>
    <p:sldId id="277" r:id="rId22"/>
    <p:sldId id="279" r:id="rId23"/>
    <p:sldId id="280" r:id="rId24"/>
    <p:sldId id="281" r:id="rId25"/>
    <p:sldId id="282" r:id="rId26"/>
    <p:sldId id="26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67A9"/>
    <a:srgbClr val="B13764"/>
    <a:srgbClr val="F6AF42"/>
    <a:srgbClr val="A3CE3A"/>
    <a:srgbClr val="439F97"/>
    <a:srgbClr val="1F61AF"/>
    <a:srgbClr val="5E449B"/>
    <a:srgbClr val="F5EFE1"/>
    <a:srgbClr val="F2813A"/>
    <a:srgbClr val="F9E1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15" autoAdjust="0"/>
    <p:restoredTop sz="95035" autoAdjust="0"/>
  </p:normalViewPr>
  <p:slideViewPr>
    <p:cSldViewPr snapToGrid="0" snapToObjects="1">
      <p:cViewPr varScale="1">
        <p:scale>
          <a:sx n="112" d="100"/>
          <a:sy n="112" d="100"/>
        </p:scale>
        <p:origin x="60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161E4-B2CB-40D2-A078-EC70B69E61B3}" type="datetimeFigureOut">
              <a:rPr lang="es-CO" smtClean="0"/>
              <a:t>20/08/26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79C33C-2D3E-4C68-B1D2-EF7F84EC53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3463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9C33C-2D3E-4C68-B1D2-EF7F84EC5307}" type="slidenum">
              <a:rPr lang="es-CO" smtClean="0"/>
              <a:t>20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9020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9C33C-2D3E-4C68-B1D2-EF7F84EC5307}" type="slidenum">
              <a:rPr lang="es-CO" smtClean="0"/>
              <a:t>21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62805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9C33C-2D3E-4C68-B1D2-EF7F84EC5307}" type="slidenum">
              <a:rPr lang="es-CO" smtClean="0"/>
              <a:t>22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892348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9C33C-2D3E-4C68-B1D2-EF7F84EC5307}" type="slidenum">
              <a:rPr lang="es-CO" smtClean="0"/>
              <a:t>23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46678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9C33C-2D3E-4C68-B1D2-EF7F84EC5307}" type="slidenum">
              <a:rPr lang="es-CO" smtClean="0"/>
              <a:t>24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77260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9C33C-2D3E-4C68-B1D2-EF7F84EC5307}" type="slidenum">
              <a:rPr lang="es-CO" smtClean="0"/>
              <a:t>25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110775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jpeg"/><Relationship Id="rId4" Type="http://schemas.openxmlformats.org/officeDocument/2006/relationships/hyperlink" Target="mailto:multi@udistrital.edu.co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scienti.minciencias.gov.co/gruplac/jsp/visualiza/visualizagr.jsp?nro=00000000009868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librosyeditores.com/ingenieria/10723-entornos-de-busquedas-navegacionales-a-partir-de-esquemas-de-representacion-de-conocimiento-9789587870046.html" TargetMode="External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ditorial.udistrital.edu.co/detalle.php?id=1287&amp;f=6" TargetMode="External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gi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microsoft.com/office/2007/relationships/hdphoto" Target="../media/hdphoto1.wdp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1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jpeg"/><Relationship Id="rId4" Type="http://schemas.openxmlformats.org/officeDocument/2006/relationships/image" Target="../media/image24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jpeg"/><Relationship Id="rId4" Type="http://schemas.openxmlformats.org/officeDocument/2006/relationships/image" Target="../media/image2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multi@udistrital.edu.co" TargetMode="External"/><Relationship Id="rId3" Type="http://schemas.openxmlformats.org/officeDocument/2006/relationships/hyperlink" Target="mailto:scvanegasa@udistrital.edu.co" TargetMode="External"/><Relationship Id="rId4" Type="http://schemas.openxmlformats.org/officeDocument/2006/relationships/hyperlink" Target="mailto:ddleall@udistrital.edu.co" TargetMode="External"/><Relationship Id="rId5" Type="http://schemas.openxmlformats.org/officeDocument/2006/relationships/image" Target="../media/image27.png"/><Relationship Id="rId6" Type="http://schemas.microsoft.com/office/2007/relationships/hdphoto" Target="../media/hdphoto2.wdp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microsoft.com/office/2007/relationships/hdphoto" Target="../media/hdphoto3.wdp"/><Relationship Id="rId10" Type="http://schemas.openxmlformats.org/officeDocument/2006/relationships/hyperlink" Target="https://comunidad.udistrital.edu.co/multimediainteractiva/" TargetMode="External"/><Relationship Id="rId1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F901D60F-80AD-FFF9-D28A-156B072C2BA2}"/>
              </a:ext>
            </a:extLst>
          </p:cNvPr>
          <p:cNvSpPr>
            <a:spLocks/>
          </p:cNvSpPr>
          <p:nvPr/>
        </p:nvSpPr>
        <p:spPr>
          <a:xfrm rot="16200000">
            <a:off x="5819741" y="-895003"/>
            <a:ext cx="5477256" cy="7267261"/>
          </a:xfrm>
          <a:prstGeom prst="triangle">
            <a:avLst>
              <a:gd name="adj" fmla="val 100000"/>
            </a:avLst>
          </a:prstGeom>
          <a:solidFill>
            <a:srgbClr val="B49739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" name="Triángulo isósceles 4">
            <a:extLst>
              <a:ext uri="{FF2B5EF4-FFF2-40B4-BE49-F238E27FC236}">
                <a16:creationId xmlns:a16="http://schemas.microsoft.com/office/drawing/2014/main" id="{7124257E-BE13-06F2-2F0A-355A21445A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41731" y="3031237"/>
            <a:ext cx="3685033" cy="3968496"/>
          </a:xfrm>
          <a:prstGeom prst="triangle">
            <a:avLst>
              <a:gd name="adj" fmla="val 100000"/>
            </a:avLst>
          </a:prstGeom>
          <a:solidFill>
            <a:srgbClr val="B03853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ED5B638D-ADDC-DFDC-E593-BA600FC04C86}"/>
              </a:ext>
            </a:extLst>
          </p:cNvPr>
          <p:cNvSpPr txBox="1"/>
          <p:nvPr/>
        </p:nvSpPr>
        <p:spPr>
          <a:xfrm>
            <a:off x="2671154" y="2551672"/>
            <a:ext cx="5965556" cy="23083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7200" b="1" i="0" dirty="0">
                <a:solidFill>
                  <a:srgbClr val="B49739"/>
                </a:solidFill>
                <a:latin typeface="Georgia"/>
              </a:rPr>
              <a:t>Facultad de Ingeniería</a:t>
            </a:r>
            <a:endParaRPr sz="7200" b="1" i="0" dirty="0">
              <a:solidFill>
                <a:srgbClr val="B49739"/>
              </a:solidFill>
              <a:latin typeface="Georgia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8D017258-636F-1A4F-95F9-7E0232976D14}"/>
              </a:ext>
            </a:extLst>
          </p:cNvPr>
          <p:cNvSpPr/>
          <p:nvPr/>
        </p:nvSpPr>
        <p:spPr>
          <a:xfrm>
            <a:off x="2890444" y="4928026"/>
            <a:ext cx="3108960" cy="25400"/>
          </a:xfrm>
          <a:prstGeom prst="rect">
            <a:avLst/>
          </a:prstGeom>
          <a:solidFill>
            <a:srgbClr val="B03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15D4A"/>
              </a:solidFill>
            </a:endParaRPr>
          </a:p>
        </p:txBody>
      </p:sp>
      <p:pic>
        <p:nvPicPr>
          <p:cNvPr id="18" name="Google Shape;90;p1">
            <a:extLst>
              <a:ext uri="{FF2B5EF4-FFF2-40B4-BE49-F238E27FC236}">
                <a16:creationId xmlns:a16="http://schemas.microsoft.com/office/drawing/2014/main" id="{22334688-D1D7-749D-4955-5B72099C8095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9548" y="1095274"/>
            <a:ext cx="3020418" cy="1178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2" name="Picture 10" descr="Universidad Distrital | LAUD">
            <a:extLst>
              <a:ext uri="{FF2B5EF4-FFF2-40B4-BE49-F238E27FC236}">
                <a16:creationId xmlns:a16="http://schemas.microsoft.com/office/drawing/2014/main" id="{D05B7921-66A3-8EE0-C951-AAE5EC4D8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533" y="882307"/>
            <a:ext cx="1501761" cy="15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DBF860D1-FD07-2910-1287-7C8864B9947E}"/>
              </a:ext>
            </a:extLst>
          </p:cNvPr>
          <p:cNvSpPr txBox="1"/>
          <p:nvPr/>
        </p:nvSpPr>
        <p:spPr>
          <a:xfrm>
            <a:off x="2890444" y="5145826"/>
            <a:ext cx="3968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B038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 DISTRITAL</a:t>
            </a:r>
          </a:p>
          <a:p>
            <a:r>
              <a:rPr lang="es-ES" sz="1600" b="1" dirty="0">
                <a:solidFill>
                  <a:srgbClr val="B038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FRANCISCO JOSÉ DE CALDAS - 2026</a:t>
            </a:r>
            <a:endParaRPr lang="es-CO" sz="1600" b="1" dirty="0">
              <a:solidFill>
                <a:srgbClr val="B0385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8D5CDE0F-376F-9138-8FDB-62AC2A031D14}"/>
              </a:ext>
            </a:extLst>
          </p:cNvPr>
          <p:cNvGrpSpPr>
            <a:grpSpLocks/>
          </p:cNvGrpSpPr>
          <p:nvPr/>
        </p:nvGrpSpPr>
        <p:grpSpPr>
          <a:xfrm>
            <a:off x="9114831" y="226582"/>
            <a:ext cx="2584740" cy="2308324"/>
            <a:chOff x="8030369" y="438088"/>
            <a:chExt cx="3155437" cy="2662560"/>
          </a:xfrm>
        </p:grpSpPr>
        <p:sp>
          <p:nvSpPr>
            <p:cNvPr id="21" name="Medio marco 20">
              <a:extLst>
                <a:ext uri="{FF2B5EF4-FFF2-40B4-BE49-F238E27FC236}">
                  <a16:creationId xmlns:a16="http://schemas.microsoft.com/office/drawing/2014/main" id="{4FC2B34B-C78F-7617-51D1-B57B7A46331C}"/>
                </a:ext>
              </a:extLst>
            </p:cNvPr>
            <p:cNvSpPr>
              <a:spLocks/>
            </p:cNvSpPr>
            <p:nvPr/>
          </p:nvSpPr>
          <p:spPr>
            <a:xfrm flipH="1">
              <a:off x="8030369" y="787216"/>
              <a:ext cx="2804924" cy="2313432"/>
            </a:xfrm>
            <a:prstGeom prst="halfFrame">
              <a:avLst>
                <a:gd name="adj1" fmla="val 9745"/>
                <a:gd name="adj2" fmla="val 11466"/>
              </a:avLst>
            </a:prstGeom>
            <a:noFill/>
            <a:ln w="19050">
              <a:solidFill>
                <a:srgbClr val="BBA0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  <p:sp>
          <p:nvSpPr>
            <p:cNvPr id="22" name="Lágrima 21">
              <a:extLst>
                <a:ext uri="{FF2B5EF4-FFF2-40B4-BE49-F238E27FC236}">
                  <a16:creationId xmlns:a16="http://schemas.microsoft.com/office/drawing/2014/main" id="{C276ACF0-2124-B2B7-EA1E-469099115ED9}"/>
                </a:ext>
              </a:extLst>
            </p:cNvPr>
            <p:cNvSpPr>
              <a:spLocks/>
            </p:cNvSpPr>
            <p:nvPr/>
          </p:nvSpPr>
          <p:spPr>
            <a:xfrm rot="11042691">
              <a:off x="10894102" y="509208"/>
              <a:ext cx="253975" cy="271803"/>
            </a:xfrm>
            <a:prstGeom prst="teardrop">
              <a:avLst/>
            </a:prstGeom>
            <a:noFill/>
            <a:ln w="12700">
              <a:solidFill>
                <a:srgbClr val="BBA0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23" name="Lágrima 22">
              <a:extLst>
                <a:ext uri="{FF2B5EF4-FFF2-40B4-BE49-F238E27FC236}">
                  <a16:creationId xmlns:a16="http://schemas.microsoft.com/office/drawing/2014/main" id="{B783B90C-5790-495E-5B4B-97D15FEF33A6}"/>
                </a:ext>
              </a:extLst>
            </p:cNvPr>
            <p:cNvSpPr>
              <a:spLocks/>
            </p:cNvSpPr>
            <p:nvPr/>
          </p:nvSpPr>
          <p:spPr>
            <a:xfrm rot="11042691" flipH="1">
              <a:off x="10572681" y="438088"/>
              <a:ext cx="252706" cy="289763"/>
            </a:xfrm>
            <a:prstGeom prst="teardrop">
              <a:avLst/>
            </a:prstGeom>
            <a:noFill/>
            <a:ln w="12700">
              <a:solidFill>
                <a:srgbClr val="BBA0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Lágrima 23">
              <a:extLst>
                <a:ext uri="{FF2B5EF4-FFF2-40B4-BE49-F238E27FC236}">
                  <a16:creationId xmlns:a16="http://schemas.microsoft.com/office/drawing/2014/main" id="{C590B4BA-9ECF-C19F-9C4A-1DC574FF6E27}"/>
                </a:ext>
              </a:extLst>
            </p:cNvPr>
            <p:cNvSpPr>
              <a:spLocks/>
            </p:cNvSpPr>
            <p:nvPr/>
          </p:nvSpPr>
          <p:spPr>
            <a:xfrm rot="15262867">
              <a:off x="10922917" y="832718"/>
              <a:ext cx="253975" cy="271803"/>
            </a:xfrm>
            <a:prstGeom prst="teardrop">
              <a:avLst/>
            </a:prstGeom>
            <a:noFill/>
            <a:ln w="12700">
              <a:solidFill>
                <a:srgbClr val="BBA0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315158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38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1460121"/>
            <a:ext cx="6825908" cy="738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4200" b="1" i="0" dirty="0">
                <a:solidFill>
                  <a:srgbClr val="F5EFE1"/>
                </a:solidFill>
                <a:latin typeface="Georgia"/>
              </a:rPr>
              <a:t>Agenda de presentac</a:t>
            </a:r>
            <a:r>
              <a:rPr lang="es-ES" sz="4200" b="1" dirty="0">
                <a:solidFill>
                  <a:srgbClr val="F5EFE1"/>
                </a:solidFill>
                <a:latin typeface="Georgia"/>
              </a:rPr>
              <a:t>ión</a:t>
            </a:r>
            <a:endParaRPr sz="4200" b="1" i="0" dirty="0">
              <a:solidFill>
                <a:srgbClr val="F5EFE1"/>
              </a:solidFill>
              <a:latin typeface="Georg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77240" y="2467903"/>
            <a:ext cx="3794760" cy="25400"/>
          </a:xfrm>
          <a:prstGeom prst="rect">
            <a:avLst/>
          </a:prstGeom>
          <a:solidFill>
            <a:srgbClr val="B49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1633" y="3074583"/>
            <a:ext cx="3794760" cy="193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49739"/>
              </a:buClr>
              <a:buSzPts val="1800"/>
              <a:buFont typeface="Calibri"/>
              <a:buAutoNum type="arabicPeriod"/>
            </a:pPr>
            <a:r>
              <a:rPr lang="es-ES" sz="2000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Presentación General</a:t>
            </a:r>
            <a:endParaRPr lang="es-E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B49739"/>
              </a:buClr>
              <a:buSzPts val="1800"/>
              <a:buFont typeface="Calibri"/>
              <a:buAutoNum type="arabicPeriod"/>
            </a:pPr>
            <a:r>
              <a:rPr lang="es-ES" sz="2000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Líneas de Investigación</a:t>
            </a:r>
            <a:endParaRPr lang="es-E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B49739"/>
              </a:buClr>
              <a:buSzPts val="1800"/>
              <a:buFont typeface="Calibri"/>
              <a:buAutoNum type="arabicPeriod"/>
            </a:pPr>
            <a:r>
              <a:rPr lang="es-ES" sz="2000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Sectores de Aplicación </a:t>
            </a:r>
            <a:endParaRPr lang="es-E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B49739"/>
              </a:buClr>
              <a:buSzPts val="1800"/>
              <a:buFont typeface="Calibri"/>
              <a:buAutoNum type="arabicPeriod"/>
            </a:pPr>
            <a:r>
              <a:rPr lang="es-ES" sz="2000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Proyectos Relevantes</a:t>
            </a:r>
            <a:endParaRPr lang="es-E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B49739"/>
              </a:buClr>
              <a:buSzPts val="1800"/>
              <a:buFont typeface="Calibri"/>
              <a:buAutoNum type="arabicPeriod"/>
            </a:pPr>
            <a:r>
              <a:rPr lang="es-ES" sz="2000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Resultados Generales</a:t>
            </a:r>
            <a:endParaRPr lang="es-E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B49739"/>
          </a:solidFill>
          <a:ln>
            <a:solidFill>
              <a:srgbClr val="B4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11098" y="5743095"/>
            <a:ext cx="1967953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1000" b="1" i="0" dirty="0">
                <a:solidFill>
                  <a:srgbClr val="FFFFFF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  <p:pic>
        <p:nvPicPr>
          <p:cNvPr id="8" name="Picture 10" descr="Universidad Distrital | LAUD">
            <a:extLst>
              <a:ext uri="{FF2B5EF4-FFF2-40B4-BE49-F238E27FC236}">
                <a16:creationId xmlns:a16="http://schemas.microsoft.com/office/drawing/2014/main" id="{ECE567A9-E8AB-33EA-8DDA-D9314A60B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195" y="276278"/>
            <a:ext cx="1501761" cy="15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2">
            <a:extLst>
              <a:ext uri="{FF2B5EF4-FFF2-40B4-BE49-F238E27FC236}">
                <a16:creationId xmlns:a16="http://schemas.microsoft.com/office/drawing/2014/main" id="{D840F4E5-DB91-FAFF-D325-A571B6BCD46B}"/>
              </a:ext>
            </a:extLst>
          </p:cNvPr>
          <p:cNvSpPr txBox="1"/>
          <p:nvPr/>
        </p:nvSpPr>
        <p:spPr>
          <a:xfrm>
            <a:off x="685800" y="539829"/>
            <a:ext cx="1888659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O" sz="1000" b="1" i="0" dirty="0">
                <a:solidFill>
                  <a:srgbClr val="B49739"/>
                </a:solidFill>
                <a:latin typeface="Arial"/>
              </a:rPr>
              <a:t>MULTIMEDIA INTERACTIVA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F901D60F-80AD-FFF9-D28A-156B072C2B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409690" y="4042473"/>
            <a:ext cx="1797808" cy="2846523"/>
          </a:xfrm>
          <a:prstGeom prst="triangle">
            <a:avLst>
              <a:gd name="adj" fmla="val 100000"/>
            </a:avLst>
          </a:prstGeom>
          <a:solidFill>
            <a:srgbClr val="B03853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" name="Triángulo isósceles 4">
            <a:extLst>
              <a:ext uri="{FF2B5EF4-FFF2-40B4-BE49-F238E27FC236}">
                <a16:creationId xmlns:a16="http://schemas.microsoft.com/office/drawing/2014/main" id="{7124257E-BE13-06F2-2F0A-355A21445A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-15498" y="-15498"/>
            <a:ext cx="1933040" cy="2677309"/>
          </a:xfrm>
          <a:prstGeom prst="triangle">
            <a:avLst>
              <a:gd name="adj" fmla="val 100000"/>
            </a:avLst>
          </a:prstGeom>
          <a:solidFill>
            <a:srgbClr val="B03853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F75C0DA9-4A9F-AD85-3AED-600439EB054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589900" y="221841"/>
            <a:ext cx="4529519" cy="6213435"/>
            <a:chOff x="539933" y="702915"/>
            <a:chExt cx="3309412" cy="4539735"/>
          </a:xfrm>
        </p:grpSpPr>
        <p:sp>
          <p:nvSpPr>
            <p:cNvPr id="18" name="Estrella: 10 puntas 17">
              <a:extLst>
                <a:ext uri="{FF2B5EF4-FFF2-40B4-BE49-F238E27FC236}">
                  <a16:creationId xmlns:a16="http://schemas.microsoft.com/office/drawing/2014/main" id="{B8B9053E-69AB-E6B8-E1FD-F80CF38B8ED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9933" y="702915"/>
              <a:ext cx="3309412" cy="1780278"/>
            </a:xfrm>
            <a:custGeom>
              <a:avLst/>
              <a:gdLst>
                <a:gd name="connsiteX0" fmla="*/ -2 w 2241550"/>
                <a:gd name="connsiteY0" fmla="*/ 928003 h 2686050"/>
                <a:gd name="connsiteX1" fmla="*/ 1021985 w 2241550"/>
                <a:gd name="connsiteY1" fmla="*/ 1261226 h 2686050"/>
                <a:gd name="connsiteX2" fmla="*/ 428094 w 2241550"/>
                <a:gd name="connsiteY2" fmla="*/ 256491 h 2686050"/>
                <a:gd name="connsiteX3" fmla="*/ 1083040 w 2241550"/>
                <a:gd name="connsiteY3" fmla="*/ 1210671 h 2686050"/>
                <a:gd name="connsiteX4" fmla="*/ 1120775 w 2241550"/>
                <a:gd name="connsiteY4" fmla="*/ 0 h 2686050"/>
                <a:gd name="connsiteX5" fmla="*/ 1158510 w 2241550"/>
                <a:gd name="connsiteY5" fmla="*/ 1210671 h 2686050"/>
                <a:gd name="connsiteX6" fmla="*/ 1813456 w 2241550"/>
                <a:gd name="connsiteY6" fmla="*/ 256491 h 2686050"/>
                <a:gd name="connsiteX7" fmla="*/ 1219565 w 2241550"/>
                <a:gd name="connsiteY7" fmla="*/ 1261226 h 2686050"/>
                <a:gd name="connsiteX8" fmla="*/ 2241552 w 2241550"/>
                <a:gd name="connsiteY8" fmla="*/ 928003 h 2686050"/>
                <a:gd name="connsiteX9" fmla="*/ 1242886 w 2241550"/>
                <a:gd name="connsiteY9" fmla="*/ 1343025 h 2686050"/>
                <a:gd name="connsiteX10" fmla="*/ 2241552 w 2241550"/>
                <a:gd name="connsiteY10" fmla="*/ 1758047 h 2686050"/>
                <a:gd name="connsiteX11" fmla="*/ 1219565 w 2241550"/>
                <a:gd name="connsiteY11" fmla="*/ 1424824 h 2686050"/>
                <a:gd name="connsiteX12" fmla="*/ 1813456 w 2241550"/>
                <a:gd name="connsiteY12" fmla="*/ 2429559 h 2686050"/>
                <a:gd name="connsiteX13" fmla="*/ 1158510 w 2241550"/>
                <a:gd name="connsiteY13" fmla="*/ 1475379 h 2686050"/>
                <a:gd name="connsiteX14" fmla="*/ 1120775 w 2241550"/>
                <a:gd name="connsiteY14" fmla="*/ 2686050 h 2686050"/>
                <a:gd name="connsiteX15" fmla="*/ 1083040 w 2241550"/>
                <a:gd name="connsiteY15" fmla="*/ 1475379 h 2686050"/>
                <a:gd name="connsiteX16" fmla="*/ 428094 w 2241550"/>
                <a:gd name="connsiteY16" fmla="*/ 2429559 h 2686050"/>
                <a:gd name="connsiteX17" fmla="*/ 1021985 w 2241550"/>
                <a:gd name="connsiteY17" fmla="*/ 1424824 h 2686050"/>
                <a:gd name="connsiteX18" fmla="*/ -2 w 2241550"/>
                <a:gd name="connsiteY18" fmla="*/ 1758047 h 2686050"/>
                <a:gd name="connsiteX19" fmla="*/ 998664 w 2241550"/>
                <a:gd name="connsiteY19" fmla="*/ 1343025 h 2686050"/>
                <a:gd name="connsiteX20" fmla="*/ -2 w 2241550"/>
                <a:gd name="connsiteY20" fmla="*/ 928003 h 2686050"/>
                <a:gd name="connsiteX0" fmla="*/ 0 w 2241554"/>
                <a:gd name="connsiteY0" fmla="*/ 1074053 h 2832100"/>
                <a:gd name="connsiteX1" fmla="*/ 1021987 w 2241554"/>
                <a:gd name="connsiteY1" fmla="*/ 1407276 h 2832100"/>
                <a:gd name="connsiteX2" fmla="*/ 428096 w 2241554"/>
                <a:gd name="connsiteY2" fmla="*/ 402541 h 2832100"/>
                <a:gd name="connsiteX3" fmla="*/ 1083042 w 2241554"/>
                <a:gd name="connsiteY3" fmla="*/ 1356721 h 2832100"/>
                <a:gd name="connsiteX4" fmla="*/ 1120777 w 2241554"/>
                <a:gd name="connsiteY4" fmla="*/ 0 h 2832100"/>
                <a:gd name="connsiteX5" fmla="*/ 1158512 w 2241554"/>
                <a:gd name="connsiteY5" fmla="*/ 1356721 h 2832100"/>
                <a:gd name="connsiteX6" fmla="*/ 1813458 w 2241554"/>
                <a:gd name="connsiteY6" fmla="*/ 402541 h 2832100"/>
                <a:gd name="connsiteX7" fmla="*/ 1219567 w 2241554"/>
                <a:gd name="connsiteY7" fmla="*/ 1407276 h 2832100"/>
                <a:gd name="connsiteX8" fmla="*/ 2241554 w 2241554"/>
                <a:gd name="connsiteY8" fmla="*/ 1074053 h 2832100"/>
                <a:gd name="connsiteX9" fmla="*/ 1242888 w 2241554"/>
                <a:gd name="connsiteY9" fmla="*/ 1489075 h 2832100"/>
                <a:gd name="connsiteX10" fmla="*/ 2241554 w 2241554"/>
                <a:gd name="connsiteY10" fmla="*/ 1904097 h 2832100"/>
                <a:gd name="connsiteX11" fmla="*/ 1219567 w 2241554"/>
                <a:gd name="connsiteY11" fmla="*/ 1570874 h 2832100"/>
                <a:gd name="connsiteX12" fmla="*/ 1813458 w 2241554"/>
                <a:gd name="connsiteY12" fmla="*/ 2575609 h 2832100"/>
                <a:gd name="connsiteX13" fmla="*/ 1158512 w 2241554"/>
                <a:gd name="connsiteY13" fmla="*/ 1621429 h 2832100"/>
                <a:gd name="connsiteX14" fmla="*/ 1120777 w 2241554"/>
                <a:gd name="connsiteY14" fmla="*/ 2832100 h 2832100"/>
                <a:gd name="connsiteX15" fmla="*/ 1083042 w 2241554"/>
                <a:gd name="connsiteY15" fmla="*/ 1621429 h 2832100"/>
                <a:gd name="connsiteX16" fmla="*/ 428096 w 2241554"/>
                <a:gd name="connsiteY16" fmla="*/ 2575609 h 2832100"/>
                <a:gd name="connsiteX17" fmla="*/ 1021987 w 2241554"/>
                <a:gd name="connsiteY17" fmla="*/ 1570874 h 2832100"/>
                <a:gd name="connsiteX18" fmla="*/ 0 w 2241554"/>
                <a:gd name="connsiteY18" fmla="*/ 1904097 h 2832100"/>
                <a:gd name="connsiteX19" fmla="*/ 998666 w 2241554"/>
                <a:gd name="connsiteY19" fmla="*/ 1489075 h 2832100"/>
                <a:gd name="connsiteX20" fmla="*/ 0 w 2241554"/>
                <a:gd name="connsiteY20" fmla="*/ 1074053 h 2832100"/>
                <a:gd name="connsiteX0" fmla="*/ 0 w 2241554"/>
                <a:gd name="connsiteY0" fmla="*/ 1074053 h 2832100"/>
                <a:gd name="connsiteX1" fmla="*/ 1021987 w 2241554"/>
                <a:gd name="connsiteY1" fmla="*/ 1407276 h 2832100"/>
                <a:gd name="connsiteX2" fmla="*/ 485246 w 2241554"/>
                <a:gd name="connsiteY2" fmla="*/ 186641 h 2832100"/>
                <a:gd name="connsiteX3" fmla="*/ 1083042 w 2241554"/>
                <a:gd name="connsiteY3" fmla="*/ 1356721 h 2832100"/>
                <a:gd name="connsiteX4" fmla="*/ 1120777 w 2241554"/>
                <a:gd name="connsiteY4" fmla="*/ 0 h 2832100"/>
                <a:gd name="connsiteX5" fmla="*/ 1158512 w 2241554"/>
                <a:gd name="connsiteY5" fmla="*/ 1356721 h 2832100"/>
                <a:gd name="connsiteX6" fmla="*/ 1813458 w 2241554"/>
                <a:gd name="connsiteY6" fmla="*/ 402541 h 2832100"/>
                <a:gd name="connsiteX7" fmla="*/ 1219567 w 2241554"/>
                <a:gd name="connsiteY7" fmla="*/ 1407276 h 2832100"/>
                <a:gd name="connsiteX8" fmla="*/ 2241554 w 2241554"/>
                <a:gd name="connsiteY8" fmla="*/ 1074053 h 2832100"/>
                <a:gd name="connsiteX9" fmla="*/ 1242888 w 2241554"/>
                <a:gd name="connsiteY9" fmla="*/ 1489075 h 2832100"/>
                <a:gd name="connsiteX10" fmla="*/ 2241554 w 2241554"/>
                <a:gd name="connsiteY10" fmla="*/ 1904097 h 2832100"/>
                <a:gd name="connsiteX11" fmla="*/ 1219567 w 2241554"/>
                <a:gd name="connsiteY11" fmla="*/ 1570874 h 2832100"/>
                <a:gd name="connsiteX12" fmla="*/ 1813458 w 2241554"/>
                <a:gd name="connsiteY12" fmla="*/ 2575609 h 2832100"/>
                <a:gd name="connsiteX13" fmla="*/ 1158512 w 2241554"/>
                <a:gd name="connsiteY13" fmla="*/ 1621429 h 2832100"/>
                <a:gd name="connsiteX14" fmla="*/ 1120777 w 2241554"/>
                <a:gd name="connsiteY14" fmla="*/ 2832100 h 2832100"/>
                <a:gd name="connsiteX15" fmla="*/ 1083042 w 2241554"/>
                <a:gd name="connsiteY15" fmla="*/ 1621429 h 2832100"/>
                <a:gd name="connsiteX16" fmla="*/ 428096 w 2241554"/>
                <a:gd name="connsiteY16" fmla="*/ 2575609 h 2832100"/>
                <a:gd name="connsiteX17" fmla="*/ 1021987 w 2241554"/>
                <a:gd name="connsiteY17" fmla="*/ 1570874 h 2832100"/>
                <a:gd name="connsiteX18" fmla="*/ 0 w 2241554"/>
                <a:gd name="connsiteY18" fmla="*/ 1904097 h 2832100"/>
                <a:gd name="connsiteX19" fmla="*/ 998666 w 2241554"/>
                <a:gd name="connsiteY19" fmla="*/ 1489075 h 2832100"/>
                <a:gd name="connsiteX20" fmla="*/ 0 w 2241554"/>
                <a:gd name="connsiteY20" fmla="*/ 1074053 h 2832100"/>
                <a:gd name="connsiteX0" fmla="*/ 0 w 2298704"/>
                <a:gd name="connsiteY0" fmla="*/ 534303 h 2832100"/>
                <a:gd name="connsiteX1" fmla="*/ 1079137 w 2298704"/>
                <a:gd name="connsiteY1" fmla="*/ 1407276 h 2832100"/>
                <a:gd name="connsiteX2" fmla="*/ 542396 w 2298704"/>
                <a:gd name="connsiteY2" fmla="*/ 186641 h 2832100"/>
                <a:gd name="connsiteX3" fmla="*/ 1140192 w 2298704"/>
                <a:gd name="connsiteY3" fmla="*/ 1356721 h 2832100"/>
                <a:gd name="connsiteX4" fmla="*/ 1177927 w 2298704"/>
                <a:gd name="connsiteY4" fmla="*/ 0 h 2832100"/>
                <a:gd name="connsiteX5" fmla="*/ 1215662 w 2298704"/>
                <a:gd name="connsiteY5" fmla="*/ 1356721 h 2832100"/>
                <a:gd name="connsiteX6" fmla="*/ 1870608 w 2298704"/>
                <a:gd name="connsiteY6" fmla="*/ 402541 h 2832100"/>
                <a:gd name="connsiteX7" fmla="*/ 1276717 w 2298704"/>
                <a:gd name="connsiteY7" fmla="*/ 1407276 h 2832100"/>
                <a:gd name="connsiteX8" fmla="*/ 2298704 w 2298704"/>
                <a:gd name="connsiteY8" fmla="*/ 1074053 h 2832100"/>
                <a:gd name="connsiteX9" fmla="*/ 1300038 w 2298704"/>
                <a:gd name="connsiteY9" fmla="*/ 1489075 h 2832100"/>
                <a:gd name="connsiteX10" fmla="*/ 2298704 w 2298704"/>
                <a:gd name="connsiteY10" fmla="*/ 1904097 h 2832100"/>
                <a:gd name="connsiteX11" fmla="*/ 1276717 w 2298704"/>
                <a:gd name="connsiteY11" fmla="*/ 1570874 h 2832100"/>
                <a:gd name="connsiteX12" fmla="*/ 1870608 w 2298704"/>
                <a:gd name="connsiteY12" fmla="*/ 2575609 h 2832100"/>
                <a:gd name="connsiteX13" fmla="*/ 1215662 w 2298704"/>
                <a:gd name="connsiteY13" fmla="*/ 1621429 h 2832100"/>
                <a:gd name="connsiteX14" fmla="*/ 1177927 w 2298704"/>
                <a:gd name="connsiteY14" fmla="*/ 2832100 h 2832100"/>
                <a:gd name="connsiteX15" fmla="*/ 1140192 w 2298704"/>
                <a:gd name="connsiteY15" fmla="*/ 1621429 h 2832100"/>
                <a:gd name="connsiteX16" fmla="*/ 485246 w 2298704"/>
                <a:gd name="connsiteY16" fmla="*/ 2575609 h 2832100"/>
                <a:gd name="connsiteX17" fmla="*/ 1079137 w 2298704"/>
                <a:gd name="connsiteY17" fmla="*/ 1570874 h 2832100"/>
                <a:gd name="connsiteX18" fmla="*/ 57150 w 2298704"/>
                <a:gd name="connsiteY18" fmla="*/ 1904097 h 2832100"/>
                <a:gd name="connsiteX19" fmla="*/ 1055816 w 2298704"/>
                <a:gd name="connsiteY19" fmla="*/ 1489075 h 2832100"/>
                <a:gd name="connsiteX20" fmla="*/ 0 w 2298704"/>
                <a:gd name="connsiteY20" fmla="*/ 534303 h 2832100"/>
                <a:gd name="connsiteX0" fmla="*/ 0 w 2298704"/>
                <a:gd name="connsiteY0" fmla="*/ 534303 h 2832100"/>
                <a:gd name="connsiteX1" fmla="*/ 1079137 w 2298704"/>
                <a:gd name="connsiteY1" fmla="*/ 1407276 h 2832100"/>
                <a:gd name="connsiteX2" fmla="*/ 542396 w 2298704"/>
                <a:gd name="connsiteY2" fmla="*/ 186641 h 2832100"/>
                <a:gd name="connsiteX3" fmla="*/ 1140192 w 2298704"/>
                <a:gd name="connsiteY3" fmla="*/ 1356721 h 2832100"/>
                <a:gd name="connsiteX4" fmla="*/ 1177927 w 2298704"/>
                <a:gd name="connsiteY4" fmla="*/ 0 h 2832100"/>
                <a:gd name="connsiteX5" fmla="*/ 1215662 w 2298704"/>
                <a:gd name="connsiteY5" fmla="*/ 1356721 h 2832100"/>
                <a:gd name="connsiteX6" fmla="*/ 1832508 w 2298704"/>
                <a:gd name="connsiteY6" fmla="*/ 110441 h 2832100"/>
                <a:gd name="connsiteX7" fmla="*/ 1276717 w 2298704"/>
                <a:gd name="connsiteY7" fmla="*/ 1407276 h 2832100"/>
                <a:gd name="connsiteX8" fmla="*/ 2298704 w 2298704"/>
                <a:gd name="connsiteY8" fmla="*/ 1074053 h 2832100"/>
                <a:gd name="connsiteX9" fmla="*/ 1300038 w 2298704"/>
                <a:gd name="connsiteY9" fmla="*/ 1489075 h 2832100"/>
                <a:gd name="connsiteX10" fmla="*/ 2298704 w 2298704"/>
                <a:gd name="connsiteY10" fmla="*/ 1904097 h 2832100"/>
                <a:gd name="connsiteX11" fmla="*/ 1276717 w 2298704"/>
                <a:gd name="connsiteY11" fmla="*/ 1570874 h 2832100"/>
                <a:gd name="connsiteX12" fmla="*/ 1870608 w 2298704"/>
                <a:gd name="connsiteY12" fmla="*/ 2575609 h 2832100"/>
                <a:gd name="connsiteX13" fmla="*/ 1215662 w 2298704"/>
                <a:gd name="connsiteY13" fmla="*/ 1621429 h 2832100"/>
                <a:gd name="connsiteX14" fmla="*/ 1177927 w 2298704"/>
                <a:gd name="connsiteY14" fmla="*/ 2832100 h 2832100"/>
                <a:gd name="connsiteX15" fmla="*/ 1140192 w 2298704"/>
                <a:gd name="connsiteY15" fmla="*/ 1621429 h 2832100"/>
                <a:gd name="connsiteX16" fmla="*/ 485246 w 2298704"/>
                <a:gd name="connsiteY16" fmla="*/ 2575609 h 2832100"/>
                <a:gd name="connsiteX17" fmla="*/ 1079137 w 2298704"/>
                <a:gd name="connsiteY17" fmla="*/ 1570874 h 2832100"/>
                <a:gd name="connsiteX18" fmla="*/ 57150 w 2298704"/>
                <a:gd name="connsiteY18" fmla="*/ 1904097 h 2832100"/>
                <a:gd name="connsiteX19" fmla="*/ 1055816 w 2298704"/>
                <a:gd name="connsiteY19" fmla="*/ 1489075 h 2832100"/>
                <a:gd name="connsiteX20" fmla="*/ 0 w 2298704"/>
                <a:gd name="connsiteY20" fmla="*/ 534303 h 2832100"/>
                <a:gd name="connsiteX0" fmla="*/ 0 w 2387604"/>
                <a:gd name="connsiteY0" fmla="*/ 534303 h 2832100"/>
                <a:gd name="connsiteX1" fmla="*/ 1079137 w 2387604"/>
                <a:gd name="connsiteY1" fmla="*/ 1407276 h 2832100"/>
                <a:gd name="connsiteX2" fmla="*/ 542396 w 2387604"/>
                <a:gd name="connsiteY2" fmla="*/ 186641 h 2832100"/>
                <a:gd name="connsiteX3" fmla="*/ 1140192 w 2387604"/>
                <a:gd name="connsiteY3" fmla="*/ 1356721 h 2832100"/>
                <a:gd name="connsiteX4" fmla="*/ 1177927 w 2387604"/>
                <a:gd name="connsiteY4" fmla="*/ 0 h 2832100"/>
                <a:gd name="connsiteX5" fmla="*/ 1215662 w 2387604"/>
                <a:gd name="connsiteY5" fmla="*/ 1356721 h 2832100"/>
                <a:gd name="connsiteX6" fmla="*/ 1832508 w 2387604"/>
                <a:gd name="connsiteY6" fmla="*/ 110441 h 2832100"/>
                <a:gd name="connsiteX7" fmla="*/ 1276717 w 2387604"/>
                <a:gd name="connsiteY7" fmla="*/ 1407276 h 2832100"/>
                <a:gd name="connsiteX8" fmla="*/ 2387604 w 2387604"/>
                <a:gd name="connsiteY8" fmla="*/ 496203 h 2832100"/>
                <a:gd name="connsiteX9" fmla="*/ 1300038 w 2387604"/>
                <a:gd name="connsiteY9" fmla="*/ 1489075 h 2832100"/>
                <a:gd name="connsiteX10" fmla="*/ 2298704 w 2387604"/>
                <a:gd name="connsiteY10" fmla="*/ 1904097 h 2832100"/>
                <a:gd name="connsiteX11" fmla="*/ 1276717 w 2387604"/>
                <a:gd name="connsiteY11" fmla="*/ 1570874 h 2832100"/>
                <a:gd name="connsiteX12" fmla="*/ 1870608 w 2387604"/>
                <a:gd name="connsiteY12" fmla="*/ 2575609 h 2832100"/>
                <a:gd name="connsiteX13" fmla="*/ 1215662 w 2387604"/>
                <a:gd name="connsiteY13" fmla="*/ 1621429 h 2832100"/>
                <a:gd name="connsiteX14" fmla="*/ 1177927 w 2387604"/>
                <a:gd name="connsiteY14" fmla="*/ 2832100 h 2832100"/>
                <a:gd name="connsiteX15" fmla="*/ 1140192 w 2387604"/>
                <a:gd name="connsiteY15" fmla="*/ 1621429 h 2832100"/>
                <a:gd name="connsiteX16" fmla="*/ 485246 w 2387604"/>
                <a:gd name="connsiteY16" fmla="*/ 2575609 h 2832100"/>
                <a:gd name="connsiteX17" fmla="*/ 1079137 w 2387604"/>
                <a:gd name="connsiteY17" fmla="*/ 1570874 h 2832100"/>
                <a:gd name="connsiteX18" fmla="*/ 57150 w 2387604"/>
                <a:gd name="connsiteY18" fmla="*/ 1904097 h 2832100"/>
                <a:gd name="connsiteX19" fmla="*/ 1055816 w 2387604"/>
                <a:gd name="connsiteY19" fmla="*/ 1489075 h 2832100"/>
                <a:gd name="connsiteX20" fmla="*/ 0 w 2387604"/>
                <a:gd name="connsiteY20" fmla="*/ 534303 h 2832100"/>
                <a:gd name="connsiteX0" fmla="*/ 0 w 2762254"/>
                <a:gd name="connsiteY0" fmla="*/ 534303 h 2832100"/>
                <a:gd name="connsiteX1" fmla="*/ 1079137 w 2762254"/>
                <a:gd name="connsiteY1" fmla="*/ 1407276 h 2832100"/>
                <a:gd name="connsiteX2" fmla="*/ 542396 w 2762254"/>
                <a:gd name="connsiteY2" fmla="*/ 186641 h 2832100"/>
                <a:gd name="connsiteX3" fmla="*/ 1140192 w 2762254"/>
                <a:gd name="connsiteY3" fmla="*/ 1356721 h 2832100"/>
                <a:gd name="connsiteX4" fmla="*/ 1177927 w 2762254"/>
                <a:gd name="connsiteY4" fmla="*/ 0 h 2832100"/>
                <a:gd name="connsiteX5" fmla="*/ 1215662 w 2762254"/>
                <a:gd name="connsiteY5" fmla="*/ 1356721 h 2832100"/>
                <a:gd name="connsiteX6" fmla="*/ 1832508 w 2762254"/>
                <a:gd name="connsiteY6" fmla="*/ 110441 h 2832100"/>
                <a:gd name="connsiteX7" fmla="*/ 1276717 w 2762254"/>
                <a:gd name="connsiteY7" fmla="*/ 1407276 h 2832100"/>
                <a:gd name="connsiteX8" fmla="*/ 2387604 w 2762254"/>
                <a:gd name="connsiteY8" fmla="*/ 496203 h 2832100"/>
                <a:gd name="connsiteX9" fmla="*/ 1300038 w 2762254"/>
                <a:gd name="connsiteY9" fmla="*/ 1489075 h 2832100"/>
                <a:gd name="connsiteX10" fmla="*/ 2762254 w 2762254"/>
                <a:gd name="connsiteY10" fmla="*/ 1053197 h 2832100"/>
                <a:gd name="connsiteX11" fmla="*/ 1276717 w 2762254"/>
                <a:gd name="connsiteY11" fmla="*/ 1570874 h 2832100"/>
                <a:gd name="connsiteX12" fmla="*/ 1870608 w 2762254"/>
                <a:gd name="connsiteY12" fmla="*/ 2575609 h 2832100"/>
                <a:gd name="connsiteX13" fmla="*/ 1215662 w 2762254"/>
                <a:gd name="connsiteY13" fmla="*/ 1621429 h 2832100"/>
                <a:gd name="connsiteX14" fmla="*/ 1177927 w 2762254"/>
                <a:gd name="connsiteY14" fmla="*/ 2832100 h 2832100"/>
                <a:gd name="connsiteX15" fmla="*/ 1140192 w 2762254"/>
                <a:gd name="connsiteY15" fmla="*/ 1621429 h 2832100"/>
                <a:gd name="connsiteX16" fmla="*/ 485246 w 2762254"/>
                <a:gd name="connsiteY16" fmla="*/ 2575609 h 2832100"/>
                <a:gd name="connsiteX17" fmla="*/ 1079137 w 2762254"/>
                <a:gd name="connsiteY17" fmla="*/ 1570874 h 2832100"/>
                <a:gd name="connsiteX18" fmla="*/ 57150 w 2762254"/>
                <a:gd name="connsiteY18" fmla="*/ 1904097 h 2832100"/>
                <a:gd name="connsiteX19" fmla="*/ 1055816 w 2762254"/>
                <a:gd name="connsiteY19" fmla="*/ 1489075 h 2832100"/>
                <a:gd name="connsiteX20" fmla="*/ 0 w 2762254"/>
                <a:gd name="connsiteY20" fmla="*/ 534303 h 2832100"/>
                <a:gd name="connsiteX0" fmla="*/ 0 w 2829458"/>
                <a:gd name="connsiteY0" fmla="*/ 534303 h 2832100"/>
                <a:gd name="connsiteX1" fmla="*/ 1079137 w 2829458"/>
                <a:gd name="connsiteY1" fmla="*/ 1407276 h 2832100"/>
                <a:gd name="connsiteX2" fmla="*/ 542396 w 2829458"/>
                <a:gd name="connsiteY2" fmla="*/ 186641 h 2832100"/>
                <a:gd name="connsiteX3" fmla="*/ 1140192 w 2829458"/>
                <a:gd name="connsiteY3" fmla="*/ 1356721 h 2832100"/>
                <a:gd name="connsiteX4" fmla="*/ 1177927 w 2829458"/>
                <a:gd name="connsiteY4" fmla="*/ 0 h 2832100"/>
                <a:gd name="connsiteX5" fmla="*/ 1215662 w 2829458"/>
                <a:gd name="connsiteY5" fmla="*/ 1356721 h 2832100"/>
                <a:gd name="connsiteX6" fmla="*/ 1832508 w 2829458"/>
                <a:gd name="connsiteY6" fmla="*/ 110441 h 2832100"/>
                <a:gd name="connsiteX7" fmla="*/ 1276717 w 2829458"/>
                <a:gd name="connsiteY7" fmla="*/ 1407276 h 2832100"/>
                <a:gd name="connsiteX8" fmla="*/ 2387604 w 2829458"/>
                <a:gd name="connsiteY8" fmla="*/ 496203 h 2832100"/>
                <a:gd name="connsiteX9" fmla="*/ 1300038 w 2829458"/>
                <a:gd name="connsiteY9" fmla="*/ 1489075 h 2832100"/>
                <a:gd name="connsiteX10" fmla="*/ 2762254 w 2829458"/>
                <a:gd name="connsiteY10" fmla="*/ 1053197 h 2832100"/>
                <a:gd name="connsiteX11" fmla="*/ 1276717 w 2829458"/>
                <a:gd name="connsiteY11" fmla="*/ 1570874 h 2832100"/>
                <a:gd name="connsiteX12" fmla="*/ 2829458 w 2829458"/>
                <a:gd name="connsiteY12" fmla="*/ 1699309 h 2832100"/>
                <a:gd name="connsiteX13" fmla="*/ 1215662 w 2829458"/>
                <a:gd name="connsiteY13" fmla="*/ 1621429 h 2832100"/>
                <a:gd name="connsiteX14" fmla="*/ 1177927 w 2829458"/>
                <a:gd name="connsiteY14" fmla="*/ 2832100 h 2832100"/>
                <a:gd name="connsiteX15" fmla="*/ 1140192 w 2829458"/>
                <a:gd name="connsiteY15" fmla="*/ 1621429 h 2832100"/>
                <a:gd name="connsiteX16" fmla="*/ 485246 w 2829458"/>
                <a:gd name="connsiteY16" fmla="*/ 2575609 h 2832100"/>
                <a:gd name="connsiteX17" fmla="*/ 1079137 w 2829458"/>
                <a:gd name="connsiteY17" fmla="*/ 1570874 h 2832100"/>
                <a:gd name="connsiteX18" fmla="*/ 57150 w 2829458"/>
                <a:gd name="connsiteY18" fmla="*/ 1904097 h 2832100"/>
                <a:gd name="connsiteX19" fmla="*/ 1055816 w 2829458"/>
                <a:gd name="connsiteY19" fmla="*/ 1489075 h 2832100"/>
                <a:gd name="connsiteX20" fmla="*/ 0 w 2829458"/>
                <a:gd name="connsiteY20" fmla="*/ 534303 h 2832100"/>
                <a:gd name="connsiteX0" fmla="*/ 342900 w 3172358"/>
                <a:gd name="connsiteY0" fmla="*/ 534303 h 2832100"/>
                <a:gd name="connsiteX1" fmla="*/ 1422037 w 3172358"/>
                <a:gd name="connsiteY1" fmla="*/ 1407276 h 2832100"/>
                <a:gd name="connsiteX2" fmla="*/ 885296 w 3172358"/>
                <a:gd name="connsiteY2" fmla="*/ 186641 h 2832100"/>
                <a:gd name="connsiteX3" fmla="*/ 1483092 w 3172358"/>
                <a:gd name="connsiteY3" fmla="*/ 1356721 h 2832100"/>
                <a:gd name="connsiteX4" fmla="*/ 1520827 w 3172358"/>
                <a:gd name="connsiteY4" fmla="*/ 0 h 2832100"/>
                <a:gd name="connsiteX5" fmla="*/ 1558562 w 3172358"/>
                <a:gd name="connsiteY5" fmla="*/ 1356721 h 2832100"/>
                <a:gd name="connsiteX6" fmla="*/ 2175408 w 3172358"/>
                <a:gd name="connsiteY6" fmla="*/ 110441 h 2832100"/>
                <a:gd name="connsiteX7" fmla="*/ 1619617 w 3172358"/>
                <a:gd name="connsiteY7" fmla="*/ 1407276 h 2832100"/>
                <a:gd name="connsiteX8" fmla="*/ 2730504 w 3172358"/>
                <a:gd name="connsiteY8" fmla="*/ 496203 h 2832100"/>
                <a:gd name="connsiteX9" fmla="*/ 1642938 w 3172358"/>
                <a:gd name="connsiteY9" fmla="*/ 1489075 h 2832100"/>
                <a:gd name="connsiteX10" fmla="*/ 3105154 w 3172358"/>
                <a:gd name="connsiteY10" fmla="*/ 1053197 h 2832100"/>
                <a:gd name="connsiteX11" fmla="*/ 1619617 w 3172358"/>
                <a:gd name="connsiteY11" fmla="*/ 1570874 h 2832100"/>
                <a:gd name="connsiteX12" fmla="*/ 3172358 w 3172358"/>
                <a:gd name="connsiteY12" fmla="*/ 1699309 h 2832100"/>
                <a:gd name="connsiteX13" fmla="*/ 1558562 w 3172358"/>
                <a:gd name="connsiteY13" fmla="*/ 1621429 h 2832100"/>
                <a:gd name="connsiteX14" fmla="*/ 1520827 w 3172358"/>
                <a:gd name="connsiteY14" fmla="*/ 2832100 h 2832100"/>
                <a:gd name="connsiteX15" fmla="*/ 1483092 w 3172358"/>
                <a:gd name="connsiteY15" fmla="*/ 1621429 h 2832100"/>
                <a:gd name="connsiteX16" fmla="*/ 828146 w 3172358"/>
                <a:gd name="connsiteY16" fmla="*/ 2575609 h 2832100"/>
                <a:gd name="connsiteX17" fmla="*/ 1422037 w 3172358"/>
                <a:gd name="connsiteY17" fmla="*/ 1570874 h 2832100"/>
                <a:gd name="connsiteX18" fmla="*/ 0 w 3172358"/>
                <a:gd name="connsiteY18" fmla="*/ 1078597 h 2832100"/>
                <a:gd name="connsiteX19" fmla="*/ 1398716 w 3172358"/>
                <a:gd name="connsiteY19" fmla="*/ 1489075 h 2832100"/>
                <a:gd name="connsiteX20" fmla="*/ 342900 w 3172358"/>
                <a:gd name="connsiteY20" fmla="*/ 534303 h 2832100"/>
                <a:gd name="connsiteX0" fmla="*/ 479954 w 3309412"/>
                <a:gd name="connsiteY0" fmla="*/ 534303 h 2832100"/>
                <a:gd name="connsiteX1" fmla="*/ 1559091 w 3309412"/>
                <a:gd name="connsiteY1" fmla="*/ 1407276 h 2832100"/>
                <a:gd name="connsiteX2" fmla="*/ 1022350 w 3309412"/>
                <a:gd name="connsiteY2" fmla="*/ 186641 h 2832100"/>
                <a:gd name="connsiteX3" fmla="*/ 1620146 w 3309412"/>
                <a:gd name="connsiteY3" fmla="*/ 1356721 h 2832100"/>
                <a:gd name="connsiteX4" fmla="*/ 1657881 w 3309412"/>
                <a:gd name="connsiteY4" fmla="*/ 0 h 2832100"/>
                <a:gd name="connsiteX5" fmla="*/ 1695616 w 3309412"/>
                <a:gd name="connsiteY5" fmla="*/ 1356721 h 2832100"/>
                <a:gd name="connsiteX6" fmla="*/ 2312462 w 3309412"/>
                <a:gd name="connsiteY6" fmla="*/ 110441 h 2832100"/>
                <a:gd name="connsiteX7" fmla="*/ 1756671 w 3309412"/>
                <a:gd name="connsiteY7" fmla="*/ 1407276 h 2832100"/>
                <a:gd name="connsiteX8" fmla="*/ 2867558 w 3309412"/>
                <a:gd name="connsiteY8" fmla="*/ 496203 h 2832100"/>
                <a:gd name="connsiteX9" fmla="*/ 1779992 w 3309412"/>
                <a:gd name="connsiteY9" fmla="*/ 1489075 h 2832100"/>
                <a:gd name="connsiteX10" fmla="*/ 3242208 w 3309412"/>
                <a:gd name="connsiteY10" fmla="*/ 1053197 h 2832100"/>
                <a:gd name="connsiteX11" fmla="*/ 1756671 w 3309412"/>
                <a:gd name="connsiteY11" fmla="*/ 1570874 h 2832100"/>
                <a:gd name="connsiteX12" fmla="*/ 3309412 w 3309412"/>
                <a:gd name="connsiteY12" fmla="*/ 1699309 h 2832100"/>
                <a:gd name="connsiteX13" fmla="*/ 1695616 w 3309412"/>
                <a:gd name="connsiteY13" fmla="*/ 1621429 h 2832100"/>
                <a:gd name="connsiteX14" fmla="*/ 1657881 w 3309412"/>
                <a:gd name="connsiteY14" fmla="*/ 2832100 h 2832100"/>
                <a:gd name="connsiteX15" fmla="*/ 1620146 w 3309412"/>
                <a:gd name="connsiteY15" fmla="*/ 1621429 h 2832100"/>
                <a:gd name="connsiteX16" fmla="*/ 0 w 3309412"/>
                <a:gd name="connsiteY16" fmla="*/ 1718359 h 2832100"/>
                <a:gd name="connsiteX17" fmla="*/ 1559091 w 3309412"/>
                <a:gd name="connsiteY17" fmla="*/ 1570874 h 2832100"/>
                <a:gd name="connsiteX18" fmla="*/ 137054 w 3309412"/>
                <a:gd name="connsiteY18" fmla="*/ 1078597 h 2832100"/>
                <a:gd name="connsiteX19" fmla="*/ 1535770 w 3309412"/>
                <a:gd name="connsiteY19" fmla="*/ 1489075 h 2832100"/>
                <a:gd name="connsiteX20" fmla="*/ 479954 w 3309412"/>
                <a:gd name="connsiteY20" fmla="*/ 534303 h 2832100"/>
                <a:gd name="connsiteX0" fmla="*/ 479954 w 3309412"/>
                <a:gd name="connsiteY0" fmla="*/ 534303 h 2832100"/>
                <a:gd name="connsiteX1" fmla="*/ 1559091 w 3309412"/>
                <a:gd name="connsiteY1" fmla="*/ 1407276 h 2832100"/>
                <a:gd name="connsiteX2" fmla="*/ 1022350 w 3309412"/>
                <a:gd name="connsiteY2" fmla="*/ 186641 h 2832100"/>
                <a:gd name="connsiteX3" fmla="*/ 1620146 w 3309412"/>
                <a:gd name="connsiteY3" fmla="*/ 1356721 h 2832100"/>
                <a:gd name="connsiteX4" fmla="*/ 1657881 w 3309412"/>
                <a:gd name="connsiteY4" fmla="*/ 0 h 2832100"/>
                <a:gd name="connsiteX5" fmla="*/ 1695616 w 3309412"/>
                <a:gd name="connsiteY5" fmla="*/ 1356721 h 2832100"/>
                <a:gd name="connsiteX6" fmla="*/ 2312462 w 3309412"/>
                <a:gd name="connsiteY6" fmla="*/ 110441 h 2832100"/>
                <a:gd name="connsiteX7" fmla="*/ 1756671 w 3309412"/>
                <a:gd name="connsiteY7" fmla="*/ 1407276 h 2832100"/>
                <a:gd name="connsiteX8" fmla="*/ 2867558 w 3309412"/>
                <a:gd name="connsiteY8" fmla="*/ 496203 h 2832100"/>
                <a:gd name="connsiteX9" fmla="*/ 1779992 w 3309412"/>
                <a:gd name="connsiteY9" fmla="*/ 1489075 h 2832100"/>
                <a:gd name="connsiteX10" fmla="*/ 3242208 w 3309412"/>
                <a:gd name="connsiteY10" fmla="*/ 1053197 h 2832100"/>
                <a:gd name="connsiteX11" fmla="*/ 1756671 w 3309412"/>
                <a:gd name="connsiteY11" fmla="*/ 1570874 h 2832100"/>
                <a:gd name="connsiteX12" fmla="*/ 3309412 w 3309412"/>
                <a:gd name="connsiteY12" fmla="*/ 1699309 h 2832100"/>
                <a:gd name="connsiteX13" fmla="*/ 1695616 w 3309412"/>
                <a:gd name="connsiteY13" fmla="*/ 1621429 h 2832100"/>
                <a:gd name="connsiteX14" fmla="*/ 1657881 w 3309412"/>
                <a:gd name="connsiteY14" fmla="*/ 2832100 h 2832100"/>
                <a:gd name="connsiteX15" fmla="*/ 1537596 w 3309412"/>
                <a:gd name="connsiteY15" fmla="*/ 1748429 h 2832100"/>
                <a:gd name="connsiteX16" fmla="*/ 0 w 3309412"/>
                <a:gd name="connsiteY16" fmla="*/ 1718359 h 2832100"/>
                <a:gd name="connsiteX17" fmla="*/ 1559091 w 3309412"/>
                <a:gd name="connsiteY17" fmla="*/ 1570874 h 2832100"/>
                <a:gd name="connsiteX18" fmla="*/ 137054 w 3309412"/>
                <a:gd name="connsiteY18" fmla="*/ 1078597 h 2832100"/>
                <a:gd name="connsiteX19" fmla="*/ 1535770 w 3309412"/>
                <a:gd name="connsiteY19" fmla="*/ 1489075 h 2832100"/>
                <a:gd name="connsiteX20" fmla="*/ 479954 w 3309412"/>
                <a:gd name="connsiteY20" fmla="*/ 534303 h 28321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695616 w 3309412"/>
                <a:gd name="connsiteY13" fmla="*/ 1621429 h 1778000"/>
                <a:gd name="connsiteX14" fmla="*/ 1657881 w 3309412"/>
                <a:gd name="connsiteY14" fmla="*/ 1778000 h 1778000"/>
                <a:gd name="connsiteX15" fmla="*/ 1537596 w 3309412"/>
                <a:gd name="connsiteY15" fmla="*/ 1748429 h 1778000"/>
                <a:gd name="connsiteX16" fmla="*/ 0 w 3309412"/>
                <a:gd name="connsiteY16" fmla="*/ 1718359 h 1778000"/>
                <a:gd name="connsiteX17" fmla="*/ 1559091 w 3309412"/>
                <a:gd name="connsiteY17" fmla="*/ 157087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537596 w 3309412"/>
                <a:gd name="connsiteY15" fmla="*/ 1748429 h 1778000"/>
                <a:gd name="connsiteX16" fmla="*/ 0 w 3309412"/>
                <a:gd name="connsiteY16" fmla="*/ 1718359 h 1778000"/>
                <a:gd name="connsiteX17" fmla="*/ 1559091 w 3309412"/>
                <a:gd name="connsiteY17" fmla="*/ 157087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559091 w 3309412"/>
                <a:gd name="connsiteY17" fmla="*/ 157087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3437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34170 w 3309412"/>
                <a:gd name="connsiteY19" fmla="*/ 15271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34170 w 3309412"/>
                <a:gd name="connsiteY19" fmla="*/ 15271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34170 w 3309412"/>
                <a:gd name="connsiteY19" fmla="*/ 15271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21470 w 3309412"/>
                <a:gd name="connsiteY19" fmla="*/ 15462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601096 w 3309412"/>
                <a:gd name="connsiteY3" fmla="*/ 14456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21470 w 3309412"/>
                <a:gd name="connsiteY19" fmla="*/ 15462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607446 w 3309412"/>
                <a:gd name="connsiteY3" fmla="*/ 15281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21470 w 3309412"/>
                <a:gd name="connsiteY19" fmla="*/ 15462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626496 w 3309412"/>
                <a:gd name="connsiteY3" fmla="*/ 15218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21470 w 3309412"/>
                <a:gd name="connsiteY19" fmla="*/ 15462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21470 w 3309412"/>
                <a:gd name="connsiteY19" fmla="*/ 15462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91320 w 3309412"/>
                <a:gd name="connsiteY19" fmla="*/ 16033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510370 w 3309412"/>
                <a:gd name="connsiteY19" fmla="*/ 15970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65920 w 3309412"/>
                <a:gd name="connsiteY19" fmla="*/ 15906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9391 w 3309412"/>
                <a:gd name="connsiteY17" fmla="*/ 1701049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7247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82916 w 3309412"/>
                <a:gd name="connsiteY5" fmla="*/ 149007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896371 w 3309412"/>
                <a:gd name="connsiteY11" fmla="*/ 164072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91596 w 3309412"/>
                <a:gd name="connsiteY11" fmla="*/ 166294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95867 w 3309412"/>
                <a:gd name="connsiteY9" fmla="*/ 1644650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89517 w 3309412"/>
                <a:gd name="connsiteY9" fmla="*/ 1600200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804296 w 3309412"/>
                <a:gd name="connsiteY7" fmla="*/ 149617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78620 w 3309412"/>
                <a:gd name="connsiteY19" fmla="*/ 158115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59774 h 1778000"/>
                <a:gd name="connsiteX18" fmla="*/ 137054 w 3309412"/>
                <a:gd name="connsiteY18" fmla="*/ 1078597 h 1778000"/>
                <a:gd name="connsiteX19" fmla="*/ 1478620 w 3309412"/>
                <a:gd name="connsiteY19" fmla="*/ 158115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58271 w 3309412"/>
                <a:gd name="connsiteY11" fmla="*/ 166294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59774 h 1778000"/>
                <a:gd name="connsiteX18" fmla="*/ 137054 w 3309412"/>
                <a:gd name="connsiteY18" fmla="*/ 1078597 h 1778000"/>
                <a:gd name="connsiteX19" fmla="*/ 1478620 w 3309412"/>
                <a:gd name="connsiteY19" fmla="*/ 158115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30792 w 3309412"/>
                <a:gd name="connsiteY9" fmla="*/ 1584325 h 1778000"/>
                <a:gd name="connsiteX10" fmla="*/ 3242208 w 3309412"/>
                <a:gd name="connsiteY10" fmla="*/ 1053197 h 1778000"/>
                <a:gd name="connsiteX11" fmla="*/ 1858271 w 3309412"/>
                <a:gd name="connsiteY11" fmla="*/ 166294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59774 h 1778000"/>
                <a:gd name="connsiteX18" fmla="*/ 137054 w 3309412"/>
                <a:gd name="connsiteY18" fmla="*/ 1078597 h 1778000"/>
                <a:gd name="connsiteX19" fmla="*/ 1478620 w 3309412"/>
                <a:gd name="connsiteY19" fmla="*/ 158115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78896 w 3309412"/>
                <a:gd name="connsiteY7" fmla="*/ 1518401 h 1778000"/>
                <a:gd name="connsiteX8" fmla="*/ 2867558 w 3309412"/>
                <a:gd name="connsiteY8" fmla="*/ 496203 h 1778000"/>
                <a:gd name="connsiteX9" fmla="*/ 1830792 w 3309412"/>
                <a:gd name="connsiteY9" fmla="*/ 1584325 h 1778000"/>
                <a:gd name="connsiteX10" fmla="*/ 3242208 w 3309412"/>
                <a:gd name="connsiteY10" fmla="*/ 1053197 h 1778000"/>
                <a:gd name="connsiteX11" fmla="*/ 1858271 w 3309412"/>
                <a:gd name="connsiteY11" fmla="*/ 166294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59774 h 1778000"/>
                <a:gd name="connsiteX18" fmla="*/ 137054 w 3309412"/>
                <a:gd name="connsiteY18" fmla="*/ 1078597 h 1778000"/>
                <a:gd name="connsiteX19" fmla="*/ 1478620 w 3309412"/>
                <a:gd name="connsiteY19" fmla="*/ 158115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17480 w 3309412"/>
                <a:gd name="connsiteY4" fmla="*/ 1175995 h 1778000"/>
                <a:gd name="connsiteX5" fmla="*/ 1657881 w 3309412"/>
                <a:gd name="connsiteY5" fmla="*/ 0 h 1778000"/>
                <a:gd name="connsiteX6" fmla="*/ 1698791 w 3309412"/>
                <a:gd name="connsiteY6" fmla="*/ 1480546 h 1778000"/>
                <a:gd name="connsiteX7" fmla="*/ 2312462 w 3309412"/>
                <a:gd name="connsiteY7" fmla="*/ 110441 h 1778000"/>
                <a:gd name="connsiteX8" fmla="*/ 1778896 w 3309412"/>
                <a:gd name="connsiteY8" fmla="*/ 1518401 h 1778000"/>
                <a:gd name="connsiteX9" fmla="*/ 2867558 w 3309412"/>
                <a:gd name="connsiteY9" fmla="*/ 496203 h 1778000"/>
                <a:gd name="connsiteX10" fmla="*/ 1830792 w 3309412"/>
                <a:gd name="connsiteY10" fmla="*/ 1584325 h 1778000"/>
                <a:gd name="connsiteX11" fmla="*/ 3242208 w 3309412"/>
                <a:gd name="connsiteY11" fmla="*/ 1053197 h 1778000"/>
                <a:gd name="connsiteX12" fmla="*/ 1858271 w 3309412"/>
                <a:gd name="connsiteY12" fmla="*/ 1662949 h 1778000"/>
                <a:gd name="connsiteX13" fmla="*/ 3309412 w 3309412"/>
                <a:gd name="connsiteY13" fmla="*/ 1699309 h 1778000"/>
                <a:gd name="connsiteX14" fmla="*/ 1943266 w 3309412"/>
                <a:gd name="connsiteY14" fmla="*/ 1742079 h 1778000"/>
                <a:gd name="connsiteX15" fmla="*/ 1657881 w 3309412"/>
                <a:gd name="connsiteY15" fmla="*/ 1778000 h 1778000"/>
                <a:gd name="connsiteX16" fmla="*/ 1499496 w 3309412"/>
                <a:gd name="connsiteY16" fmla="*/ 1761129 h 1778000"/>
                <a:gd name="connsiteX17" fmla="*/ 0 w 3309412"/>
                <a:gd name="connsiteY17" fmla="*/ 1718359 h 1778000"/>
                <a:gd name="connsiteX18" fmla="*/ 1444791 w 3309412"/>
                <a:gd name="connsiteY18" fmla="*/ 1659774 h 1778000"/>
                <a:gd name="connsiteX19" fmla="*/ 137054 w 3309412"/>
                <a:gd name="connsiteY19" fmla="*/ 1078597 h 1778000"/>
                <a:gd name="connsiteX20" fmla="*/ 1478620 w 3309412"/>
                <a:gd name="connsiteY20" fmla="*/ 1581150 h 1778000"/>
                <a:gd name="connsiteX21" fmla="*/ 479954 w 3309412"/>
                <a:gd name="connsiteY21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17480 w 3309412"/>
                <a:gd name="connsiteY4" fmla="*/ 1175995 h 1778000"/>
                <a:gd name="connsiteX5" fmla="*/ 1657881 w 3309412"/>
                <a:gd name="connsiteY5" fmla="*/ 0 h 1778000"/>
                <a:gd name="connsiteX6" fmla="*/ 1698791 w 3309412"/>
                <a:gd name="connsiteY6" fmla="*/ 1480546 h 1778000"/>
                <a:gd name="connsiteX7" fmla="*/ 2312462 w 3309412"/>
                <a:gd name="connsiteY7" fmla="*/ 110441 h 1778000"/>
                <a:gd name="connsiteX8" fmla="*/ 1778896 w 3309412"/>
                <a:gd name="connsiteY8" fmla="*/ 1518401 h 1778000"/>
                <a:gd name="connsiteX9" fmla="*/ 2867558 w 3309412"/>
                <a:gd name="connsiteY9" fmla="*/ 496203 h 1778000"/>
                <a:gd name="connsiteX10" fmla="*/ 1830792 w 3309412"/>
                <a:gd name="connsiteY10" fmla="*/ 1584325 h 1778000"/>
                <a:gd name="connsiteX11" fmla="*/ 3242208 w 3309412"/>
                <a:gd name="connsiteY11" fmla="*/ 1053197 h 1778000"/>
                <a:gd name="connsiteX12" fmla="*/ 1858271 w 3309412"/>
                <a:gd name="connsiteY12" fmla="*/ 1662949 h 1778000"/>
                <a:gd name="connsiteX13" fmla="*/ 3309412 w 3309412"/>
                <a:gd name="connsiteY13" fmla="*/ 1699309 h 1778000"/>
                <a:gd name="connsiteX14" fmla="*/ 1943266 w 3309412"/>
                <a:gd name="connsiteY14" fmla="*/ 1742079 h 1778000"/>
                <a:gd name="connsiteX15" fmla="*/ 1657881 w 3309412"/>
                <a:gd name="connsiteY15" fmla="*/ 1778000 h 1778000"/>
                <a:gd name="connsiteX16" fmla="*/ 1499496 w 3309412"/>
                <a:gd name="connsiteY16" fmla="*/ 1761129 h 1778000"/>
                <a:gd name="connsiteX17" fmla="*/ 0 w 3309412"/>
                <a:gd name="connsiteY17" fmla="*/ 1718359 h 1778000"/>
                <a:gd name="connsiteX18" fmla="*/ 1444791 w 3309412"/>
                <a:gd name="connsiteY18" fmla="*/ 1659774 h 1778000"/>
                <a:gd name="connsiteX19" fmla="*/ 137054 w 3309412"/>
                <a:gd name="connsiteY19" fmla="*/ 1078597 h 1778000"/>
                <a:gd name="connsiteX20" fmla="*/ 1478620 w 3309412"/>
                <a:gd name="connsiteY20" fmla="*/ 1581150 h 1778000"/>
                <a:gd name="connsiteX21" fmla="*/ 479954 w 3309412"/>
                <a:gd name="connsiteY21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17480 w 3309412"/>
                <a:gd name="connsiteY4" fmla="*/ 1175995 h 1778000"/>
                <a:gd name="connsiteX5" fmla="*/ 1657881 w 3309412"/>
                <a:gd name="connsiteY5" fmla="*/ 0 h 1778000"/>
                <a:gd name="connsiteX6" fmla="*/ 1698791 w 3309412"/>
                <a:gd name="connsiteY6" fmla="*/ 1480546 h 1778000"/>
                <a:gd name="connsiteX7" fmla="*/ 2312462 w 3309412"/>
                <a:gd name="connsiteY7" fmla="*/ 110441 h 1778000"/>
                <a:gd name="connsiteX8" fmla="*/ 1778896 w 3309412"/>
                <a:gd name="connsiteY8" fmla="*/ 1518401 h 1778000"/>
                <a:gd name="connsiteX9" fmla="*/ 2867558 w 3309412"/>
                <a:gd name="connsiteY9" fmla="*/ 496203 h 1778000"/>
                <a:gd name="connsiteX10" fmla="*/ 1830792 w 3309412"/>
                <a:gd name="connsiteY10" fmla="*/ 1584325 h 1778000"/>
                <a:gd name="connsiteX11" fmla="*/ 3242208 w 3309412"/>
                <a:gd name="connsiteY11" fmla="*/ 1053197 h 1778000"/>
                <a:gd name="connsiteX12" fmla="*/ 1858271 w 3309412"/>
                <a:gd name="connsiteY12" fmla="*/ 1662949 h 1778000"/>
                <a:gd name="connsiteX13" fmla="*/ 3309412 w 3309412"/>
                <a:gd name="connsiteY13" fmla="*/ 1699309 h 1778000"/>
                <a:gd name="connsiteX14" fmla="*/ 1943266 w 3309412"/>
                <a:gd name="connsiteY14" fmla="*/ 1742079 h 1778000"/>
                <a:gd name="connsiteX15" fmla="*/ 1657881 w 3309412"/>
                <a:gd name="connsiteY15" fmla="*/ 1778000 h 1778000"/>
                <a:gd name="connsiteX16" fmla="*/ 1499496 w 3309412"/>
                <a:gd name="connsiteY16" fmla="*/ 1761129 h 1778000"/>
                <a:gd name="connsiteX17" fmla="*/ 0 w 3309412"/>
                <a:gd name="connsiteY17" fmla="*/ 1718359 h 1778000"/>
                <a:gd name="connsiteX18" fmla="*/ 1444791 w 3309412"/>
                <a:gd name="connsiteY18" fmla="*/ 1659774 h 1778000"/>
                <a:gd name="connsiteX19" fmla="*/ 137054 w 3309412"/>
                <a:gd name="connsiteY19" fmla="*/ 1078597 h 1778000"/>
                <a:gd name="connsiteX20" fmla="*/ 1478620 w 3309412"/>
                <a:gd name="connsiteY20" fmla="*/ 1581150 h 1778000"/>
                <a:gd name="connsiteX21" fmla="*/ 479954 w 3309412"/>
                <a:gd name="connsiteY21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10336 w 3309412"/>
                <a:gd name="connsiteY4" fmla="*/ 1216476 h 1778000"/>
                <a:gd name="connsiteX5" fmla="*/ 1657881 w 3309412"/>
                <a:gd name="connsiteY5" fmla="*/ 0 h 1778000"/>
                <a:gd name="connsiteX6" fmla="*/ 1698791 w 3309412"/>
                <a:gd name="connsiteY6" fmla="*/ 1480546 h 1778000"/>
                <a:gd name="connsiteX7" fmla="*/ 2312462 w 3309412"/>
                <a:gd name="connsiteY7" fmla="*/ 110441 h 1778000"/>
                <a:gd name="connsiteX8" fmla="*/ 1778896 w 3309412"/>
                <a:gd name="connsiteY8" fmla="*/ 1518401 h 1778000"/>
                <a:gd name="connsiteX9" fmla="*/ 2867558 w 3309412"/>
                <a:gd name="connsiteY9" fmla="*/ 496203 h 1778000"/>
                <a:gd name="connsiteX10" fmla="*/ 1830792 w 3309412"/>
                <a:gd name="connsiteY10" fmla="*/ 1584325 h 1778000"/>
                <a:gd name="connsiteX11" fmla="*/ 3242208 w 3309412"/>
                <a:gd name="connsiteY11" fmla="*/ 1053197 h 1778000"/>
                <a:gd name="connsiteX12" fmla="*/ 1858271 w 3309412"/>
                <a:gd name="connsiteY12" fmla="*/ 1662949 h 1778000"/>
                <a:gd name="connsiteX13" fmla="*/ 3309412 w 3309412"/>
                <a:gd name="connsiteY13" fmla="*/ 1699309 h 1778000"/>
                <a:gd name="connsiteX14" fmla="*/ 1943266 w 3309412"/>
                <a:gd name="connsiteY14" fmla="*/ 1742079 h 1778000"/>
                <a:gd name="connsiteX15" fmla="*/ 1657881 w 3309412"/>
                <a:gd name="connsiteY15" fmla="*/ 1778000 h 1778000"/>
                <a:gd name="connsiteX16" fmla="*/ 1499496 w 3309412"/>
                <a:gd name="connsiteY16" fmla="*/ 1761129 h 1778000"/>
                <a:gd name="connsiteX17" fmla="*/ 0 w 3309412"/>
                <a:gd name="connsiteY17" fmla="*/ 1718359 h 1778000"/>
                <a:gd name="connsiteX18" fmla="*/ 1444791 w 3309412"/>
                <a:gd name="connsiteY18" fmla="*/ 1659774 h 1778000"/>
                <a:gd name="connsiteX19" fmla="*/ 137054 w 3309412"/>
                <a:gd name="connsiteY19" fmla="*/ 1078597 h 1778000"/>
                <a:gd name="connsiteX20" fmla="*/ 1478620 w 3309412"/>
                <a:gd name="connsiteY20" fmla="*/ 1581150 h 1778000"/>
                <a:gd name="connsiteX21" fmla="*/ 479954 w 3309412"/>
                <a:gd name="connsiteY21" fmla="*/ 534303 h 1778000"/>
                <a:gd name="connsiteX0" fmla="*/ 479954 w 3309412"/>
                <a:gd name="connsiteY0" fmla="*/ 537148 h 1780845"/>
                <a:gd name="connsiteX1" fmla="*/ 1530516 w 3309412"/>
                <a:gd name="connsiteY1" fmla="*/ 1524421 h 1780845"/>
                <a:gd name="connsiteX2" fmla="*/ 1022350 w 3309412"/>
                <a:gd name="connsiteY2" fmla="*/ 189486 h 1780845"/>
                <a:gd name="connsiteX3" fmla="*/ 1607446 w 3309412"/>
                <a:gd name="connsiteY3" fmla="*/ 1489741 h 1780845"/>
                <a:gd name="connsiteX4" fmla="*/ 1610336 w 3309412"/>
                <a:gd name="connsiteY4" fmla="*/ 1219321 h 1780845"/>
                <a:gd name="connsiteX5" fmla="*/ 1586523 w 3309412"/>
                <a:gd name="connsiteY5" fmla="*/ 1121690 h 1780845"/>
                <a:gd name="connsiteX6" fmla="*/ 1657881 w 3309412"/>
                <a:gd name="connsiteY6" fmla="*/ 2845 h 1780845"/>
                <a:gd name="connsiteX7" fmla="*/ 1698791 w 3309412"/>
                <a:gd name="connsiteY7" fmla="*/ 1483391 h 1780845"/>
                <a:gd name="connsiteX8" fmla="*/ 2312462 w 3309412"/>
                <a:gd name="connsiteY8" fmla="*/ 113286 h 1780845"/>
                <a:gd name="connsiteX9" fmla="*/ 1778896 w 3309412"/>
                <a:gd name="connsiteY9" fmla="*/ 1521246 h 1780845"/>
                <a:gd name="connsiteX10" fmla="*/ 2867558 w 3309412"/>
                <a:gd name="connsiteY10" fmla="*/ 499048 h 1780845"/>
                <a:gd name="connsiteX11" fmla="*/ 1830792 w 3309412"/>
                <a:gd name="connsiteY11" fmla="*/ 1587170 h 1780845"/>
                <a:gd name="connsiteX12" fmla="*/ 3242208 w 3309412"/>
                <a:gd name="connsiteY12" fmla="*/ 1056042 h 1780845"/>
                <a:gd name="connsiteX13" fmla="*/ 1858271 w 3309412"/>
                <a:gd name="connsiteY13" fmla="*/ 1665794 h 1780845"/>
                <a:gd name="connsiteX14" fmla="*/ 3309412 w 3309412"/>
                <a:gd name="connsiteY14" fmla="*/ 1702154 h 1780845"/>
                <a:gd name="connsiteX15" fmla="*/ 1943266 w 3309412"/>
                <a:gd name="connsiteY15" fmla="*/ 1744924 h 1780845"/>
                <a:gd name="connsiteX16" fmla="*/ 1657881 w 3309412"/>
                <a:gd name="connsiteY16" fmla="*/ 1780845 h 1780845"/>
                <a:gd name="connsiteX17" fmla="*/ 1499496 w 3309412"/>
                <a:gd name="connsiteY17" fmla="*/ 1763974 h 1780845"/>
                <a:gd name="connsiteX18" fmla="*/ 0 w 3309412"/>
                <a:gd name="connsiteY18" fmla="*/ 1721204 h 1780845"/>
                <a:gd name="connsiteX19" fmla="*/ 1444791 w 3309412"/>
                <a:gd name="connsiteY19" fmla="*/ 1662619 h 1780845"/>
                <a:gd name="connsiteX20" fmla="*/ 137054 w 3309412"/>
                <a:gd name="connsiteY20" fmla="*/ 1081442 h 1780845"/>
                <a:gd name="connsiteX21" fmla="*/ 1478620 w 3309412"/>
                <a:gd name="connsiteY21" fmla="*/ 1583995 h 1780845"/>
                <a:gd name="connsiteX22" fmla="*/ 479954 w 3309412"/>
                <a:gd name="connsiteY22" fmla="*/ 537148 h 1780845"/>
                <a:gd name="connsiteX0" fmla="*/ 479954 w 3309412"/>
                <a:gd name="connsiteY0" fmla="*/ 537148 h 1780845"/>
                <a:gd name="connsiteX1" fmla="*/ 1530516 w 3309412"/>
                <a:gd name="connsiteY1" fmla="*/ 1524421 h 1780845"/>
                <a:gd name="connsiteX2" fmla="*/ 1022350 w 3309412"/>
                <a:gd name="connsiteY2" fmla="*/ 189486 h 1780845"/>
                <a:gd name="connsiteX3" fmla="*/ 1607446 w 3309412"/>
                <a:gd name="connsiteY3" fmla="*/ 1489741 h 1780845"/>
                <a:gd name="connsiteX4" fmla="*/ 1610336 w 3309412"/>
                <a:gd name="connsiteY4" fmla="*/ 1219321 h 1780845"/>
                <a:gd name="connsiteX5" fmla="*/ 1586523 w 3309412"/>
                <a:gd name="connsiteY5" fmla="*/ 1121690 h 1780845"/>
                <a:gd name="connsiteX6" fmla="*/ 1657881 w 3309412"/>
                <a:gd name="connsiteY6" fmla="*/ 2845 h 1780845"/>
                <a:gd name="connsiteX7" fmla="*/ 1698791 w 3309412"/>
                <a:gd name="connsiteY7" fmla="*/ 1483391 h 1780845"/>
                <a:gd name="connsiteX8" fmla="*/ 2312462 w 3309412"/>
                <a:gd name="connsiteY8" fmla="*/ 113286 h 1780845"/>
                <a:gd name="connsiteX9" fmla="*/ 1778896 w 3309412"/>
                <a:gd name="connsiteY9" fmla="*/ 1521246 h 1780845"/>
                <a:gd name="connsiteX10" fmla="*/ 2867558 w 3309412"/>
                <a:gd name="connsiteY10" fmla="*/ 499048 h 1780845"/>
                <a:gd name="connsiteX11" fmla="*/ 1830792 w 3309412"/>
                <a:gd name="connsiteY11" fmla="*/ 1587170 h 1780845"/>
                <a:gd name="connsiteX12" fmla="*/ 3242208 w 3309412"/>
                <a:gd name="connsiteY12" fmla="*/ 1056042 h 1780845"/>
                <a:gd name="connsiteX13" fmla="*/ 1858271 w 3309412"/>
                <a:gd name="connsiteY13" fmla="*/ 1665794 h 1780845"/>
                <a:gd name="connsiteX14" fmla="*/ 3309412 w 3309412"/>
                <a:gd name="connsiteY14" fmla="*/ 1702154 h 1780845"/>
                <a:gd name="connsiteX15" fmla="*/ 1943266 w 3309412"/>
                <a:gd name="connsiteY15" fmla="*/ 1744924 h 1780845"/>
                <a:gd name="connsiteX16" fmla="*/ 1657881 w 3309412"/>
                <a:gd name="connsiteY16" fmla="*/ 1780845 h 1780845"/>
                <a:gd name="connsiteX17" fmla="*/ 1499496 w 3309412"/>
                <a:gd name="connsiteY17" fmla="*/ 1763974 h 1780845"/>
                <a:gd name="connsiteX18" fmla="*/ 0 w 3309412"/>
                <a:gd name="connsiteY18" fmla="*/ 1721204 h 1780845"/>
                <a:gd name="connsiteX19" fmla="*/ 1444791 w 3309412"/>
                <a:gd name="connsiteY19" fmla="*/ 1662619 h 1780845"/>
                <a:gd name="connsiteX20" fmla="*/ 137054 w 3309412"/>
                <a:gd name="connsiteY20" fmla="*/ 1081442 h 1780845"/>
                <a:gd name="connsiteX21" fmla="*/ 1478620 w 3309412"/>
                <a:gd name="connsiteY21" fmla="*/ 1583995 h 1780845"/>
                <a:gd name="connsiteX22" fmla="*/ 479954 w 3309412"/>
                <a:gd name="connsiteY22" fmla="*/ 537148 h 1780845"/>
                <a:gd name="connsiteX0" fmla="*/ 479954 w 3309412"/>
                <a:gd name="connsiteY0" fmla="*/ 536678 h 1780375"/>
                <a:gd name="connsiteX1" fmla="*/ 1530516 w 3309412"/>
                <a:gd name="connsiteY1" fmla="*/ 1523951 h 1780375"/>
                <a:gd name="connsiteX2" fmla="*/ 1022350 w 3309412"/>
                <a:gd name="connsiteY2" fmla="*/ 189016 h 1780375"/>
                <a:gd name="connsiteX3" fmla="*/ 1607446 w 3309412"/>
                <a:gd name="connsiteY3" fmla="*/ 1489271 h 1780375"/>
                <a:gd name="connsiteX4" fmla="*/ 1610336 w 3309412"/>
                <a:gd name="connsiteY4" fmla="*/ 1218851 h 1780375"/>
                <a:gd name="connsiteX5" fmla="*/ 1586523 w 3309412"/>
                <a:gd name="connsiteY5" fmla="*/ 1121220 h 1780375"/>
                <a:gd name="connsiteX6" fmla="*/ 1657881 w 3309412"/>
                <a:gd name="connsiteY6" fmla="*/ 2375 h 1780375"/>
                <a:gd name="connsiteX7" fmla="*/ 1698791 w 3309412"/>
                <a:gd name="connsiteY7" fmla="*/ 1482921 h 1780375"/>
                <a:gd name="connsiteX8" fmla="*/ 2312462 w 3309412"/>
                <a:gd name="connsiteY8" fmla="*/ 112816 h 1780375"/>
                <a:gd name="connsiteX9" fmla="*/ 1778896 w 3309412"/>
                <a:gd name="connsiteY9" fmla="*/ 1520776 h 1780375"/>
                <a:gd name="connsiteX10" fmla="*/ 2867558 w 3309412"/>
                <a:gd name="connsiteY10" fmla="*/ 498578 h 1780375"/>
                <a:gd name="connsiteX11" fmla="*/ 1830792 w 3309412"/>
                <a:gd name="connsiteY11" fmla="*/ 1586700 h 1780375"/>
                <a:gd name="connsiteX12" fmla="*/ 3242208 w 3309412"/>
                <a:gd name="connsiteY12" fmla="*/ 1055572 h 1780375"/>
                <a:gd name="connsiteX13" fmla="*/ 1858271 w 3309412"/>
                <a:gd name="connsiteY13" fmla="*/ 1665324 h 1780375"/>
                <a:gd name="connsiteX14" fmla="*/ 3309412 w 3309412"/>
                <a:gd name="connsiteY14" fmla="*/ 1701684 h 1780375"/>
                <a:gd name="connsiteX15" fmla="*/ 1943266 w 3309412"/>
                <a:gd name="connsiteY15" fmla="*/ 1744454 h 1780375"/>
                <a:gd name="connsiteX16" fmla="*/ 1657881 w 3309412"/>
                <a:gd name="connsiteY16" fmla="*/ 1780375 h 1780375"/>
                <a:gd name="connsiteX17" fmla="*/ 1499496 w 3309412"/>
                <a:gd name="connsiteY17" fmla="*/ 1763504 h 1780375"/>
                <a:gd name="connsiteX18" fmla="*/ 0 w 3309412"/>
                <a:gd name="connsiteY18" fmla="*/ 1720734 h 1780375"/>
                <a:gd name="connsiteX19" fmla="*/ 1444791 w 3309412"/>
                <a:gd name="connsiteY19" fmla="*/ 1662149 h 1780375"/>
                <a:gd name="connsiteX20" fmla="*/ 137054 w 3309412"/>
                <a:gd name="connsiteY20" fmla="*/ 1080972 h 1780375"/>
                <a:gd name="connsiteX21" fmla="*/ 1478620 w 3309412"/>
                <a:gd name="connsiteY21" fmla="*/ 1583525 h 1780375"/>
                <a:gd name="connsiteX22" fmla="*/ 479954 w 3309412"/>
                <a:gd name="connsiteY22" fmla="*/ 536678 h 1780375"/>
                <a:gd name="connsiteX0" fmla="*/ 479954 w 3309412"/>
                <a:gd name="connsiteY0" fmla="*/ 536714 h 1780411"/>
                <a:gd name="connsiteX1" fmla="*/ 1530516 w 3309412"/>
                <a:gd name="connsiteY1" fmla="*/ 1523987 h 1780411"/>
                <a:gd name="connsiteX2" fmla="*/ 1022350 w 3309412"/>
                <a:gd name="connsiteY2" fmla="*/ 189052 h 1780411"/>
                <a:gd name="connsiteX3" fmla="*/ 1607446 w 3309412"/>
                <a:gd name="connsiteY3" fmla="*/ 1489307 h 1780411"/>
                <a:gd name="connsiteX4" fmla="*/ 1610336 w 3309412"/>
                <a:gd name="connsiteY4" fmla="*/ 1218887 h 1780411"/>
                <a:gd name="connsiteX5" fmla="*/ 1615098 w 3309412"/>
                <a:gd name="connsiteY5" fmla="*/ 1102206 h 1780411"/>
                <a:gd name="connsiteX6" fmla="*/ 1657881 w 3309412"/>
                <a:gd name="connsiteY6" fmla="*/ 2411 h 1780411"/>
                <a:gd name="connsiteX7" fmla="*/ 1698791 w 3309412"/>
                <a:gd name="connsiteY7" fmla="*/ 1482957 h 1780411"/>
                <a:gd name="connsiteX8" fmla="*/ 2312462 w 3309412"/>
                <a:gd name="connsiteY8" fmla="*/ 112852 h 1780411"/>
                <a:gd name="connsiteX9" fmla="*/ 1778896 w 3309412"/>
                <a:gd name="connsiteY9" fmla="*/ 1520812 h 1780411"/>
                <a:gd name="connsiteX10" fmla="*/ 2867558 w 3309412"/>
                <a:gd name="connsiteY10" fmla="*/ 498614 h 1780411"/>
                <a:gd name="connsiteX11" fmla="*/ 1830792 w 3309412"/>
                <a:gd name="connsiteY11" fmla="*/ 1586736 h 1780411"/>
                <a:gd name="connsiteX12" fmla="*/ 3242208 w 3309412"/>
                <a:gd name="connsiteY12" fmla="*/ 1055608 h 1780411"/>
                <a:gd name="connsiteX13" fmla="*/ 1858271 w 3309412"/>
                <a:gd name="connsiteY13" fmla="*/ 1665360 h 1780411"/>
                <a:gd name="connsiteX14" fmla="*/ 3309412 w 3309412"/>
                <a:gd name="connsiteY14" fmla="*/ 1701720 h 1780411"/>
                <a:gd name="connsiteX15" fmla="*/ 1943266 w 3309412"/>
                <a:gd name="connsiteY15" fmla="*/ 1744490 h 1780411"/>
                <a:gd name="connsiteX16" fmla="*/ 1657881 w 3309412"/>
                <a:gd name="connsiteY16" fmla="*/ 1780411 h 1780411"/>
                <a:gd name="connsiteX17" fmla="*/ 1499496 w 3309412"/>
                <a:gd name="connsiteY17" fmla="*/ 1763540 h 1780411"/>
                <a:gd name="connsiteX18" fmla="*/ 0 w 3309412"/>
                <a:gd name="connsiteY18" fmla="*/ 1720770 h 1780411"/>
                <a:gd name="connsiteX19" fmla="*/ 1444791 w 3309412"/>
                <a:gd name="connsiteY19" fmla="*/ 1662185 h 1780411"/>
                <a:gd name="connsiteX20" fmla="*/ 137054 w 3309412"/>
                <a:gd name="connsiteY20" fmla="*/ 1081008 h 1780411"/>
                <a:gd name="connsiteX21" fmla="*/ 1478620 w 3309412"/>
                <a:gd name="connsiteY21" fmla="*/ 1583561 h 1780411"/>
                <a:gd name="connsiteX22" fmla="*/ 479954 w 3309412"/>
                <a:gd name="connsiteY22" fmla="*/ 536714 h 1780411"/>
                <a:gd name="connsiteX0" fmla="*/ 479954 w 3309412"/>
                <a:gd name="connsiteY0" fmla="*/ 536714 h 1780411"/>
                <a:gd name="connsiteX1" fmla="*/ 1530516 w 3309412"/>
                <a:gd name="connsiteY1" fmla="*/ 1523987 h 1780411"/>
                <a:gd name="connsiteX2" fmla="*/ 1022350 w 3309412"/>
                <a:gd name="connsiteY2" fmla="*/ 189052 h 1780411"/>
                <a:gd name="connsiteX3" fmla="*/ 1607446 w 3309412"/>
                <a:gd name="connsiteY3" fmla="*/ 1489307 h 1780411"/>
                <a:gd name="connsiteX4" fmla="*/ 1610336 w 3309412"/>
                <a:gd name="connsiteY4" fmla="*/ 1218887 h 1780411"/>
                <a:gd name="connsiteX5" fmla="*/ 1615098 w 3309412"/>
                <a:gd name="connsiteY5" fmla="*/ 1102206 h 1780411"/>
                <a:gd name="connsiteX6" fmla="*/ 1657881 w 3309412"/>
                <a:gd name="connsiteY6" fmla="*/ 2411 h 1780411"/>
                <a:gd name="connsiteX7" fmla="*/ 1698791 w 3309412"/>
                <a:gd name="connsiteY7" fmla="*/ 1482957 h 1780411"/>
                <a:gd name="connsiteX8" fmla="*/ 2312462 w 3309412"/>
                <a:gd name="connsiteY8" fmla="*/ 112852 h 1780411"/>
                <a:gd name="connsiteX9" fmla="*/ 1778896 w 3309412"/>
                <a:gd name="connsiteY9" fmla="*/ 1520812 h 1780411"/>
                <a:gd name="connsiteX10" fmla="*/ 2867558 w 3309412"/>
                <a:gd name="connsiteY10" fmla="*/ 498614 h 1780411"/>
                <a:gd name="connsiteX11" fmla="*/ 1830792 w 3309412"/>
                <a:gd name="connsiteY11" fmla="*/ 1586736 h 1780411"/>
                <a:gd name="connsiteX12" fmla="*/ 3242208 w 3309412"/>
                <a:gd name="connsiteY12" fmla="*/ 1055608 h 1780411"/>
                <a:gd name="connsiteX13" fmla="*/ 1858271 w 3309412"/>
                <a:gd name="connsiteY13" fmla="*/ 1665360 h 1780411"/>
                <a:gd name="connsiteX14" fmla="*/ 3309412 w 3309412"/>
                <a:gd name="connsiteY14" fmla="*/ 1701720 h 1780411"/>
                <a:gd name="connsiteX15" fmla="*/ 1943266 w 3309412"/>
                <a:gd name="connsiteY15" fmla="*/ 1744490 h 1780411"/>
                <a:gd name="connsiteX16" fmla="*/ 1657881 w 3309412"/>
                <a:gd name="connsiteY16" fmla="*/ 1780411 h 1780411"/>
                <a:gd name="connsiteX17" fmla="*/ 1499496 w 3309412"/>
                <a:gd name="connsiteY17" fmla="*/ 1763540 h 1780411"/>
                <a:gd name="connsiteX18" fmla="*/ 0 w 3309412"/>
                <a:gd name="connsiteY18" fmla="*/ 1720770 h 1780411"/>
                <a:gd name="connsiteX19" fmla="*/ 1444791 w 3309412"/>
                <a:gd name="connsiteY19" fmla="*/ 1662185 h 1780411"/>
                <a:gd name="connsiteX20" fmla="*/ 137054 w 3309412"/>
                <a:gd name="connsiteY20" fmla="*/ 1081008 h 1780411"/>
                <a:gd name="connsiteX21" fmla="*/ 1478620 w 3309412"/>
                <a:gd name="connsiteY21" fmla="*/ 1583561 h 1780411"/>
                <a:gd name="connsiteX22" fmla="*/ 479954 w 3309412"/>
                <a:gd name="connsiteY22" fmla="*/ 536714 h 1780411"/>
                <a:gd name="connsiteX0" fmla="*/ 479954 w 3309412"/>
                <a:gd name="connsiteY0" fmla="*/ 536687 h 1780384"/>
                <a:gd name="connsiteX1" fmla="*/ 1530516 w 3309412"/>
                <a:gd name="connsiteY1" fmla="*/ 1523960 h 1780384"/>
                <a:gd name="connsiteX2" fmla="*/ 1022350 w 3309412"/>
                <a:gd name="connsiteY2" fmla="*/ 189025 h 1780384"/>
                <a:gd name="connsiteX3" fmla="*/ 1607446 w 3309412"/>
                <a:gd name="connsiteY3" fmla="*/ 1489280 h 1780384"/>
                <a:gd name="connsiteX4" fmla="*/ 1610336 w 3309412"/>
                <a:gd name="connsiteY4" fmla="*/ 1218860 h 1780384"/>
                <a:gd name="connsiteX5" fmla="*/ 1615098 w 3309412"/>
                <a:gd name="connsiteY5" fmla="*/ 1102179 h 1780384"/>
                <a:gd name="connsiteX6" fmla="*/ 1657881 w 3309412"/>
                <a:gd name="connsiteY6" fmla="*/ 2384 h 1780384"/>
                <a:gd name="connsiteX7" fmla="*/ 1698791 w 3309412"/>
                <a:gd name="connsiteY7" fmla="*/ 1482930 h 1780384"/>
                <a:gd name="connsiteX8" fmla="*/ 2312462 w 3309412"/>
                <a:gd name="connsiteY8" fmla="*/ 112825 h 1780384"/>
                <a:gd name="connsiteX9" fmla="*/ 1778896 w 3309412"/>
                <a:gd name="connsiteY9" fmla="*/ 1520785 h 1780384"/>
                <a:gd name="connsiteX10" fmla="*/ 2867558 w 3309412"/>
                <a:gd name="connsiteY10" fmla="*/ 498587 h 1780384"/>
                <a:gd name="connsiteX11" fmla="*/ 1830792 w 3309412"/>
                <a:gd name="connsiteY11" fmla="*/ 1586709 h 1780384"/>
                <a:gd name="connsiteX12" fmla="*/ 3242208 w 3309412"/>
                <a:gd name="connsiteY12" fmla="*/ 1055581 h 1780384"/>
                <a:gd name="connsiteX13" fmla="*/ 1858271 w 3309412"/>
                <a:gd name="connsiteY13" fmla="*/ 1665333 h 1780384"/>
                <a:gd name="connsiteX14" fmla="*/ 3309412 w 3309412"/>
                <a:gd name="connsiteY14" fmla="*/ 1701693 h 1780384"/>
                <a:gd name="connsiteX15" fmla="*/ 1943266 w 3309412"/>
                <a:gd name="connsiteY15" fmla="*/ 1744463 h 1780384"/>
                <a:gd name="connsiteX16" fmla="*/ 1657881 w 3309412"/>
                <a:gd name="connsiteY16" fmla="*/ 1780384 h 1780384"/>
                <a:gd name="connsiteX17" fmla="*/ 1499496 w 3309412"/>
                <a:gd name="connsiteY17" fmla="*/ 1763513 h 1780384"/>
                <a:gd name="connsiteX18" fmla="*/ 0 w 3309412"/>
                <a:gd name="connsiteY18" fmla="*/ 1720743 h 1780384"/>
                <a:gd name="connsiteX19" fmla="*/ 1444791 w 3309412"/>
                <a:gd name="connsiteY19" fmla="*/ 1662158 h 1780384"/>
                <a:gd name="connsiteX20" fmla="*/ 137054 w 3309412"/>
                <a:gd name="connsiteY20" fmla="*/ 1080981 h 1780384"/>
                <a:gd name="connsiteX21" fmla="*/ 1478620 w 3309412"/>
                <a:gd name="connsiteY21" fmla="*/ 1583534 h 1780384"/>
                <a:gd name="connsiteX22" fmla="*/ 479954 w 3309412"/>
                <a:gd name="connsiteY22" fmla="*/ 536687 h 1780384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10336 w 3309412"/>
                <a:gd name="connsiteY4" fmla="*/ 1218754 h 1780278"/>
                <a:gd name="connsiteX5" fmla="*/ 1619861 w 3309412"/>
                <a:gd name="connsiteY5" fmla="*/ 1159223 h 1780278"/>
                <a:gd name="connsiteX6" fmla="*/ 1657881 w 3309412"/>
                <a:gd name="connsiteY6" fmla="*/ 2278 h 1780278"/>
                <a:gd name="connsiteX7" fmla="*/ 1698791 w 3309412"/>
                <a:gd name="connsiteY7" fmla="*/ 1482824 h 1780278"/>
                <a:gd name="connsiteX8" fmla="*/ 2312462 w 3309412"/>
                <a:gd name="connsiteY8" fmla="*/ 112719 h 1780278"/>
                <a:gd name="connsiteX9" fmla="*/ 1778896 w 3309412"/>
                <a:gd name="connsiteY9" fmla="*/ 1520679 h 1780278"/>
                <a:gd name="connsiteX10" fmla="*/ 2867558 w 3309412"/>
                <a:gd name="connsiteY10" fmla="*/ 498481 h 1780278"/>
                <a:gd name="connsiteX11" fmla="*/ 1830792 w 3309412"/>
                <a:gd name="connsiteY11" fmla="*/ 1586603 h 1780278"/>
                <a:gd name="connsiteX12" fmla="*/ 3242208 w 3309412"/>
                <a:gd name="connsiteY12" fmla="*/ 1055475 h 1780278"/>
                <a:gd name="connsiteX13" fmla="*/ 1858271 w 3309412"/>
                <a:gd name="connsiteY13" fmla="*/ 1665227 h 1780278"/>
                <a:gd name="connsiteX14" fmla="*/ 3309412 w 3309412"/>
                <a:gd name="connsiteY14" fmla="*/ 1701587 h 1780278"/>
                <a:gd name="connsiteX15" fmla="*/ 1943266 w 3309412"/>
                <a:gd name="connsiteY15" fmla="*/ 1744357 h 1780278"/>
                <a:gd name="connsiteX16" fmla="*/ 1657881 w 3309412"/>
                <a:gd name="connsiteY16" fmla="*/ 1780278 h 1780278"/>
                <a:gd name="connsiteX17" fmla="*/ 1499496 w 3309412"/>
                <a:gd name="connsiteY17" fmla="*/ 1763407 h 1780278"/>
                <a:gd name="connsiteX18" fmla="*/ 0 w 3309412"/>
                <a:gd name="connsiteY18" fmla="*/ 1720637 h 1780278"/>
                <a:gd name="connsiteX19" fmla="*/ 1444791 w 3309412"/>
                <a:gd name="connsiteY19" fmla="*/ 1662052 h 1780278"/>
                <a:gd name="connsiteX20" fmla="*/ 137054 w 3309412"/>
                <a:gd name="connsiteY20" fmla="*/ 1080875 h 1780278"/>
                <a:gd name="connsiteX21" fmla="*/ 1478620 w 3309412"/>
                <a:gd name="connsiteY21" fmla="*/ 1583428 h 1780278"/>
                <a:gd name="connsiteX22" fmla="*/ 479954 w 3309412"/>
                <a:gd name="connsiteY22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619861 w 3309412"/>
                <a:gd name="connsiteY5" fmla="*/ 1159223 h 1780278"/>
                <a:gd name="connsiteX6" fmla="*/ 1657881 w 3309412"/>
                <a:gd name="connsiteY6" fmla="*/ 2278 h 1780278"/>
                <a:gd name="connsiteX7" fmla="*/ 1698791 w 3309412"/>
                <a:gd name="connsiteY7" fmla="*/ 1482824 h 1780278"/>
                <a:gd name="connsiteX8" fmla="*/ 2312462 w 3309412"/>
                <a:gd name="connsiteY8" fmla="*/ 112719 h 1780278"/>
                <a:gd name="connsiteX9" fmla="*/ 1778896 w 3309412"/>
                <a:gd name="connsiteY9" fmla="*/ 1520679 h 1780278"/>
                <a:gd name="connsiteX10" fmla="*/ 2867558 w 3309412"/>
                <a:gd name="connsiteY10" fmla="*/ 498481 h 1780278"/>
                <a:gd name="connsiteX11" fmla="*/ 1830792 w 3309412"/>
                <a:gd name="connsiteY11" fmla="*/ 1586603 h 1780278"/>
                <a:gd name="connsiteX12" fmla="*/ 3242208 w 3309412"/>
                <a:gd name="connsiteY12" fmla="*/ 1055475 h 1780278"/>
                <a:gd name="connsiteX13" fmla="*/ 1858271 w 3309412"/>
                <a:gd name="connsiteY13" fmla="*/ 1665227 h 1780278"/>
                <a:gd name="connsiteX14" fmla="*/ 3309412 w 3309412"/>
                <a:gd name="connsiteY14" fmla="*/ 1701587 h 1780278"/>
                <a:gd name="connsiteX15" fmla="*/ 1943266 w 3309412"/>
                <a:gd name="connsiteY15" fmla="*/ 1744357 h 1780278"/>
                <a:gd name="connsiteX16" fmla="*/ 1657881 w 3309412"/>
                <a:gd name="connsiteY16" fmla="*/ 1780278 h 1780278"/>
                <a:gd name="connsiteX17" fmla="*/ 1499496 w 3309412"/>
                <a:gd name="connsiteY17" fmla="*/ 1763407 h 1780278"/>
                <a:gd name="connsiteX18" fmla="*/ 0 w 3309412"/>
                <a:gd name="connsiteY18" fmla="*/ 1720637 h 1780278"/>
                <a:gd name="connsiteX19" fmla="*/ 1444791 w 3309412"/>
                <a:gd name="connsiteY19" fmla="*/ 1662052 h 1780278"/>
                <a:gd name="connsiteX20" fmla="*/ 137054 w 3309412"/>
                <a:gd name="connsiteY20" fmla="*/ 1080875 h 1780278"/>
                <a:gd name="connsiteX21" fmla="*/ 1478620 w 3309412"/>
                <a:gd name="connsiteY21" fmla="*/ 1583428 h 1780278"/>
                <a:gd name="connsiteX22" fmla="*/ 479954 w 3309412"/>
                <a:gd name="connsiteY22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619861 w 3309412"/>
                <a:gd name="connsiteY5" fmla="*/ 1159223 h 1780278"/>
                <a:gd name="connsiteX6" fmla="*/ 1657881 w 3309412"/>
                <a:gd name="connsiteY6" fmla="*/ 2278 h 1780278"/>
                <a:gd name="connsiteX7" fmla="*/ 1698791 w 3309412"/>
                <a:gd name="connsiteY7" fmla="*/ 1482824 h 1780278"/>
                <a:gd name="connsiteX8" fmla="*/ 2312462 w 3309412"/>
                <a:gd name="connsiteY8" fmla="*/ 112719 h 1780278"/>
                <a:gd name="connsiteX9" fmla="*/ 1778896 w 3309412"/>
                <a:gd name="connsiteY9" fmla="*/ 1520679 h 1780278"/>
                <a:gd name="connsiteX10" fmla="*/ 2867558 w 3309412"/>
                <a:gd name="connsiteY10" fmla="*/ 498481 h 1780278"/>
                <a:gd name="connsiteX11" fmla="*/ 1830792 w 3309412"/>
                <a:gd name="connsiteY11" fmla="*/ 1586603 h 1780278"/>
                <a:gd name="connsiteX12" fmla="*/ 3242208 w 3309412"/>
                <a:gd name="connsiteY12" fmla="*/ 1055475 h 1780278"/>
                <a:gd name="connsiteX13" fmla="*/ 1858271 w 3309412"/>
                <a:gd name="connsiteY13" fmla="*/ 1665227 h 1780278"/>
                <a:gd name="connsiteX14" fmla="*/ 3309412 w 3309412"/>
                <a:gd name="connsiteY14" fmla="*/ 1701587 h 1780278"/>
                <a:gd name="connsiteX15" fmla="*/ 1943266 w 3309412"/>
                <a:gd name="connsiteY15" fmla="*/ 1744357 h 1780278"/>
                <a:gd name="connsiteX16" fmla="*/ 1657881 w 3309412"/>
                <a:gd name="connsiteY16" fmla="*/ 1780278 h 1780278"/>
                <a:gd name="connsiteX17" fmla="*/ 1499496 w 3309412"/>
                <a:gd name="connsiteY17" fmla="*/ 1763407 h 1780278"/>
                <a:gd name="connsiteX18" fmla="*/ 0 w 3309412"/>
                <a:gd name="connsiteY18" fmla="*/ 1720637 h 1780278"/>
                <a:gd name="connsiteX19" fmla="*/ 1444791 w 3309412"/>
                <a:gd name="connsiteY19" fmla="*/ 1662052 h 1780278"/>
                <a:gd name="connsiteX20" fmla="*/ 137054 w 3309412"/>
                <a:gd name="connsiteY20" fmla="*/ 1080875 h 1780278"/>
                <a:gd name="connsiteX21" fmla="*/ 1478620 w 3309412"/>
                <a:gd name="connsiteY21" fmla="*/ 1583428 h 1780278"/>
                <a:gd name="connsiteX22" fmla="*/ 479954 w 3309412"/>
                <a:gd name="connsiteY22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41280 w 3309412"/>
                <a:gd name="connsiteY5" fmla="*/ 1230660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29374 w 3309412"/>
                <a:gd name="connsiteY5" fmla="*/ 1211610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6518 w 3309412"/>
                <a:gd name="connsiteY5" fmla="*/ 980629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17468 w 3309412"/>
                <a:gd name="connsiteY5" fmla="*/ 102587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17468 w 3309412"/>
                <a:gd name="connsiteY5" fmla="*/ 102587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17468 w 3309412"/>
                <a:gd name="connsiteY5" fmla="*/ 102587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17468 w 3309412"/>
                <a:gd name="connsiteY5" fmla="*/ 102587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22230 w 3309412"/>
                <a:gd name="connsiteY5" fmla="*/ 1256855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209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209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3680 w 3309412"/>
                <a:gd name="connsiteY8" fmla="*/ 1252091 h 1780278"/>
                <a:gd name="connsiteX9" fmla="*/ 1698791 w 3309412"/>
                <a:gd name="connsiteY9" fmla="*/ 1482824 h 1780278"/>
                <a:gd name="connsiteX10" fmla="*/ 2312462 w 3309412"/>
                <a:gd name="connsiteY10" fmla="*/ 112719 h 1780278"/>
                <a:gd name="connsiteX11" fmla="*/ 1778896 w 3309412"/>
                <a:gd name="connsiteY11" fmla="*/ 1520679 h 1780278"/>
                <a:gd name="connsiteX12" fmla="*/ 2867558 w 3309412"/>
                <a:gd name="connsiteY12" fmla="*/ 498481 h 1780278"/>
                <a:gd name="connsiteX13" fmla="*/ 1830792 w 3309412"/>
                <a:gd name="connsiteY13" fmla="*/ 1586603 h 1780278"/>
                <a:gd name="connsiteX14" fmla="*/ 3242208 w 3309412"/>
                <a:gd name="connsiteY14" fmla="*/ 1055475 h 1780278"/>
                <a:gd name="connsiteX15" fmla="*/ 1858271 w 3309412"/>
                <a:gd name="connsiteY15" fmla="*/ 1665227 h 1780278"/>
                <a:gd name="connsiteX16" fmla="*/ 3309412 w 3309412"/>
                <a:gd name="connsiteY16" fmla="*/ 1701587 h 1780278"/>
                <a:gd name="connsiteX17" fmla="*/ 1943266 w 3309412"/>
                <a:gd name="connsiteY17" fmla="*/ 1744357 h 1780278"/>
                <a:gd name="connsiteX18" fmla="*/ 1657881 w 3309412"/>
                <a:gd name="connsiteY18" fmla="*/ 1780278 h 1780278"/>
                <a:gd name="connsiteX19" fmla="*/ 1499496 w 3309412"/>
                <a:gd name="connsiteY19" fmla="*/ 1763407 h 1780278"/>
                <a:gd name="connsiteX20" fmla="*/ 0 w 3309412"/>
                <a:gd name="connsiteY20" fmla="*/ 1720637 h 1780278"/>
                <a:gd name="connsiteX21" fmla="*/ 1444791 w 3309412"/>
                <a:gd name="connsiteY21" fmla="*/ 1662052 h 1780278"/>
                <a:gd name="connsiteX22" fmla="*/ 137054 w 3309412"/>
                <a:gd name="connsiteY22" fmla="*/ 1080875 h 1780278"/>
                <a:gd name="connsiteX23" fmla="*/ 1478620 w 3309412"/>
                <a:gd name="connsiteY23" fmla="*/ 1583428 h 1780278"/>
                <a:gd name="connsiteX24" fmla="*/ 479954 w 3309412"/>
                <a:gd name="connsiteY24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693680 w 3309412"/>
                <a:gd name="connsiteY9" fmla="*/ 1252091 h 1780278"/>
                <a:gd name="connsiteX10" fmla="*/ 1698791 w 3309412"/>
                <a:gd name="connsiteY10" fmla="*/ 1482824 h 1780278"/>
                <a:gd name="connsiteX11" fmla="*/ 2312462 w 3309412"/>
                <a:gd name="connsiteY11" fmla="*/ 112719 h 1780278"/>
                <a:gd name="connsiteX12" fmla="*/ 1778896 w 3309412"/>
                <a:gd name="connsiteY12" fmla="*/ 1520679 h 1780278"/>
                <a:gd name="connsiteX13" fmla="*/ 2867558 w 3309412"/>
                <a:gd name="connsiteY13" fmla="*/ 498481 h 1780278"/>
                <a:gd name="connsiteX14" fmla="*/ 1830792 w 3309412"/>
                <a:gd name="connsiteY14" fmla="*/ 1586603 h 1780278"/>
                <a:gd name="connsiteX15" fmla="*/ 3242208 w 3309412"/>
                <a:gd name="connsiteY15" fmla="*/ 1055475 h 1780278"/>
                <a:gd name="connsiteX16" fmla="*/ 1858271 w 3309412"/>
                <a:gd name="connsiteY16" fmla="*/ 1665227 h 1780278"/>
                <a:gd name="connsiteX17" fmla="*/ 3309412 w 3309412"/>
                <a:gd name="connsiteY17" fmla="*/ 1701587 h 1780278"/>
                <a:gd name="connsiteX18" fmla="*/ 1943266 w 3309412"/>
                <a:gd name="connsiteY18" fmla="*/ 1744357 h 1780278"/>
                <a:gd name="connsiteX19" fmla="*/ 1657881 w 3309412"/>
                <a:gd name="connsiteY19" fmla="*/ 1780278 h 1780278"/>
                <a:gd name="connsiteX20" fmla="*/ 1499496 w 3309412"/>
                <a:gd name="connsiteY20" fmla="*/ 1763407 h 1780278"/>
                <a:gd name="connsiteX21" fmla="*/ 0 w 3309412"/>
                <a:gd name="connsiteY21" fmla="*/ 1720637 h 1780278"/>
                <a:gd name="connsiteX22" fmla="*/ 1444791 w 3309412"/>
                <a:gd name="connsiteY22" fmla="*/ 1662052 h 1780278"/>
                <a:gd name="connsiteX23" fmla="*/ 137054 w 3309412"/>
                <a:gd name="connsiteY23" fmla="*/ 1080875 h 1780278"/>
                <a:gd name="connsiteX24" fmla="*/ 1478620 w 3309412"/>
                <a:gd name="connsiteY24" fmla="*/ 1583428 h 1780278"/>
                <a:gd name="connsiteX25" fmla="*/ 479954 w 3309412"/>
                <a:gd name="connsiteY25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693680 w 3309412"/>
                <a:gd name="connsiteY9" fmla="*/ 1252091 h 1780278"/>
                <a:gd name="connsiteX10" fmla="*/ 1698791 w 3309412"/>
                <a:gd name="connsiteY10" fmla="*/ 1482824 h 1780278"/>
                <a:gd name="connsiteX11" fmla="*/ 2312462 w 3309412"/>
                <a:gd name="connsiteY11" fmla="*/ 112719 h 1780278"/>
                <a:gd name="connsiteX12" fmla="*/ 1778896 w 3309412"/>
                <a:gd name="connsiteY12" fmla="*/ 1520679 h 1780278"/>
                <a:gd name="connsiteX13" fmla="*/ 2867558 w 3309412"/>
                <a:gd name="connsiteY13" fmla="*/ 498481 h 1780278"/>
                <a:gd name="connsiteX14" fmla="*/ 1830792 w 3309412"/>
                <a:gd name="connsiteY14" fmla="*/ 1586603 h 1780278"/>
                <a:gd name="connsiteX15" fmla="*/ 3242208 w 3309412"/>
                <a:gd name="connsiteY15" fmla="*/ 1055475 h 1780278"/>
                <a:gd name="connsiteX16" fmla="*/ 1858271 w 3309412"/>
                <a:gd name="connsiteY16" fmla="*/ 1665227 h 1780278"/>
                <a:gd name="connsiteX17" fmla="*/ 3309412 w 3309412"/>
                <a:gd name="connsiteY17" fmla="*/ 1701587 h 1780278"/>
                <a:gd name="connsiteX18" fmla="*/ 1943266 w 3309412"/>
                <a:gd name="connsiteY18" fmla="*/ 1744357 h 1780278"/>
                <a:gd name="connsiteX19" fmla="*/ 1657881 w 3309412"/>
                <a:gd name="connsiteY19" fmla="*/ 1780278 h 1780278"/>
                <a:gd name="connsiteX20" fmla="*/ 1499496 w 3309412"/>
                <a:gd name="connsiteY20" fmla="*/ 1763407 h 1780278"/>
                <a:gd name="connsiteX21" fmla="*/ 0 w 3309412"/>
                <a:gd name="connsiteY21" fmla="*/ 1720637 h 1780278"/>
                <a:gd name="connsiteX22" fmla="*/ 1444791 w 3309412"/>
                <a:gd name="connsiteY22" fmla="*/ 1662052 h 1780278"/>
                <a:gd name="connsiteX23" fmla="*/ 137054 w 3309412"/>
                <a:gd name="connsiteY23" fmla="*/ 1080875 h 1780278"/>
                <a:gd name="connsiteX24" fmla="*/ 1478620 w 3309412"/>
                <a:gd name="connsiteY24" fmla="*/ 1583428 h 1780278"/>
                <a:gd name="connsiteX25" fmla="*/ 479954 w 3309412"/>
                <a:gd name="connsiteY25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693680 w 3309412"/>
                <a:gd name="connsiteY9" fmla="*/ 1252091 h 1780278"/>
                <a:gd name="connsiteX10" fmla="*/ 1698791 w 3309412"/>
                <a:gd name="connsiteY10" fmla="*/ 1482824 h 1780278"/>
                <a:gd name="connsiteX11" fmla="*/ 2312462 w 3309412"/>
                <a:gd name="connsiteY11" fmla="*/ 112719 h 1780278"/>
                <a:gd name="connsiteX12" fmla="*/ 1778896 w 3309412"/>
                <a:gd name="connsiteY12" fmla="*/ 1520679 h 1780278"/>
                <a:gd name="connsiteX13" fmla="*/ 2867558 w 3309412"/>
                <a:gd name="connsiteY13" fmla="*/ 498481 h 1780278"/>
                <a:gd name="connsiteX14" fmla="*/ 1830792 w 3309412"/>
                <a:gd name="connsiteY14" fmla="*/ 1586603 h 1780278"/>
                <a:gd name="connsiteX15" fmla="*/ 3242208 w 3309412"/>
                <a:gd name="connsiteY15" fmla="*/ 1055475 h 1780278"/>
                <a:gd name="connsiteX16" fmla="*/ 1858271 w 3309412"/>
                <a:gd name="connsiteY16" fmla="*/ 1665227 h 1780278"/>
                <a:gd name="connsiteX17" fmla="*/ 3309412 w 3309412"/>
                <a:gd name="connsiteY17" fmla="*/ 1701587 h 1780278"/>
                <a:gd name="connsiteX18" fmla="*/ 1943266 w 3309412"/>
                <a:gd name="connsiteY18" fmla="*/ 1744357 h 1780278"/>
                <a:gd name="connsiteX19" fmla="*/ 1657881 w 3309412"/>
                <a:gd name="connsiteY19" fmla="*/ 1780278 h 1780278"/>
                <a:gd name="connsiteX20" fmla="*/ 1499496 w 3309412"/>
                <a:gd name="connsiteY20" fmla="*/ 1763407 h 1780278"/>
                <a:gd name="connsiteX21" fmla="*/ 0 w 3309412"/>
                <a:gd name="connsiteY21" fmla="*/ 1720637 h 1780278"/>
                <a:gd name="connsiteX22" fmla="*/ 1444791 w 3309412"/>
                <a:gd name="connsiteY22" fmla="*/ 1662052 h 1780278"/>
                <a:gd name="connsiteX23" fmla="*/ 137054 w 3309412"/>
                <a:gd name="connsiteY23" fmla="*/ 1080875 h 1780278"/>
                <a:gd name="connsiteX24" fmla="*/ 1478620 w 3309412"/>
                <a:gd name="connsiteY24" fmla="*/ 1583428 h 1780278"/>
                <a:gd name="connsiteX25" fmla="*/ 479954 w 3309412"/>
                <a:gd name="connsiteY25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693680 w 3309412"/>
                <a:gd name="connsiteY9" fmla="*/ 1252091 h 1780278"/>
                <a:gd name="connsiteX10" fmla="*/ 1698791 w 3309412"/>
                <a:gd name="connsiteY10" fmla="*/ 1482824 h 1780278"/>
                <a:gd name="connsiteX11" fmla="*/ 2312462 w 3309412"/>
                <a:gd name="connsiteY11" fmla="*/ 112719 h 1780278"/>
                <a:gd name="connsiteX12" fmla="*/ 1778896 w 3309412"/>
                <a:gd name="connsiteY12" fmla="*/ 1520679 h 1780278"/>
                <a:gd name="connsiteX13" fmla="*/ 2867558 w 3309412"/>
                <a:gd name="connsiteY13" fmla="*/ 498481 h 1780278"/>
                <a:gd name="connsiteX14" fmla="*/ 1830792 w 3309412"/>
                <a:gd name="connsiteY14" fmla="*/ 1586603 h 1780278"/>
                <a:gd name="connsiteX15" fmla="*/ 3242208 w 3309412"/>
                <a:gd name="connsiteY15" fmla="*/ 1055475 h 1780278"/>
                <a:gd name="connsiteX16" fmla="*/ 1858271 w 3309412"/>
                <a:gd name="connsiteY16" fmla="*/ 1665227 h 1780278"/>
                <a:gd name="connsiteX17" fmla="*/ 3309412 w 3309412"/>
                <a:gd name="connsiteY17" fmla="*/ 1701587 h 1780278"/>
                <a:gd name="connsiteX18" fmla="*/ 1943266 w 3309412"/>
                <a:gd name="connsiteY18" fmla="*/ 1744357 h 1780278"/>
                <a:gd name="connsiteX19" fmla="*/ 1657881 w 3309412"/>
                <a:gd name="connsiteY19" fmla="*/ 1780278 h 1780278"/>
                <a:gd name="connsiteX20" fmla="*/ 1499496 w 3309412"/>
                <a:gd name="connsiteY20" fmla="*/ 1763407 h 1780278"/>
                <a:gd name="connsiteX21" fmla="*/ 0 w 3309412"/>
                <a:gd name="connsiteY21" fmla="*/ 1720637 h 1780278"/>
                <a:gd name="connsiteX22" fmla="*/ 1444791 w 3309412"/>
                <a:gd name="connsiteY22" fmla="*/ 1662052 h 1780278"/>
                <a:gd name="connsiteX23" fmla="*/ 137054 w 3309412"/>
                <a:gd name="connsiteY23" fmla="*/ 1080875 h 1780278"/>
                <a:gd name="connsiteX24" fmla="*/ 1478620 w 3309412"/>
                <a:gd name="connsiteY24" fmla="*/ 1583428 h 1780278"/>
                <a:gd name="connsiteX25" fmla="*/ 479954 w 3309412"/>
                <a:gd name="connsiteY25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693680 w 3309412"/>
                <a:gd name="connsiteY9" fmla="*/ 1252091 h 1780278"/>
                <a:gd name="connsiteX10" fmla="*/ 1698791 w 3309412"/>
                <a:gd name="connsiteY10" fmla="*/ 1482824 h 1780278"/>
                <a:gd name="connsiteX11" fmla="*/ 2312462 w 3309412"/>
                <a:gd name="connsiteY11" fmla="*/ 112719 h 1780278"/>
                <a:gd name="connsiteX12" fmla="*/ 1778896 w 3309412"/>
                <a:gd name="connsiteY12" fmla="*/ 1520679 h 1780278"/>
                <a:gd name="connsiteX13" fmla="*/ 2867558 w 3309412"/>
                <a:gd name="connsiteY13" fmla="*/ 498481 h 1780278"/>
                <a:gd name="connsiteX14" fmla="*/ 1830792 w 3309412"/>
                <a:gd name="connsiteY14" fmla="*/ 1586603 h 1780278"/>
                <a:gd name="connsiteX15" fmla="*/ 3242208 w 3309412"/>
                <a:gd name="connsiteY15" fmla="*/ 1055475 h 1780278"/>
                <a:gd name="connsiteX16" fmla="*/ 1858271 w 3309412"/>
                <a:gd name="connsiteY16" fmla="*/ 1665227 h 1780278"/>
                <a:gd name="connsiteX17" fmla="*/ 3309412 w 3309412"/>
                <a:gd name="connsiteY17" fmla="*/ 1701587 h 1780278"/>
                <a:gd name="connsiteX18" fmla="*/ 1943266 w 3309412"/>
                <a:gd name="connsiteY18" fmla="*/ 1744357 h 1780278"/>
                <a:gd name="connsiteX19" fmla="*/ 1657881 w 3309412"/>
                <a:gd name="connsiteY19" fmla="*/ 1780278 h 1780278"/>
                <a:gd name="connsiteX20" fmla="*/ 1499496 w 3309412"/>
                <a:gd name="connsiteY20" fmla="*/ 1763407 h 1780278"/>
                <a:gd name="connsiteX21" fmla="*/ 0 w 3309412"/>
                <a:gd name="connsiteY21" fmla="*/ 1720637 h 1780278"/>
                <a:gd name="connsiteX22" fmla="*/ 1444791 w 3309412"/>
                <a:gd name="connsiteY22" fmla="*/ 1662052 h 1780278"/>
                <a:gd name="connsiteX23" fmla="*/ 137054 w 3309412"/>
                <a:gd name="connsiteY23" fmla="*/ 1080875 h 1780278"/>
                <a:gd name="connsiteX24" fmla="*/ 1478620 w 3309412"/>
                <a:gd name="connsiteY24" fmla="*/ 1583428 h 1780278"/>
                <a:gd name="connsiteX25" fmla="*/ 479954 w 3309412"/>
                <a:gd name="connsiteY25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49698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56841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49697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53211 w 3309412"/>
                <a:gd name="connsiteY9" fmla="*/ 1218754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74642 w 3309412"/>
                <a:gd name="connsiteY9" fmla="*/ 1254473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74642 w 3309412"/>
                <a:gd name="connsiteY9" fmla="*/ 1254473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74642 w 3309412"/>
                <a:gd name="connsiteY9" fmla="*/ 1254473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74642 w 3309412"/>
                <a:gd name="connsiteY9" fmla="*/ 1254473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74642 w 3309412"/>
                <a:gd name="connsiteY9" fmla="*/ 1254473 h 1780278"/>
                <a:gd name="connsiteX10" fmla="*/ 1693680 w 3309412"/>
                <a:gd name="connsiteY10" fmla="*/ 1261616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309412" h="1780278">
                  <a:moveTo>
                    <a:pt x="479954" y="536581"/>
                  </a:moveTo>
                  <a:lnTo>
                    <a:pt x="1530516" y="1523854"/>
                  </a:lnTo>
                  <a:lnTo>
                    <a:pt x="1022350" y="188919"/>
                  </a:lnTo>
                  <a:lnTo>
                    <a:pt x="1607446" y="1489174"/>
                  </a:lnTo>
                  <a:cubicBezTo>
                    <a:pt x="1609203" y="1385540"/>
                    <a:pt x="1613341" y="1253332"/>
                    <a:pt x="1603192" y="1263998"/>
                  </a:cubicBezTo>
                  <a:cubicBezTo>
                    <a:pt x="1613199" y="1259807"/>
                    <a:pt x="1531358" y="1257648"/>
                    <a:pt x="1534136" y="1254474"/>
                  </a:cubicBezTo>
                  <a:cubicBezTo>
                    <a:pt x="1534532" y="1248919"/>
                    <a:pt x="1619081" y="1155197"/>
                    <a:pt x="1619861" y="1159223"/>
                  </a:cubicBezTo>
                  <a:cubicBezTo>
                    <a:pt x="1620641" y="1175551"/>
                    <a:pt x="1644329" y="-59990"/>
                    <a:pt x="1657881" y="2278"/>
                  </a:cubicBezTo>
                  <a:cubicBezTo>
                    <a:pt x="1669787" y="-2882"/>
                    <a:pt x="1687714" y="1172376"/>
                    <a:pt x="1686536" y="1166366"/>
                  </a:cubicBezTo>
                  <a:cubicBezTo>
                    <a:pt x="1689723" y="1176628"/>
                    <a:pt x="1773451" y="1252886"/>
                    <a:pt x="1774642" y="1254473"/>
                  </a:cubicBezTo>
                  <a:cubicBezTo>
                    <a:pt x="1773451" y="1260822"/>
                    <a:pt x="1697193" y="1268007"/>
                    <a:pt x="1693680" y="1261616"/>
                  </a:cubicBezTo>
                  <a:cubicBezTo>
                    <a:pt x="1690621" y="1264708"/>
                    <a:pt x="1697087" y="1405913"/>
                    <a:pt x="1698791" y="1482824"/>
                  </a:cubicBezTo>
                  <a:lnTo>
                    <a:pt x="2312462" y="112719"/>
                  </a:lnTo>
                  <a:lnTo>
                    <a:pt x="1778896" y="1520679"/>
                  </a:lnTo>
                  <a:lnTo>
                    <a:pt x="2867558" y="498481"/>
                  </a:lnTo>
                  <a:lnTo>
                    <a:pt x="1830792" y="1586603"/>
                  </a:lnTo>
                  <a:lnTo>
                    <a:pt x="3242208" y="1055475"/>
                  </a:lnTo>
                  <a:lnTo>
                    <a:pt x="1858271" y="1665227"/>
                  </a:lnTo>
                  <a:lnTo>
                    <a:pt x="3309412" y="1701587"/>
                  </a:lnTo>
                  <a:lnTo>
                    <a:pt x="1943266" y="1744357"/>
                  </a:lnTo>
                  <a:lnTo>
                    <a:pt x="1657881" y="1780278"/>
                  </a:lnTo>
                  <a:lnTo>
                    <a:pt x="1499496" y="1763407"/>
                  </a:lnTo>
                  <a:lnTo>
                    <a:pt x="0" y="1720637"/>
                  </a:lnTo>
                  <a:lnTo>
                    <a:pt x="1444791" y="1662052"/>
                  </a:lnTo>
                  <a:lnTo>
                    <a:pt x="137054" y="1080875"/>
                  </a:lnTo>
                  <a:lnTo>
                    <a:pt x="1478620" y="1583428"/>
                  </a:lnTo>
                  <a:lnTo>
                    <a:pt x="479954" y="536581"/>
                  </a:lnTo>
                  <a:close/>
                </a:path>
              </a:pathLst>
            </a:custGeom>
            <a:solidFill>
              <a:srgbClr val="F5EFE1"/>
            </a:solidFill>
            <a:ln w="19050">
              <a:solidFill>
                <a:srgbClr val="BBA0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A565C945-5C3F-6B2D-D4DD-743459A127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43814" y="2143126"/>
              <a:ext cx="501650" cy="490538"/>
            </a:xfrm>
            <a:prstGeom prst="ellipse">
              <a:avLst/>
            </a:prstGeom>
            <a:solidFill>
              <a:srgbClr val="F5EFE1"/>
            </a:solidFill>
            <a:ln w="19050">
              <a:solidFill>
                <a:srgbClr val="BBA0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Diagrama de flujo: retraso 21">
              <a:extLst>
                <a:ext uri="{FF2B5EF4-FFF2-40B4-BE49-F238E27FC236}">
                  <a16:creationId xmlns:a16="http://schemas.microsoft.com/office/drawing/2014/main" id="{E2228244-E211-AD9B-82A4-AD24B468FA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899758" y="2868670"/>
              <a:ext cx="2597671" cy="2150290"/>
            </a:xfrm>
            <a:custGeom>
              <a:avLst/>
              <a:gdLst>
                <a:gd name="connsiteX0" fmla="*/ 0 w 2597581"/>
                <a:gd name="connsiteY0" fmla="*/ 0 h 2138037"/>
                <a:gd name="connsiteX1" fmla="*/ 1298791 w 2597581"/>
                <a:gd name="connsiteY1" fmla="*/ 0 h 2138037"/>
                <a:gd name="connsiteX2" fmla="*/ 2597582 w 2597581"/>
                <a:gd name="connsiteY2" fmla="*/ 1069019 h 2138037"/>
                <a:gd name="connsiteX3" fmla="*/ 1298791 w 2597581"/>
                <a:gd name="connsiteY3" fmla="*/ 2138038 h 2138037"/>
                <a:gd name="connsiteX4" fmla="*/ 0 w 2597581"/>
                <a:gd name="connsiteY4" fmla="*/ 2138037 h 2138037"/>
                <a:gd name="connsiteX5" fmla="*/ 0 w 2597581"/>
                <a:gd name="connsiteY5" fmla="*/ 0 h 2138037"/>
                <a:gd name="connsiteX0" fmla="*/ 0 w 2601103"/>
                <a:gd name="connsiteY0" fmla="*/ 4762 h 2142800"/>
                <a:gd name="connsiteX1" fmla="*/ 1560729 w 2601103"/>
                <a:gd name="connsiteY1" fmla="*/ 0 h 2142800"/>
                <a:gd name="connsiteX2" fmla="*/ 2597582 w 2601103"/>
                <a:gd name="connsiteY2" fmla="*/ 1073781 h 2142800"/>
                <a:gd name="connsiteX3" fmla="*/ 1298791 w 2601103"/>
                <a:gd name="connsiteY3" fmla="*/ 2142800 h 2142800"/>
                <a:gd name="connsiteX4" fmla="*/ 0 w 2601103"/>
                <a:gd name="connsiteY4" fmla="*/ 2142799 h 2142800"/>
                <a:gd name="connsiteX5" fmla="*/ 0 w 2601103"/>
                <a:gd name="connsiteY5" fmla="*/ 4762 h 2142800"/>
                <a:gd name="connsiteX0" fmla="*/ 0 w 2597638"/>
                <a:gd name="connsiteY0" fmla="*/ 4762 h 2161850"/>
                <a:gd name="connsiteX1" fmla="*/ 1560729 w 2597638"/>
                <a:gd name="connsiteY1" fmla="*/ 0 h 2161850"/>
                <a:gd name="connsiteX2" fmla="*/ 2597582 w 2597638"/>
                <a:gd name="connsiteY2" fmla="*/ 1073781 h 2161850"/>
                <a:gd name="connsiteX3" fmla="*/ 1589307 w 2597638"/>
                <a:gd name="connsiteY3" fmla="*/ 2161850 h 2161850"/>
                <a:gd name="connsiteX4" fmla="*/ 0 w 2597638"/>
                <a:gd name="connsiteY4" fmla="*/ 2142799 h 2161850"/>
                <a:gd name="connsiteX5" fmla="*/ 0 w 2597638"/>
                <a:gd name="connsiteY5" fmla="*/ 4762 h 2161850"/>
                <a:gd name="connsiteX0" fmla="*/ 0 w 2597620"/>
                <a:gd name="connsiteY0" fmla="*/ 4762 h 2142799"/>
                <a:gd name="connsiteX1" fmla="*/ 1560729 w 2597620"/>
                <a:gd name="connsiteY1" fmla="*/ 0 h 2142799"/>
                <a:gd name="connsiteX2" fmla="*/ 2597582 w 2597620"/>
                <a:gd name="connsiteY2" fmla="*/ 1073781 h 2142799"/>
                <a:gd name="connsiteX3" fmla="*/ 1584545 w 2597620"/>
                <a:gd name="connsiteY3" fmla="*/ 2138037 h 2142799"/>
                <a:gd name="connsiteX4" fmla="*/ 0 w 2597620"/>
                <a:gd name="connsiteY4" fmla="*/ 2142799 h 2142799"/>
                <a:gd name="connsiteX5" fmla="*/ 0 w 2597620"/>
                <a:gd name="connsiteY5" fmla="*/ 4762 h 2142799"/>
                <a:gd name="connsiteX0" fmla="*/ 0 w 2597620"/>
                <a:gd name="connsiteY0" fmla="*/ 4762 h 2148194"/>
                <a:gd name="connsiteX1" fmla="*/ 1560729 w 2597620"/>
                <a:gd name="connsiteY1" fmla="*/ 0 h 2148194"/>
                <a:gd name="connsiteX2" fmla="*/ 2597582 w 2597620"/>
                <a:gd name="connsiteY2" fmla="*/ 1073781 h 2148194"/>
                <a:gd name="connsiteX3" fmla="*/ 1584545 w 2597620"/>
                <a:gd name="connsiteY3" fmla="*/ 2138037 h 2148194"/>
                <a:gd name="connsiteX4" fmla="*/ 0 w 2597620"/>
                <a:gd name="connsiteY4" fmla="*/ 2142799 h 2148194"/>
                <a:gd name="connsiteX5" fmla="*/ 0 w 2597620"/>
                <a:gd name="connsiteY5" fmla="*/ 4762 h 2148194"/>
                <a:gd name="connsiteX0" fmla="*/ 0 w 2597659"/>
                <a:gd name="connsiteY0" fmla="*/ 4762 h 2148194"/>
                <a:gd name="connsiteX1" fmla="*/ 1560729 w 2597659"/>
                <a:gd name="connsiteY1" fmla="*/ 0 h 2148194"/>
                <a:gd name="connsiteX2" fmla="*/ 2597582 w 2597659"/>
                <a:gd name="connsiteY2" fmla="*/ 1073781 h 2148194"/>
                <a:gd name="connsiteX3" fmla="*/ 1594070 w 2597659"/>
                <a:gd name="connsiteY3" fmla="*/ 2138037 h 2148194"/>
                <a:gd name="connsiteX4" fmla="*/ 0 w 2597659"/>
                <a:gd name="connsiteY4" fmla="*/ 2142799 h 2148194"/>
                <a:gd name="connsiteX5" fmla="*/ 0 w 2597659"/>
                <a:gd name="connsiteY5" fmla="*/ 4762 h 2148194"/>
                <a:gd name="connsiteX0" fmla="*/ 0 w 2597659"/>
                <a:gd name="connsiteY0" fmla="*/ 4762 h 2142799"/>
                <a:gd name="connsiteX1" fmla="*/ 1560729 w 2597659"/>
                <a:gd name="connsiteY1" fmla="*/ 0 h 2142799"/>
                <a:gd name="connsiteX2" fmla="*/ 2597582 w 2597659"/>
                <a:gd name="connsiteY2" fmla="*/ 1073781 h 2142799"/>
                <a:gd name="connsiteX3" fmla="*/ 1594070 w 2597659"/>
                <a:gd name="connsiteY3" fmla="*/ 2138037 h 2142799"/>
                <a:gd name="connsiteX4" fmla="*/ 0 w 2597659"/>
                <a:gd name="connsiteY4" fmla="*/ 2142799 h 2142799"/>
                <a:gd name="connsiteX5" fmla="*/ 0 w 2597659"/>
                <a:gd name="connsiteY5" fmla="*/ 4762 h 2142799"/>
                <a:gd name="connsiteX0" fmla="*/ 0 w 2597659"/>
                <a:gd name="connsiteY0" fmla="*/ 4762 h 2150290"/>
                <a:gd name="connsiteX1" fmla="*/ 1560729 w 2597659"/>
                <a:gd name="connsiteY1" fmla="*/ 0 h 2150290"/>
                <a:gd name="connsiteX2" fmla="*/ 2597582 w 2597659"/>
                <a:gd name="connsiteY2" fmla="*/ 1073781 h 2150290"/>
                <a:gd name="connsiteX3" fmla="*/ 1594070 w 2597659"/>
                <a:gd name="connsiteY3" fmla="*/ 2138037 h 2150290"/>
                <a:gd name="connsiteX4" fmla="*/ 0 w 2597659"/>
                <a:gd name="connsiteY4" fmla="*/ 2142799 h 2150290"/>
                <a:gd name="connsiteX5" fmla="*/ 0 w 2597659"/>
                <a:gd name="connsiteY5" fmla="*/ 4762 h 2150290"/>
                <a:gd name="connsiteX0" fmla="*/ 0 w 2597671"/>
                <a:gd name="connsiteY0" fmla="*/ 4762 h 2150290"/>
                <a:gd name="connsiteX1" fmla="*/ 1560729 w 2597671"/>
                <a:gd name="connsiteY1" fmla="*/ 0 h 2150290"/>
                <a:gd name="connsiteX2" fmla="*/ 2597582 w 2597671"/>
                <a:gd name="connsiteY2" fmla="*/ 1073781 h 2150290"/>
                <a:gd name="connsiteX3" fmla="*/ 1594070 w 2597671"/>
                <a:gd name="connsiteY3" fmla="*/ 2138037 h 2150290"/>
                <a:gd name="connsiteX4" fmla="*/ 0 w 2597671"/>
                <a:gd name="connsiteY4" fmla="*/ 2142799 h 2150290"/>
                <a:gd name="connsiteX5" fmla="*/ 0 w 2597671"/>
                <a:gd name="connsiteY5" fmla="*/ 4762 h 2150290"/>
                <a:gd name="connsiteX0" fmla="*/ 0 w 2597671"/>
                <a:gd name="connsiteY0" fmla="*/ 4762 h 2150290"/>
                <a:gd name="connsiteX1" fmla="*/ 1560729 w 2597671"/>
                <a:gd name="connsiteY1" fmla="*/ 0 h 2150290"/>
                <a:gd name="connsiteX2" fmla="*/ 2597582 w 2597671"/>
                <a:gd name="connsiteY2" fmla="*/ 1073781 h 2150290"/>
                <a:gd name="connsiteX3" fmla="*/ 1594070 w 2597671"/>
                <a:gd name="connsiteY3" fmla="*/ 2138037 h 2150290"/>
                <a:gd name="connsiteX4" fmla="*/ 0 w 2597671"/>
                <a:gd name="connsiteY4" fmla="*/ 2142799 h 2150290"/>
                <a:gd name="connsiteX5" fmla="*/ 0 w 2597671"/>
                <a:gd name="connsiteY5" fmla="*/ 4762 h 2150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7671" h="2150290">
                  <a:moveTo>
                    <a:pt x="0" y="4762"/>
                  </a:moveTo>
                  <a:lnTo>
                    <a:pt x="1560729" y="0"/>
                  </a:lnTo>
                  <a:cubicBezTo>
                    <a:pt x="2292322" y="0"/>
                    <a:pt x="2592025" y="717442"/>
                    <a:pt x="2597582" y="1073781"/>
                  </a:cubicBezTo>
                  <a:cubicBezTo>
                    <a:pt x="2603139" y="1430120"/>
                    <a:pt x="2349475" y="2138037"/>
                    <a:pt x="1594070" y="2138037"/>
                  </a:cubicBezTo>
                  <a:cubicBezTo>
                    <a:pt x="1062713" y="2163437"/>
                    <a:pt x="531357" y="2141212"/>
                    <a:pt x="0" y="2142799"/>
                  </a:cubicBezTo>
                  <a:lnTo>
                    <a:pt x="0" y="4762"/>
                  </a:lnTo>
                  <a:close/>
                </a:path>
              </a:pathLst>
            </a:custGeom>
            <a:solidFill>
              <a:srgbClr val="F5EFE1"/>
            </a:solidFill>
            <a:ln w="19050">
              <a:solidFill>
                <a:srgbClr val="BBA0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>
                <a:lnSpc>
                  <a:spcPct val="200000"/>
                </a:lnSpc>
              </a:pPr>
              <a:r>
                <a:rPr lang="es-ES" sz="7200" dirty="0">
                  <a:solidFill>
                    <a:srgbClr val="B49739"/>
                  </a:solidFill>
                  <a:latin typeface="Georgia" panose="02040502050405020303" pitchFamily="18" charset="0"/>
                </a:rPr>
                <a:t>01</a:t>
              </a:r>
              <a:endParaRPr lang="es-CO" sz="7200" dirty="0">
                <a:solidFill>
                  <a:srgbClr val="B49739"/>
                </a:solidFill>
                <a:latin typeface="Georgia" panose="02040502050405020303" pitchFamily="18" charset="0"/>
              </a:endParaRPr>
            </a:p>
          </p:txBody>
        </p:sp>
      </p:grpSp>
      <p:sp>
        <p:nvSpPr>
          <p:cNvPr id="24" name="Diagrama de flujo: preparación 23">
            <a:extLst>
              <a:ext uri="{FF2B5EF4-FFF2-40B4-BE49-F238E27FC236}">
                <a16:creationId xmlns:a16="http://schemas.microsoft.com/office/drawing/2014/main" id="{9B77320D-D9C9-B95C-7E00-887C3902B847}"/>
              </a:ext>
            </a:extLst>
          </p:cNvPr>
          <p:cNvSpPr/>
          <p:nvPr/>
        </p:nvSpPr>
        <p:spPr>
          <a:xfrm>
            <a:off x="2715410" y="3085848"/>
            <a:ext cx="6570477" cy="1301513"/>
          </a:xfrm>
          <a:custGeom>
            <a:avLst/>
            <a:gdLst>
              <a:gd name="connsiteX0" fmla="*/ 0 w 10000"/>
              <a:gd name="connsiteY0" fmla="*/ 5000 h 10000"/>
              <a:gd name="connsiteX1" fmla="*/ 2000 w 10000"/>
              <a:gd name="connsiteY1" fmla="*/ 0 h 10000"/>
              <a:gd name="connsiteX2" fmla="*/ 8000 w 10000"/>
              <a:gd name="connsiteY2" fmla="*/ 0 h 10000"/>
              <a:gd name="connsiteX3" fmla="*/ 10000 w 10000"/>
              <a:gd name="connsiteY3" fmla="*/ 5000 h 10000"/>
              <a:gd name="connsiteX4" fmla="*/ 8000 w 10000"/>
              <a:gd name="connsiteY4" fmla="*/ 10000 h 10000"/>
              <a:gd name="connsiteX5" fmla="*/ 2000 w 10000"/>
              <a:gd name="connsiteY5" fmla="*/ 10000 h 10000"/>
              <a:gd name="connsiteX6" fmla="*/ 0 w 10000"/>
              <a:gd name="connsiteY6" fmla="*/ 5000 h 10000"/>
              <a:gd name="connsiteX0" fmla="*/ 1646 w 8000"/>
              <a:gd name="connsiteY0" fmla="*/ 5100 h 10000"/>
              <a:gd name="connsiteX1" fmla="*/ 0 w 8000"/>
              <a:gd name="connsiteY1" fmla="*/ 0 h 10000"/>
              <a:gd name="connsiteX2" fmla="*/ 6000 w 8000"/>
              <a:gd name="connsiteY2" fmla="*/ 0 h 10000"/>
              <a:gd name="connsiteX3" fmla="*/ 8000 w 8000"/>
              <a:gd name="connsiteY3" fmla="*/ 5000 h 10000"/>
              <a:gd name="connsiteX4" fmla="*/ 6000 w 8000"/>
              <a:gd name="connsiteY4" fmla="*/ 10000 h 10000"/>
              <a:gd name="connsiteX5" fmla="*/ 0 w 8000"/>
              <a:gd name="connsiteY5" fmla="*/ 10000 h 10000"/>
              <a:gd name="connsiteX6" fmla="*/ 1646 w 8000"/>
              <a:gd name="connsiteY6" fmla="*/ 5100 h 10000"/>
              <a:gd name="connsiteX0" fmla="*/ 2058 w 7500"/>
              <a:gd name="connsiteY0" fmla="*/ 5100 h 10000"/>
              <a:gd name="connsiteX1" fmla="*/ 0 w 7500"/>
              <a:gd name="connsiteY1" fmla="*/ 0 h 10000"/>
              <a:gd name="connsiteX2" fmla="*/ 7500 w 7500"/>
              <a:gd name="connsiteY2" fmla="*/ 0 h 10000"/>
              <a:gd name="connsiteX3" fmla="*/ 6703 w 7500"/>
              <a:gd name="connsiteY3" fmla="*/ 5601 h 10000"/>
              <a:gd name="connsiteX4" fmla="*/ 7500 w 7500"/>
              <a:gd name="connsiteY4" fmla="*/ 10000 h 10000"/>
              <a:gd name="connsiteX5" fmla="*/ 0 w 7500"/>
              <a:gd name="connsiteY5" fmla="*/ 10000 h 10000"/>
              <a:gd name="connsiteX6" fmla="*/ 2058 w 7500"/>
              <a:gd name="connsiteY6" fmla="*/ 5100 h 10000"/>
              <a:gd name="connsiteX0" fmla="*/ 1344 w 10000"/>
              <a:gd name="connsiteY0" fmla="*/ 51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937 w 10000"/>
              <a:gd name="connsiteY3" fmla="*/ 5601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1344 w 10000"/>
              <a:gd name="connsiteY6" fmla="*/ 5100 h 10000"/>
              <a:gd name="connsiteX0" fmla="*/ 1344 w 10000"/>
              <a:gd name="connsiteY0" fmla="*/ 51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853 w 10000"/>
              <a:gd name="connsiteY3" fmla="*/ 52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1344 w 10000"/>
              <a:gd name="connsiteY6" fmla="*/ 5100 h 10000"/>
              <a:gd name="connsiteX0" fmla="*/ 1260 w 10000"/>
              <a:gd name="connsiteY0" fmla="*/ 52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853 w 10000"/>
              <a:gd name="connsiteY3" fmla="*/ 52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1260 w 10000"/>
              <a:gd name="connsiteY6" fmla="*/ 5200 h 10000"/>
              <a:gd name="connsiteX0" fmla="*/ 1260 w 10000"/>
              <a:gd name="connsiteY0" fmla="*/ 52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9077 w 10000"/>
              <a:gd name="connsiteY3" fmla="*/ 54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1260 w 10000"/>
              <a:gd name="connsiteY6" fmla="*/ 5200 h 10000"/>
              <a:gd name="connsiteX0" fmla="*/ 952 w 10000"/>
              <a:gd name="connsiteY0" fmla="*/ 52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9077 w 10000"/>
              <a:gd name="connsiteY3" fmla="*/ 54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952 w 10000"/>
              <a:gd name="connsiteY6" fmla="*/ 5200 h 10000"/>
              <a:gd name="connsiteX0" fmla="*/ 952 w 10000"/>
              <a:gd name="connsiteY0" fmla="*/ 52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9161 w 10000"/>
              <a:gd name="connsiteY3" fmla="*/ 52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952 w 10000"/>
              <a:gd name="connsiteY6" fmla="*/ 5200 h 10000"/>
              <a:gd name="connsiteX0" fmla="*/ 840 w 10000"/>
              <a:gd name="connsiteY0" fmla="*/ 53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9161 w 10000"/>
              <a:gd name="connsiteY3" fmla="*/ 52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840 w 10000"/>
              <a:gd name="connsiteY6" fmla="*/ 53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0">
                <a:moveTo>
                  <a:pt x="840" y="5300"/>
                </a:moveTo>
                <a:lnTo>
                  <a:pt x="0" y="0"/>
                </a:lnTo>
                <a:lnTo>
                  <a:pt x="10000" y="0"/>
                </a:lnTo>
                <a:lnTo>
                  <a:pt x="9161" y="5200"/>
                </a:lnTo>
                <a:lnTo>
                  <a:pt x="10000" y="10000"/>
                </a:lnTo>
                <a:lnTo>
                  <a:pt x="0" y="10000"/>
                </a:lnTo>
                <a:lnTo>
                  <a:pt x="840" y="5300"/>
                </a:lnTo>
                <a:close/>
              </a:path>
            </a:pathLst>
          </a:custGeom>
          <a:solidFill>
            <a:srgbClr val="F5EFE1"/>
          </a:solidFill>
          <a:ln w="19050">
            <a:solidFill>
              <a:srgbClr val="BB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5400" b="1" i="0" dirty="0">
                <a:solidFill>
                  <a:srgbClr val="B49739"/>
                </a:solidFill>
                <a:latin typeface="Georgia"/>
              </a:rPr>
              <a:t>Presentación</a:t>
            </a:r>
            <a:endParaRPr lang="es-ES" sz="6000" b="1" i="0" dirty="0">
              <a:solidFill>
                <a:srgbClr val="B49739"/>
              </a:solidFill>
              <a:latin typeface="Georgia"/>
            </a:endParaRPr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7E0219A8-73A3-06EE-5E43-A232C7403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1186" y="221841"/>
            <a:ext cx="1507874" cy="15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8639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622" y="1431881"/>
            <a:ext cx="6198072" cy="1569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3200" b="1" i="0" dirty="0">
                <a:solidFill>
                  <a:srgbClr val="B49739"/>
                </a:solidFill>
                <a:latin typeface="Georgia"/>
              </a:rPr>
              <a:t>Grupo de Investigación en Multimedia Interactiva y Animación Digital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03853"/>
          </a:solidFill>
          <a:ln>
            <a:solidFill>
              <a:srgbClr val="B03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39829"/>
            <a:ext cx="1888659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O" sz="1000" b="1" i="0" dirty="0">
                <a:solidFill>
                  <a:srgbClr val="B03853"/>
                </a:solidFill>
                <a:latin typeface="Arial"/>
              </a:rPr>
              <a:t>MULTIMEDIA INTERACTIVA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704" y="3620250"/>
            <a:ext cx="5126838" cy="1569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El grupo de investigación Multimedia Interactiva tiene como visión ofrecer soluciones al mercado compitiendo con soluciones nacionales y extranjeras mediante propuestas tecnológicas innovadoras con apoyo de la industria y centros de investigaciones que aborden aspectos relacionados con multimedia.</a:t>
            </a:r>
            <a:endParaRPr lang="es-ES" sz="16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3131154"/>
            <a:ext cx="3108960" cy="25400"/>
          </a:xfrm>
          <a:prstGeom prst="rect">
            <a:avLst/>
          </a:prstGeom>
          <a:solidFill>
            <a:srgbClr val="B03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15D4A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6472090"/>
            <a:ext cx="6417141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1000" b="1" i="0" dirty="0">
                <a:solidFill>
                  <a:srgbClr val="B03853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7E988588-76FC-21E1-ACE9-6AE9A65C993E}"/>
              </a:ext>
            </a:extLst>
          </p:cNvPr>
          <p:cNvGrpSpPr/>
          <p:nvPr/>
        </p:nvGrpSpPr>
        <p:grpSpPr>
          <a:xfrm>
            <a:off x="7818120" y="731520"/>
            <a:ext cx="3337560" cy="5349240"/>
            <a:chOff x="7818120" y="731520"/>
            <a:chExt cx="3337560" cy="5349240"/>
          </a:xfrm>
        </p:grpSpPr>
        <p:sp>
          <p:nvSpPr>
            <p:cNvPr id="8" name="Rectangle 7"/>
            <p:cNvSpPr/>
            <p:nvPr/>
          </p:nvSpPr>
          <p:spPr>
            <a:xfrm>
              <a:off x="7818120" y="731520"/>
              <a:ext cx="3337560" cy="5349240"/>
            </a:xfrm>
            <a:prstGeom prst="rect">
              <a:avLst/>
            </a:prstGeom>
            <a:solidFill>
              <a:srgbClr val="B49739"/>
            </a:solidFill>
            <a:ln>
              <a:solidFill>
                <a:srgbClr val="B4973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B49739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8275320" y="1188720"/>
              <a:ext cx="2423160" cy="4434840"/>
            </a:xfrm>
            <a:prstGeom prst="rect">
              <a:avLst/>
            </a:prstGeom>
            <a:solidFill>
              <a:srgbClr val="F5EFE1"/>
            </a:solidFill>
            <a:ln>
              <a:solidFill>
                <a:srgbClr val="F5EF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549640" y="1529387"/>
            <a:ext cx="551754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 i="0" dirty="0">
                <a:solidFill>
                  <a:srgbClr val="B03853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4342" y="4097834"/>
            <a:ext cx="2004706" cy="11695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1400" b="0" i="0" dirty="0">
                <a:solidFill>
                  <a:srgbClr val="69655D"/>
                </a:solidFill>
                <a:latin typeface="Arial"/>
              </a:rPr>
              <a:t>Reconocimiento y clasificación </a:t>
            </a:r>
            <a:r>
              <a:rPr lang="es-ES" sz="1400" b="1" i="0" dirty="0">
                <a:solidFill>
                  <a:srgbClr val="C00000"/>
                </a:solidFill>
                <a:latin typeface="Arial"/>
              </a:rPr>
              <a:t>“A”</a:t>
            </a:r>
            <a:r>
              <a:rPr lang="es-ES" sz="1400" b="0" i="0" dirty="0">
                <a:solidFill>
                  <a:srgbClr val="69655D"/>
                </a:solidFill>
                <a:latin typeface="Arial"/>
              </a:rPr>
              <a:t> </a:t>
            </a:r>
          </a:p>
          <a:p>
            <a:pPr algn="ctr"/>
            <a:r>
              <a:rPr lang="es-ES" sz="1400" b="0" i="0" dirty="0">
                <a:solidFill>
                  <a:srgbClr val="69655D"/>
                </a:solidFill>
                <a:latin typeface="Arial"/>
              </a:rPr>
              <a:t>en la Convocatoria </a:t>
            </a:r>
            <a:r>
              <a:rPr lang="es-ES" sz="1400" b="0" i="0" dirty="0" err="1">
                <a:solidFill>
                  <a:srgbClr val="C00000"/>
                </a:solidFill>
                <a:latin typeface="Arial"/>
              </a:rPr>
              <a:t>MinCiencias</a:t>
            </a:r>
            <a:r>
              <a:rPr lang="es-ES" sz="1400" b="0" i="0" dirty="0">
                <a:solidFill>
                  <a:srgbClr val="69655D"/>
                </a:solidFill>
                <a:latin typeface="Arial"/>
              </a:rPr>
              <a:t> </a:t>
            </a:r>
            <a:r>
              <a:rPr lang="es-ES" sz="1400" b="0" i="0" dirty="0">
                <a:solidFill>
                  <a:srgbClr val="C00000"/>
                </a:solidFill>
                <a:latin typeface="Arial"/>
              </a:rPr>
              <a:t>931 </a:t>
            </a:r>
          </a:p>
          <a:p>
            <a:pPr algn="ctr"/>
            <a:r>
              <a:rPr lang="es-ES" sz="1400" b="0" i="0" dirty="0">
                <a:solidFill>
                  <a:srgbClr val="C00000"/>
                </a:solidFill>
                <a:latin typeface="Arial"/>
              </a:rPr>
              <a:t>del año 2024</a:t>
            </a:r>
          </a:p>
        </p:txBody>
      </p:sp>
      <p:pic>
        <p:nvPicPr>
          <p:cNvPr id="15" name="Google Shape;109;p3">
            <a:extLst>
              <a:ext uri="{FF2B5EF4-FFF2-40B4-BE49-F238E27FC236}">
                <a16:creationId xmlns:a16="http://schemas.microsoft.com/office/drawing/2014/main" id="{214F210F-D852-E3DF-FAE0-C865F890FEC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39679" y="2088439"/>
            <a:ext cx="2137396" cy="1826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90396"/>
            <a:ext cx="519694" cy="4308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 i="0" dirty="0">
                <a:solidFill>
                  <a:srgbClr val="B49739"/>
                </a:solidFill>
                <a:latin typeface="Georgia"/>
              </a:rPr>
              <a:t>0</a:t>
            </a:r>
            <a:r>
              <a:rPr lang="es-CO" sz="2200" b="1" dirty="0">
                <a:solidFill>
                  <a:srgbClr val="B49739"/>
                </a:solidFill>
                <a:latin typeface="Georgia"/>
              </a:rPr>
              <a:t>1</a:t>
            </a:r>
            <a:endParaRPr sz="2200" b="1" i="0" dirty="0">
              <a:solidFill>
                <a:srgbClr val="B49739"/>
              </a:solidFill>
              <a:latin typeface="Georg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376362"/>
            <a:ext cx="3315331" cy="738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4200" b="1" i="0" dirty="0">
                <a:solidFill>
                  <a:srgbClr val="B03853"/>
                </a:solidFill>
                <a:latin typeface="Georgia"/>
              </a:rPr>
              <a:t>DIRECTOR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44509"/>
            <a:ext cx="3794760" cy="25400"/>
          </a:xfrm>
          <a:prstGeom prst="rect">
            <a:avLst/>
          </a:prstGeom>
          <a:solidFill>
            <a:srgbClr val="B49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76177" y="3736096"/>
            <a:ext cx="3090621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Paulo Alonso</a:t>
            </a:r>
          </a:p>
          <a:p>
            <a:pPr algn="l"/>
            <a:r>
              <a:rPr lang="es-ES"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Gaona-García, PhD</a:t>
            </a:r>
          </a:p>
        </p:txBody>
      </p:sp>
      <p:sp>
        <p:nvSpPr>
          <p:cNvPr id="6" name="Rectangle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B49739"/>
          </a:solidFill>
          <a:ln>
            <a:solidFill>
              <a:srgbClr val="B497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10933" y="5645744"/>
            <a:ext cx="1968285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1000" b="1" i="0" dirty="0">
                <a:solidFill>
                  <a:srgbClr val="FFFFFF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86B84581-DD2F-7810-8EC2-AF8957522D8B}"/>
              </a:ext>
            </a:extLst>
          </p:cNvPr>
          <p:cNvSpPr txBox="1"/>
          <p:nvPr/>
        </p:nvSpPr>
        <p:spPr>
          <a:xfrm>
            <a:off x="685800" y="539829"/>
            <a:ext cx="1888659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O" sz="1000" b="1" i="0" dirty="0">
                <a:solidFill>
                  <a:srgbClr val="B49739"/>
                </a:solidFill>
                <a:latin typeface="Arial"/>
              </a:rPr>
              <a:t>MULTIMEDIA INTERACTIVA</a:t>
            </a:r>
          </a:p>
        </p:txBody>
      </p:sp>
      <p:pic>
        <p:nvPicPr>
          <p:cNvPr id="10" name="Picture 10" descr="Universidad Distrital | LAUD">
            <a:extLst>
              <a:ext uri="{FF2B5EF4-FFF2-40B4-BE49-F238E27FC236}">
                <a16:creationId xmlns:a16="http://schemas.microsoft.com/office/drawing/2014/main" id="{87B31532-40DD-4B8E-2CBA-5F48E262D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195" y="276278"/>
            <a:ext cx="1501761" cy="15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oogle Shape;120;p4" descr="https://media.licdn.com/dms/image/C4D03AQEtRdYjgD84CA/profile-displayphoto-shrink_200_200/0?e=1530399600&amp;v=beta&amp;t=DtFFfx6Kb8-Gma3RMnxdqGFf2spI65U8cHtmfvh-d84">
            <a:extLst>
              <a:ext uri="{FF2B5EF4-FFF2-40B4-BE49-F238E27FC236}">
                <a16:creationId xmlns:a16="http://schemas.microsoft.com/office/drawing/2014/main" id="{4F230D35-32D9-B9CD-EE82-85729EB5DB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631" y="2553650"/>
            <a:ext cx="2295768" cy="2295768"/>
          </a:xfrm>
          <a:prstGeom prst="snip2DiagRect">
            <a:avLst/>
          </a:prstGeom>
          <a:noFill/>
          <a:ln>
            <a:noFill/>
          </a:ln>
        </p:spPr>
      </p:pic>
      <p:sp>
        <p:nvSpPr>
          <p:cNvPr id="13" name="TextBox 4">
            <a:extLst>
              <a:ext uri="{FF2B5EF4-FFF2-40B4-BE49-F238E27FC236}">
                <a16:creationId xmlns:a16="http://schemas.microsoft.com/office/drawing/2014/main" id="{B1FCAF13-0717-F59A-6292-6125E2E89216}"/>
              </a:ext>
            </a:extLst>
          </p:cNvPr>
          <p:cNvSpPr txBox="1"/>
          <p:nvPr/>
        </p:nvSpPr>
        <p:spPr>
          <a:xfrm>
            <a:off x="3292418" y="4318158"/>
            <a:ext cx="3668452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b="1" i="0" dirty="0">
                <a:solidFill>
                  <a:srgbClr val="B03853"/>
                </a:solidFill>
                <a:latin typeface="Arial"/>
              </a:rPr>
              <a:t>Doctor en Ingeniería</a:t>
            </a:r>
          </a:p>
          <a:p>
            <a:pPr algn="l"/>
            <a:r>
              <a:rPr lang="es-ES" b="1" i="0" dirty="0">
                <a:solidFill>
                  <a:srgbClr val="B03853"/>
                </a:solidFill>
                <a:latin typeface="Arial"/>
              </a:rPr>
              <a:t>Profesor e Investigador Senior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5A606DD4-AF13-560F-1348-FB5A8C3F1758}"/>
              </a:ext>
            </a:extLst>
          </p:cNvPr>
          <p:cNvSpPr/>
          <p:nvPr/>
        </p:nvSpPr>
        <p:spPr>
          <a:xfrm>
            <a:off x="836631" y="5386327"/>
            <a:ext cx="5769909" cy="885349"/>
          </a:xfrm>
          <a:prstGeom prst="roundRect">
            <a:avLst/>
          </a:prstGeom>
          <a:solidFill>
            <a:srgbClr val="F5EFE1"/>
          </a:solidFill>
          <a:ln w="19050">
            <a:solidFill>
              <a:srgbClr val="B4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</a:t>
            </a:r>
            <a:r>
              <a:rPr lang="es-419" sz="16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lang="es-419" sz="1600" b="0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multi@udistrital.edu.co</a:t>
            </a:r>
            <a:r>
              <a:rPr lang="es-419" sz="1600" b="0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endParaRPr lang="es-419" sz="1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AE0E264B-33F9-E439-9F96-75DF007EAE97}"/>
              </a:ext>
            </a:extLst>
          </p:cNvPr>
          <p:cNvSpPr txBox="1"/>
          <p:nvPr/>
        </p:nvSpPr>
        <p:spPr>
          <a:xfrm>
            <a:off x="992099" y="5681233"/>
            <a:ext cx="15823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1600" b="1" i="0" dirty="0">
                <a:solidFill>
                  <a:srgbClr val="B49739"/>
                </a:solidFill>
                <a:latin typeface="Georgia" panose="02040502050405020303" pitchFamily="18" charset="0"/>
              </a:rPr>
              <a:t>CONTACTO</a:t>
            </a:r>
          </a:p>
        </p:txBody>
      </p:sp>
    </p:spTree>
    <p:extLst>
      <p:ext uri="{BB962C8B-B14F-4D97-AF65-F5344CB8AC3E}">
        <p14:creationId xmlns:p14="http://schemas.microsoft.com/office/powerpoint/2010/main" val="2544101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90396"/>
            <a:ext cx="519694" cy="4308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 i="0" dirty="0">
                <a:solidFill>
                  <a:srgbClr val="B49739"/>
                </a:solidFill>
                <a:latin typeface="Georgia"/>
              </a:rPr>
              <a:t>0</a:t>
            </a:r>
            <a:r>
              <a:rPr lang="es-CO" sz="2200" b="1" dirty="0">
                <a:solidFill>
                  <a:srgbClr val="B49739"/>
                </a:solidFill>
                <a:latin typeface="Georgia"/>
              </a:rPr>
              <a:t>1</a:t>
            </a:r>
            <a:endParaRPr sz="2200" b="1" i="0" dirty="0">
              <a:solidFill>
                <a:srgbClr val="B49739"/>
              </a:solidFill>
              <a:latin typeface="Georg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422857"/>
            <a:ext cx="5125121" cy="738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4200" b="1" i="0" dirty="0">
                <a:solidFill>
                  <a:srgbClr val="B03853"/>
                </a:solidFill>
                <a:latin typeface="Georgia"/>
              </a:rPr>
              <a:t>Equipo de trabajo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363241"/>
            <a:ext cx="3794760" cy="25400"/>
          </a:xfrm>
          <a:prstGeom prst="rect">
            <a:avLst/>
          </a:prstGeom>
          <a:solidFill>
            <a:srgbClr val="B49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B03853"/>
          </a:solidFill>
          <a:ln>
            <a:solidFill>
              <a:srgbClr val="B0385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910933" y="5645744"/>
            <a:ext cx="1968285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1000" b="1" i="0" dirty="0">
                <a:solidFill>
                  <a:srgbClr val="FFFFFF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86B84581-DD2F-7810-8EC2-AF8957522D8B}"/>
              </a:ext>
            </a:extLst>
          </p:cNvPr>
          <p:cNvSpPr txBox="1"/>
          <p:nvPr/>
        </p:nvSpPr>
        <p:spPr>
          <a:xfrm>
            <a:off x="685800" y="539829"/>
            <a:ext cx="1888659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O" sz="1000" b="1" i="0" dirty="0">
                <a:solidFill>
                  <a:srgbClr val="B49739"/>
                </a:solidFill>
                <a:latin typeface="Arial"/>
              </a:rPr>
              <a:t>MULTIMEDIA INTERACTIVA</a:t>
            </a:r>
          </a:p>
        </p:txBody>
      </p:sp>
      <p:pic>
        <p:nvPicPr>
          <p:cNvPr id="10" name="Picture 10" descr="Universidad Distrital | LAUD">
            <a:extLst>
              <a:ext uri="{FF2B5EF4-FFF2-40B4-BE49-F238E27FC236}">
                <a16:creationId xmlns:a16="http://schemas.microsoft.com/office/drawing/2014/main" id="{87B31532-40DD-4B8E-2CBA-5F48E262D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195" y="276278"/>
            <a:ext cx="1501761" cy="15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4">
            <a:extLst>
              <a:ext uri="{FF2B5EF4-FFF2-40B4-BE49-F238E27FC236}">
                <a16:creationId xmlns:a16="http://schemas.microsoft.com/office/drawing/2014/main" id="{10A1F132-CA26-E52F-13F6-F6DCB094DAAD}"/>
              </a:ext>
            </a:extLst>
          </p:cNvPr>
          <p:cNvSpPr txBox="1"/>
          <p:nvPr/>
        </p:nvSpPr>
        <p:spPr>
          <a:xfrm>
            <a:off x="969162" y="2969686"/>
            <a:ext cx="5126838" cy="20621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El grupo Multimedia Interactiva y Animación Digital, cuenta con la participación de estudiantes y profesionales con formación en ingeniería informática y conocimiento en </a:t>
            </a:r>
            <a:r>
              <a:rPr lang="es-419" sz="16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computación gráfica</a:t>
            </a:r>
            <a:r>
              <a:rPr lang="es-419" sz="16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, con amplia experiencia e interés en proyectos relacionados en temas de investigación relacionados con Realidad Virtual, Realidad Aumentada y procesamiento digital de imágenes, videos y audio.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653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B03853"/>
          </a:solidFill>
          <a:ln>
            <a:solidFill>
              <a:srgbClr val="B0385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8F6440C9-8253-BCD1-CFC1-771B4F6049D7}"/>
              </a:ext>
            </a:extLst>
          </p:cNvPr>
          <p:cNvSpPr txBox="1"/>
          <p:nvPr/>
        </p:nvSpPr>
        <p:spPr>
          <a:xfrm>
            <a:off x="731520" y="790396"/>
            <a:ext cx="519694" cy="4308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 i="0" dirty="0">
                <a:solidFill>
                  <a:srgbClr val="B49739"/>
                </a:solidFill>
                <a:latin typeface="Georgia"/>
              </a:rPr>
              <a:t>0</a:t>
            </a:r>
            <a:r>
              <a:rPr lang="es-CO" sz="2200" b="1" dirty="0">
                <a:solidFill>
                  <a:srgbClr val="B49739"/>
                </a:solidFill>
                <a:latin typeface="Georgia"/>
              </a:rPr>
              <a:t>1</a:t>
            </a:r>
            <a:endParaRPr sz="2200" b="1" i="0" dirty="0">
              <a:solidFill>
                <a:srgbClr val="B49739"/>
              </a:solidFill>
              <a:latin typeface="Georgia"/>
            </a:endParaRP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71F01C52-DB08-449A-618A-4CA6523A1B9F}"/>
              </a:ext>
            </a:extLst>
          </p:cNvPr>
          <p:cNvSpPr txBox="1"/>
          <p:nvPr/>
        </p:nvSpPr>
        <p:spPr>
          <a:xfrm>
            <a:off x="685800" y="1422857"/>
            <a:ext cx="5748690" cy="738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4200" b="1" i="0" dirty="0">
                <a:solidFill>
                  <a:srgbClr val="B03853"/>
                </a:solidFill>
                <a:latin typeface="Georgia"/>
              </a:rPr>
              <a:t>Algunos integrantes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6FC7461-EE20-E00E-87FE-E6B2E0E29695}"/>
              </a:ext>
            </a:extLst>
          </p:cNvPr>
          <p:cNvSpPr/>
          <p:nvPr/>
        </p:nvSpPr>
        <p:spPr>
          <a:xfrm>
            <a:off x="731520" y="2363241"/>
            <a:ext cx="3794760" cy="25400"/>
          </a:xfrm>
          <a:prstGeom prst="rect">
            <a:avLst/>
          </a:prstGeom>
          <a:solidFill>
            <a:srgbClr val="B49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BDADAA1A-D0F7-747D-3F52-8E6172C96B0A}"/>
              </a:ext>
            </a:extLst>
          </p:cNvPr>
          <p:cNvSpPr txBox="1"/>
          <p:nvPr/>
        </p:nvSpPr>
        <p:spPr>
          <a:xfrm>
            <a:off x="9910933" y="5645744"/>
            <a:ext cx="1968285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1000" b="1" i="0" dirty="0">
                <a:solidFill>
                  <a:srgbClr val="FFFFFF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62220E29-88E1-A541-4D88-5B33124E9F5B}"/>
              </a:ext>
            </a:extLst>
          </p:cNvPr>
          <p:cNvSpPr txBox="1"/>
          <p:nvPr/>
        </p:nvSpPr>
        <p:spPr>
          <a:xfrm>
            <a:off x="685800" y="539829"/>
            <a:ext cx="1888659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O" sz="1000" b="1" i="0" dirty="0">
                <a:solidFill>
                  <a:srgbClr val="B49739"/>
                </a:solidFill>
                <a:latin typeface="Arial"/>
              </a:rPr>
              <a:t>MULTIMEDIA INTERACTIVA</a:t>
            </a:r>
          </a:p>
        </p:txBody>
      </p:sp>
      <p:pic>
        <p:nvPicPr>
          <p:cNvPr id="13" name="Picture 10" descr="Universidad Distrital | LAUD">
            <a:extLst>
              <a:ext uri="{FF2B5EF4-FFF2-40B4-BE49-F238E27FC236}">
                <a16:creationId xmlns:a16="http://schemas.microsoft.com/office/drawing/2014/main" id="{2E1E5C45-BF7E-3460-1B4A-9E89D043D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195" y="276278"/>
            <a:ext cx="1501761" cy="15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4">
            <a:extLst>
              <a:ext uri="{FF2B5EF4-FFF2-40B4-BE49-F238E27FC236}">
                <a16:creationId xmlns:a16="http://schemas.microsoft.com/office/drawing/2014/main" id="{84D251FE-E139-ECBD-25F6-0F02922F875C}"/>
              </a:ext>
            </a:extLst>
          </p:cNvPr>
          <p:cNvSpPr txBox="1"/>
          <p:nvPr/>
        </p:nvSpPr>
        <p:spPr>
          <a:xfrm>
            <a:off x="478972" y="2869943"/>
            <a:ext cx="9091436" cy="2308324"/>
          </a:xfrm>
          <a:prstGeom prst="rect">
            <a:avLst/>
          </a:prstGeom>
          <a:noFill/>
        </p:spPr>
        <p:txBody>
          <a:bodyPr wrap="square" numCol="2" spcCol="180000" anchor="ctr">
            <a:spAutoFit/>
          </a:bodyPr>
          <a:lstStyle/>
          <a:p>
            <a:pPr marL="285750" indent="-285750">
              <a:buClr>
                <a:srgbClr val="B49739"/>
              </a:buClr>
              <a:buFont typeface="Wingdings" panose="05000000000000000000" pitchFamily="2" charset="2"/>
              <a:buChar char="§"/>
            </a:pPr>
            <a:r>
              <a:rPr lang="es-419" sz="16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Prof. Nancy Yaneth Gelvez Garcia, PhD</a:t>
            </a:r>
          </a:p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Clr>
                <a:srgbClr val="B49739"/>
              </a:buClr>
              <a:buFont typeface="Wingdings" panose="05000000000000000000" pitchFamily="2" charset="2"/>
              <a:buChar char="§"/>
            </a:pPr>
            <a:r>
              <a:rPr lang="es-419" sz="16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Prof. Julio Barón Velandia, PhD</a:t>
            </a:r>
          </a:p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Clr>
                <a:srgbClr val="B49739"/>
              </a:buClr>
              <a:buFont typeface="Wingdings" panose="05000000000000000000" pitchFamily="2" charset="2"/>
              <a:buChar char="§"/>
            </a:pPr>
            <a:r>
              <a:rPr lang="es-419" sz="16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Prof. Daniel David Leal Lara, M.Sc.</a:t>
            </a:r>
          </a:p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Clr>
                <a:srgbClr val="B49739"/>
              </a:buClr>
              <a:buFont typeface="Wingdings" panose="05000000000000000000" pitchFamily="2" charset="2"/>
              <a:buChar char="§"/>
            </a:pPr>
            <a:r>
              <a:rPr lang="es-419" sz="16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Prof. Sebastian Camilo Vanegas Ayala, PhD</a:t>
            </a:r>
          </a:p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Clr>
                <a:srgbClr val="B49739"/>
              </a:buClr>
              <a:buFont typeface="Wingdings" panose="05000000000000000000" pitchFamily="2" charset="2"/>
              <a:buChar char="§"/>
            </a:pPr>
            <a:r>
              <a:rPr lang="es-419" sz="16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Prof. Carlos Arturo Reina Rodríguez, PhD</a:t>
            </a:r>
          </a:p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Clr>
                <a:srgbClr val="B49739"/>
              </a:buClr>
              <a:buFont typeface="Wingdings" panose="05000000000000000000" pitchFamily="2" charset="2"/>
              <a:buChar char="§"/>
            </a:pPr>
            <a:r>
              <a:rPr lang="es-419" sz="16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Prof. David Martín Moncunill, PhD (ES)</a:t>
            </a:r>
          </a:p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Clr>
                <a:srgbClr val="B49739"/>
              </a:buClr>
              <a:buFont typeface="Wingdings" panose="05000000000000000000" pitchFamily="2" charset="2"/>
              <a:buChar char="§"/>
            </a:pPr>
            <a:r>
              <a:rPr lang="es-419" sz="16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Prof. Rutilio López, PhD (MEX)</a:t>
            </a:r>
          </a:p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Clr>
                <a:srgbClr val="B49739"/>
              </a:buClr>
              <a:buFont typeface="Wingdings" panose="05000000000000000000" pitchFamily="2" charset="2"/>
              <a:buChar char="§"/>
            </a:pPr>
            <a:r>
              <a:rPr lang="es-419" sz="16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Prof. Enayat Rajabi, PhD (CAN)</a:t>
            </a:r>
          </a:p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Clr>
                <a:srgbClr val="B49739"/>
              </a:buClr>
              <a:buFont typeface="Wingdings" panose="05000000000000000000" pitchFamily="2" charset="2"/>
              <a:buChar char="§"/>
            </a:pPr>
            <a:r>
              <a:rPr lang="es-419" sz="16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Andres Ovidio Restrepo, MSc (GER)</a:t>
            </a:r>
          </a:p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Clr>
                <a:srgbClr val="B49739"/>
              </a:buClr>
              <a:buFont typeface="Wingdings" panose="05000000000000000000" pitchFamily="2" charset="2"/>
              <a:buChar char="§"/>
            </a:pPr>
            <a:r>
              <a:rPr lang="es-419" sz="16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Madyseth Ariza, MSc (GER)</a:t>
            </a:r>
          </a:p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Clr>
                <a:srgbClr val="B49739"/>
              </a:buClr>
              <a:buFont typeface="Wingdings" panose="05000000000000000000" pitchFamily="2" charset="2"/>
              <a:buChar char="§"/>
            </a:pPr>
            <a:r>
              <a:rPr lang="es-419" sz="16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Ing. Maycol Hernández</a:t>
            </a:r>
          </a:p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Clr>
                <a:srgbClr val="B49739"/>
              </a:buClr>
              <a:buFont typeface="Wingdings" panose="05000000000000000000" pitchFamily="2" charset="2"/>
              <a:buChar char="§"/>
            </a:pPr>
            <a:r>
              <a:rPr lang="es-419" sz="16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Ing. Daniel Nieto</a:t>
            </a:r>
          </a:p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Clr>
                <a:srgbClr val="B49739"/>
              </a:buClr>
              <a:buFont typeface="Wingdings" panose="05000000000000000000" pitchFamily="2" charset="2"/>
              <a:buChar char="§"/>
            </a:pPr>
            <a:r>
              <a:rPr lang="es-419" sz="16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Ing. Juan David Rosero MSc(c)</a:t>
            </a:r>
          </a:p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Clr>
                <a:srgbClr val="B49739"/>
              </a:buClr>
              <a:buFont typeface="Wingdings" panose="05000000000000000000" pitchFamily="2" charset="2"/>
              <a:buChar char="§"/>
            </a:pPr>
            <a:r>
              <a:rPr lang="es-419" sz="16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Ing. Julieth Tatiana Riaño Mora MSc(c)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81D4FDC-DA09-7564-608F-11BAC2B9FC66}"/>
              </a:ext>
            </a:extLst>
          </p:cNvPr>
          <p:cNvSpPr txBox="1"/>
          <p:nvPr/>
        </p:nvSpPr>
        <p:spPr>
          <a:xfrm>
            <a:off x="731520" y="5999687"/>
            <a:ext cx="8226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u="sng" dirty="0">
                <a:solidFill>
                  <a:srgbClr val="B03853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https://scienti.minciencias.gov.co/gruplac/jsp/visualiza/visualizagr.jsp?nro=00000000009868</a:t>
            </a:r>
            <a:endParaRPr lang="es-419" sz="1400" u="sng" dirty="0">
              <a:solidFill>
                <a:srgbClr val="B03853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8126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965135"/>
            <a:ext cx="4641014" cy="53860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O" sz="2900" b="1" i="0">
                <a:solidFill>
                  <a:srgbClr val="B03853"/>
                </a:solidFill>
                <a:latin typeface="Georgia"/>
              </a:rPr>
              <a:t>Líneas de investigación</a:t>
            </a:r>
            <a:endParaRPr lang="es-CO" sz="2900" b="1" i="0" dirty="0">
              <a:solidFill>
                <a:srgbClr val="B03853"/>
              </a:solidFill>
              <a:latin typeface="Georg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664208"/>
            <a:ext cx="1901952" cy="25400"/>
          </a:xfrm>
          <a:prstGeom prst="rect">
            <a:avLst/>
          </a:prstGeom>
          <a:solidFill>
            <a:srgbClr val="BB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B49739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05840" y="3657599"/>
            <a:ext cx="9671082" cy="45719"/>
          </a:xfrm>
          <a:prstGeom prst="rect">
            <a:avLst/>
          </a:prstGeom>
          <a:solidFill>
            <a:srgbClr val="19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1" y="3401568"/>
            <a:ext cx="502920" cy="502920"/>
          </a:xfrm>
          <a:prstGeom prst="roundRect">
            <a:avLst/>
          </a:prstGeom>
          <a:solidFill>
            <a:srgbClr val="B03853"/>
          </a:solidFill>
          <a:ln>
            <a:solidFill>
              <a:srgbClr val="A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6006" y="4214774"/>
            <a:ext cx="132657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CO" sz="10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Computación gráfica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7667" y="3406140"/>
            <a:ext cx="502920" cy="502920"/>
          </a:xfrm>
          <a:prstGeom prst="roundRect">
            <a:avLst/>
          </a:prstGeom>
          <a:solidFill>
            <a:srgbClr val="B03853"/>
          </a:solidFill>
          <a:ln>
            <a:solidFill>
              <a:srgbClr val="A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000934" y="3418840"/>
            <a:ext cx="502920" cy="502920"/>
          </a:xfrm>
          <a:prstGeom prst="roundRect">
            <a:avLst/>
          </a:prstGeom>
          <a:solidFill>
            <a:srgbClr val="B03853"/>
          </a:solidFill>
          <a:ln>
            <a:solidFill>
              <a:srgbClr val="A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544201" y="3431540"/>
            <a:ext cx="502920" cy="502920"/>
          </a:xfrm>
          <a:prstGeom prst="roundRect">
            <a:avLst/>
          </a:prstGeom>
          <a:solidFill>
            <a:srgbClr val="B03853"/>
          </a:solidFill>
          <a:ln>
            <a:solidFill>
              <a:srgbClr val="A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">
            <a:extLst>
              <a:ext uri="{FF2B5EF4-FFF2-40B4-BE49-F238E27FC236}">
                <a16:creationId xmlns:a16="http://schemas.microsoft.com/office/drawing/2014/main" id="{F2D5F85A-DBDB-EBCB-DF41-C9FBFF1D4FBE}"/>
              </a:ext>
            </a:extLst>
          </p:cNvPr>
          <p:cNvSpPr txBox="1"/>
          <p:nvPr/>
        </p:nvSpPr>
        <p:spPr>
          <a:xfrm>
            <a:off x="1417320" y="553645"/>
            <a:ext cx="1888659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O" sz="1000" b="1" i="0" dirty="0">
                <a:solidFill>
                  <a:srgbClr val="B49739"/>
                </a:solidFill>
                <a:latin typeface="Arial"/>
              </a:rPr>
              <a:t>MULTIMEDIA INTERACTIVA</a:t>
            </a:r>
          </a:p>
        </p:txBody>
      </p:sp>
      <p:sp>
        <p:nvSpPr>
          <p:cNvPr id="23" name="TextBox 1">
            <a:extLst>
              <a:ext uri="{FF2B5EF4-FFF2-40B4-BE49-F238E27FC236}">
                <a16:creationId xmlns:a16="http://schemas.microsoft.com/office/drawing/2014/main" id="{876066DA-B46D-9339-C965-8EBE92CFF828}"/>
              </a:ext>
            </a:extLst>
          </p:cNvPr>
          <p:cNvSpPr txBox="1"/>
          <p:nvPr/>
        </p:nvSpPr>
        <p:spPr>
          <a:xfrm>
            <a:off x="640081" y="388042"/>
            <a:ext cx="7772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 dirty="0">
                <a:solidFill>
                  <a:srgbClr val="B49739"/>
                </a:solidFill>
                <a:latin typeface="Georgia"/>
              </a:rPr>
              <a:t>0</a:t>
            </a:r>
            <a:r>
              <a:rPr lang="es-CO" sz="2800" b="1" i="0" dirty="0">
                <a:solidFill>
                  <a:srgbClr val="B49739"/>
                </a:solidFill>
                <a:latin typeface="Georgia"/>
              </a:rPr>
              <a:t>2</a:t>
            </a:r>
            <a:endParaRPr sz="2800" b="1" i="0" dirty="0">
              <a:solidFill>
                <a:srgbClr val="B49739"/>
              </a:solidFill>
              <a:latin typeface="Georgia"/>
            </a:endParaRPr>
          </a:p>
        </p:txBody>
      </p:sp>
      <p:sp>
        <p:nvSpPr>
          <p:cNvPr id="24" name="Rounded Rectangle 17">
            <a:extLst>
              <a:ext uri="{FF2B5EF4-FFF2-40B4-BE49-F238E27FC236}">
                <a16:creationId xmlns:a16="http://schemas.microsoft.com/office/drawing/2014/main" id="{7FD46426-DBD9-4849-64F5-90220C29C30E}"/>
              </a:ext>
            </a:extLst>
          </p:cNvPr>
          <p:cNvSpPr/>
          <p:nvPr/>
        </p:nvSpPr>
        <p:spPr>
          <a:xfrm>
            <a:off x="7087468" y="3409657"/>
            <a:ext cx="502920" cy="502920"/>
          </a:xfrm>
          <a:prstGeom prst="roundRect">
            <a:avLst/>
          </a:prstGeom>
          <a:solidFill>
            <a:srgbClr val="B03853"/>
          </a:solidFill>
          <a:ln>
            <a:solidFill>
              <a:srgbClr val="A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  <a:endParaRPr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ounded Rectangle 17">
            <a:extLst>
              <a:ext uri="{FF2B5EF4-FFF2-40B4-BE49-F238E27FC236}">
                <a16:creationId xmlns:a16="http://schemas.microsoft.com/office/drawing/2014/main" id="{E95AF30A-E1C1-0B0F-0A23-02E21267A16B}"/>
              </a:ext>
            </a:extLst>
          </p:cNvPr>
          <p:cNvSpPr/>
          <p:nvPr/>
        </p:nvSpPr>
        <p:spPr>
          <a:xfrm>
            <a:off x="8630735" y="3431540"/>
            <a:ext cx="502920" cy="502920"/>
          </a:xfrm>
          <a:prstGeom prst="roundRect">
            <a:avLst/>
          </a:prstGeom>
          <a:solidFill>
            <a:srgbClr val="B03853"/>
          </a:solidFill>
          <a:ln>
            <a:solidFill>
              <a:srgbClr val="A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  <a:endParaRPr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ounded Rectangle 17">
            <a:extLst>
              <a:ext uri="{FF2B5EF4-FFF2-40B4-BE49-F238E27FC236}">
                <a16:creationId xmlns:a16="http://schemas.microsoft.com/office/drawing/2014/main" id="{D730E8FD-AEAA-E799-7BD6-3FA9BF786DEF}"/>
              </a:ext>
            </a:extLst>
          </p:cNvPr>
          <p:cNvSpPr/>
          <p:nvPr/>
        </p:nvSpPr>
        <p:spPr>
          <a:xfrm>
            <a:off x="10174002" y="3418840"/>
            <a:ext cx="502920" cy="502920"/>
          </a:xfrm>
          <a:prstGeom prst="roundRect">
            <a:avLst/>
          </a:prstGeom>
          <a:solidFill>
            <a:srgbClr val="B03853"/>
          </a:solidFill>
          <a:ln>
            <a:solidFill>
              <a:srgbClr val="A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07</a:t>
            </a:r>
            <a:endParaRPr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id="{FDB1140F-BE28-7D8D-DF9D-1984F1C8718D}"/>
              </a:ext>
            </a:extLst>
          </p:cNvPr>
          <p:cNvSpPr txBox="1"/>
          <p:nvPr/>
        </p:nvSpPr>
        <p:spPr>
          <a:xfrm>
            <a:off x="2188574" y="4214774"/>
            <a:ext cx="1326574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CO" sz="10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Interacción Persona Máquina-Computacional</a:t>
            </a: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28777A3C-BD03-763B-0C05-A0CEC0978FA8}"/>
              </a:ext>
            </a:extLst>
          </p:cNvPr>
          <p:cNvSpPr txBox="1"/>
          <p:nvPr/>
        </p:nvSpPr>
        <p:spPr>
          <a:xfrm>
            <a:off x="3701142" y="4214774"/>
            <a:ext cx="1326574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ES" sz="10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Realidad Aumentada y Realidad Virtual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6B482F2C-1A7B-6AAE-3355-117A439D6B3B}"/>
              </a:ext>
            </a:extLst>
          </p:cNvPr>
          <p:cNvSpPr txBox="1"/>
          <p:nvPr/>
        </p:nvSpPr>
        <p:spPr>
          <a:xfrm>
            <a:off x="5213711" y="4214774"/>
            <a:ext cx="132657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CO" sz="10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Simulación por computador</a:t>
            </a:r>
          </a:p>
        </p:txBody>
      </p:sp>
      <p:sp>
        <p:nvSpPr>
          <p:cNvPr id="30" name="TextBox 8">
            <a:extLst>
              <a:ext uri="{FF2B5EF4-FFF2-40B4-BE49-F238E27FC236}">
                <a16:creationId xmlns:a16="http://schemas.microsoft.com/office/drawing/2014/main" id="{D99F4942-629D-A36E-7602-400C31BE5A32}"/>
              </a:ext>
            </a:extLst>
          </p:cNvPr>
          <p:cNvSpPr txBox="1"/>
          <p:nvPr/>
        </p:nvSpPr>
        <p:spPr>
          <a:xfrm>
            <a:off x="6775709" y="4214774"/>
            <a:ext cx="1326574" cy="8617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ES" sz="10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Transmisión, infraestructura, almacenamiento de contenido Multimedia</a:t>
            </a:r>
          </a:p>
        </p:txBody>
      </p:sp>
      <p:sp>
        <p:nvSpPr>
          <p:cNvPr id="31" name="TextBox 8">
            <a:extLst>
              <a:ext uri="{FF2B5EF4-FFF2-40B4-BE49-F238E27FC236}">
                <a16:creationId xmlns:a16="http://schemas.microsoft.com/office/drawing/2014/main" id="{051B673B-6BFC-FEEC-C7A2-D2754FFF6EF4}"/>
              </a:ext>
            </a:extLst>
          </p:cNvPr>
          <p:cNvSpPr txBox="1"/>
          <p:nvPr/>
        </p:nvSpPr>
        <p:spPr>
          <a:xfrm>
            <a:off x="8337707" y="4218424"/>
            <a:ext cx="132657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CO" sz="10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Videojuegos y entretenimiento</a:t>
            </a:r>
          </a:p>
        </p:txBody>
      </p:sp>
      <p:sp>
        <p:nvSpPr>
          <p:cNvPr id="32" name="TextBox 8">
            <a:extLst>
              <a:ext uri="{FF2B5EF4-FFF2-40B4-BE49-F238E27FC236}">
                <a16:creationId xmlns:a16="http://schemas.microsoft.com/office/drawing/2014/main" id="{72B4F2C0-4F04-1050-B846-D45B259D85C3}"/>
              </a:ext>
            </a:extLst>
          </p:cNvPr>
          <p:cNvSpPr txBox="1"/>
          <p:nvPr/>
        </p:nvSpPr>
        <p:spPr>
          <a:xfrm>
            <a:off x="9899705" y="4214774"/>
            <a:ext cx="132657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CO" sz="10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Educación y entretenimiento</a:t>
            </a:r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86D0C000-6578-F758-EEAE-12C5E3EB9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1186" y="221841"/>
            <a:ext cx="1507874" cy="15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6">
            <a:extLst>
              <a:ext uri="{FF2B5EF4-FFF2-40B4-BE49-F238E27FC236}">
                <a16:creationId xmlns:a16="http://schemas.microsoft.com/office/drawing/2014/main" id="{4F086501-8C7B-744C-02A1-B0C52841D983}"/>
              </a:ext>
            </a:extLst>
          </p:cNvPr>
          <p:cNvSpPr txBox="1"/>
          <p:nvPr/>
        </p:nvSpPr>
        <p:spPr>
          <a:xfrm>
            <a:off x="685800" y="6472090"/>
            <a:ext cx="6417141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1000" b="1" i="0" dirty="0">
                <a:solidFill>
                  <a:srgbClr val="B03853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5DD2977-E064-2CF1-1ADB-B196F30155EC}"/>
              </a:ext>
            </a:extLst>
          </p:cNvPr>
          <p:cNvSpPr txBox="1"/>
          <p:nvPr/>
        </p:nvSpPr>
        <p:spPr>
          <a:xfrm>
            <a:off x="448068" y="6010426"/>
            <a:ext cx="7404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0" i="0" u="none" strike="noStrike" cap="none" dirty="0">
                <a:solidFill>
                  <a:srgbClr val="B03853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https://pi.udistrital.edu.co/Multimedia-Interactiva-Animacion-Digital/</a:t>
            </a:r>
            <a:r>
              <a:rPr lang="es-ES" sz="1800" dirty="0"/>
              <a:t>I</a:t>
            </a:r>
            <a:endParaRPr lang="es-CO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B49739"/>
          </a:solidFill>
          <a:ln>
            <a:solidFill>
              <a:srgbClr val="B497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B03853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74720" y="2282427"/>
            <a:ext cx="5844870" cy="738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4200" b="1" i="0" dirty="0">
                <a:solidFill>
                  <a:srgbClr val="B49739"/>
                </a:solidFill>
                <a:latin typeface="Georgia"/>
              </a:rPr>
              <a:t>Sector de Aplicación</a:t>
            </a:r>
            <a:endParaRPr lang="es-CO" sz="4200" b="1" i="0" dirty="0">
              <a:solidFill>
                <a:srgbClr val="B49739"/>
              </a:solidFill>
              <a:latin typeface="Georgi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20440" y="3643050"/>
            <a:ext cx="7967588" cy="181588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indent="-342900" algn="l">
              <a:buClr>
                <a:srgbClr val="B49739"/>
              </a:buClr>
              <a:buFont typeface="+mj-lt"/>
              <a:buAutoNum type="arabicPeriod"/>
            </a:pPr>
            <a:r>
              <a:rPr lang="es-ES"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Simulación y modelamiento</a:t>
            </a:r>
          </a:p>
          <a:p>
            <a:pPr marL="342900" indent="-342900" algn="l">
              <a:buClr>
                <a:srgbClr val="B49739"/>
              </a:buClr>
              <a:buFont typeface="+mj-lt"/>
              <a:buAutoNum type="arabicPeriod"/>
            </a:pPr>
            <a:r>
              <a:rPr lang="es-ES"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Videojuegos</a:t>
            </a:r>
          </a:p>
          <a:p>
            <a:pPr marL="342900" indent="-342900" algn="l">
              <a:buClr>
                <a:srgbClr val="B49739"/>
              </a:buClr>
              <a:buFont typeface="+mj-lt"/>
              <a:buAutoNum type="arabicPeriod"/>
            </a:pPr>
            <a:r>
              <a:rPr lang="es-ES"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Analítica visual de datos</a:t>
            </a:r>
          </a:p>
          <a:p>
            <a:pPr marL="342900" indent="-342900" algn="l">
              <a:buClr>
                <a:srgbClr val="B49739"/>
              </a:buClr>
              <a:buFont typeface="+mj-lt"/>
              <a:buAutoNum type="arabicPeriod"/>
            </a:pPr>
            <a:r>
              <a:rPr lang="es-ES"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Domótica</a:t>
            </a:r>
          </a:p>
          <a:p>
            <a:pPr marL="342900" indent="-342900" algn="l">
              <a:buClr>
                <a:srgbClr val="B49739"/>
              </a:buClr>
              <a:buFont typeface="+mj-lt"/>
              <a:buAutoNum type="arabicPeriod"/>
            </a:pPr>
            <a:r>
              <a:rPr lang="es-ES"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Entretenimiento</a:t>
            </a:r>
          </a:p>
          <a:p>
            <a:pPr marL="342900" indent="-342900" algn="l">
              <a:buClr>
                <a:srgbClr val="B49739"/>
              </a:buClr>
              <a:buFont typeface="+mj-lt"/>
              <a:buAutoNum type="arabicPeriod"/>
            </a:pPr>
            <a:r>
              <a:rPr lang="es-ES"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Simulación</a:t>
            </a:r>
          </a:p>
          <a:p>
            <a:pPr marL="342900" indent="-342900" algn="l">
              <a:buClr>
                <a:srgbClr val="B49739"/>
              </a:buClr>
              <a:buFont typeface="+mj-lt"/>
              <a:buAutoNum type="arabicPeriod"/>
            </a:pPr>
            <a:r>
              <a:rPr lang="es-ES"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Educación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75975BD2-9D0B-8892-709E-966013CFD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1186" y="221841"/>
            <a:ext cx="1507874" cy="15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6">
            <a:extLst>
              <a:ext uri="{FF2B5EF4-FFF2-40B4-BE49-F238E27FC236}">
                <a16:creationId xmlns:a16="http://schemas.microsoft.com/office/drawing/2014/main" id="{3ABAA652-EA29-AE88-1AE1-04E0EA36F361}"/>
              </a:ext>
            </a:extLst>
          </p:cNvPr>
          <p:cNvSpPr txBox="1"/>
          <p:nvPr/>
        </p:nvSpPr>
        <p:spPr>
          <a:xfrm>
            <a:off x="433177" y="5735851"/>
            <a:ext cx="1968285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1000" b="1" i="0" dirty="0">
                <a:solidFill>
                  <a:srgbClr val="FFFFFF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F18045BD-9BEF-D5F8-CEA6-EA9D150C9944}"/>
              </a:ext>
            </a:extLst>
          </p:cNvPr>
          <p:cNvSpPr txBox="1"/>
          <p:nvPr/>
        </p:nvSpPr>
        <p:spPr>
          <a:xfrm>
            <a:off x="574481" y="599785"/>
            <a:ext cx="933269" cy="7694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400" b="1" i="0" dirty="0">
                <a:solidFill>
                  <a:srgbClr val="B03853"/>
                </a:solidFill>
                <a:latin typeface="Georgia"/>
              </a:rPr>
              <a:t>0</a:t>
            </a:r>
            <a:r>
              <a:rPr lang="es-CO" sz="4400" b="1" dirty="0">
                <a:solidFill>
                  <a:srgbClr val="B03853"/>
                </a:solidFill>
                <a:latin typeface="Georgia"/>
              </a:rPr>
              <a:t>3</a:t>
            </a:r>
            <a:endParaRPr sz="4400" b="1" i="0" dirty="0">
              <a:solidFill>
                <a:srgbClr val="B03853"/>
              </a:solidFill>
              <a:latin typeface="Georgia"/>
            </a:endParaRP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A1899597-3976-43CA-3899-2D1DF26D3646}"/>
              </a:ext>
            </a:extLst>
          </p:cNvPr>
          <p:cNvSpPr txBox="1"/>
          <p:nvPr/>
        </p:nvSpPr>
        <p:spPr>
          <a:xfrm>
            <a:off x="563421" y="1398769"/>
            <a:ext cx="1888659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O" sz="1000" b="1" i="0" dirty="0">
                <a:solidFill>
                  <a:srgbClr val="B03853"/>
                </a:solidFill>
                <a:latin typeface="Arial"/>
              </a:rPr>
              <a:t>MULTIMEDIA INTERACTIVA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A26D425F-BBCE-450E-2418-2EBC89D82643}"/>
              </a:ext>
            </a:extLst>
          </p:cNvPr>
          <p:cNvSpPr/>
          <p:nvPr/>
        </p:nvSpPr>
        <p:spPr>
          <a:xfrm>
            <a:off x="3581658" y="3166952"/>
            <a:ext cx="3108960" cy="25400"/>
          </a:xfrm>
          <a:prstGeom prst="rect">
            <a:avLst/>
          </a:prstGeom>
          <a:solidFill>
            <a:srgbClr val="B03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15D4A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38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F901D60F-80AD-FFF9-D28A-156B072C2B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94192" y="4011477"/>
            <a:ext cx="1797808" cy="2846523"/>
          </a:xfrm>
          <a:prstGeom prst="triangle">
            <a:avLst>
              <a:gd name="adj" fmla="val 100000"/>
            </a:avLst>
          </a:prstGeom>
          <a:solidFill>
            <a:srgbClr val="B49739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" name="Triángulo isósceles 4">
            <a:extLst>
              <a:ext uri="{FF2B5EF4-FFF2-40B4-BE49-F238E27FC236}">
                <a16:creationId xmlns:a16="http://schemas.microsoft.com/office/drawing/2014/main" id="{7124257E-BE13-06F2-2F0A-355A21445A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0" y="0"/>
            <a:ext cx="1933040" cy="2677309"/>
          </a:xfrm>
          <a:prstGeom prst="triangle">
            <a:avLst>
              <a:gd name="adj" fmla="val 100000"/>
            </a:avLst>
          </a:prstGeom>
          <a:solidFill>
            <a:srgbClr val="B4973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F75C0DA9-4A9F-AD85-3AED-600439EB054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589900" y="221841"/>
            <a:ext cx="4529519" cy="6213435"/>
            <a:chOff x="539933" y="702915"/>
            <a:chExt cx="3309412" cy="4539735"/>
          </a:xfrm>
          <a:solidFill>
            <a:srgbClr val="B03853"/>
          </a:solidFill>
        </p:grpSpPr>
        <p:sp>
          <p:nvSpPr>
            <p:cNvPr id="18" name="Estrella: 10 puntas 17">
              <a:extLst>
                <a:ext uri="{FF2B5EF4-FFF2-40B4-BE49-F238E27FC236}">
                  <a16:creationId xmlns:a16="http://schemas.microsoft.com/office/drawing/2014/main" id="{B8B9053E-69AB-E6B8-E1FD-F80CF38B8ED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9933" y="702915"/>
              <a:ext cx="3309412" cy="1780278"/>
            </a:xfrm>
            <a:custGeom>
              <a:avLst/>
              <a:gdLst>
                <a:gd name="connsiteX0" fmla="*/ -2 w 2241550"/>
                <a:gd name="connsiteY0" fmla="*/ 928003 h 2686050"/>
                <a:gd name="connsiteX1" fmla="*/ 1021985 w 2241550"/>
                <a:gd name="connsiteY1" fmla="*/ 1261226 h 2686050"/>
                <a:gd name="connsiteX2" fmla="*/ 428094 w 2241550"/>
                <a:gd name="connsiteY2" fmla="*/ 256491 h 2686050"/>
                <a:gd name="connsiteX3" fmla="*/ 1083040 w 2241550"/>
                <a:gd name="connsiteY3" fmla="*/ 1210671 h 2686050"/>
                <a:gd name="connsiteX4" fmla="*/ 1120775 w 2241550"/>
                <a:gd name="connsiteY4" fmla="*/ 0 h 2686050"/>
                <a:gd name="connsiteX5" fmla="*/ 1158510 w 2241550"/>
                <a:gd name="connsiteY5" fmla="*/ 1210671 h 2686050"/>
                <a:gd name="connsiteX6" fmla="*/ 1813456 w 2241550"/>
                <a:gd name="connsiteY6" fmla="*/ 256491 h 2686050"/>
                <a:gd name="connsiteX7" fmla="*/ 1219565 w 2241550"/>
                <a:gd name="connsiteY7" fmla="*/ 1261226 h 2686050"/>
                <a:gd name="connsiteX8" fmla="*/ 2241552 w 2241550"/>
                <a:gd name="connsiteY8" fmla="*/ 928003 h 2686050"/>
                <a:gd name="connsiteX9" fmla="*/ 1242886 w 2241550"/>
                <a:gd name="connsiteY9" fmla="*/ 1343025 h 2686050"/>
                <a:gd name="connsiteX10" fmla="*/ 2241552 w 2241550"/>
                <a:gd name="connsiteY10" fmla="*/ 1758047 h 2686050"/>
                <a:gd name="connsiteX11" fmla="*/ 1219565 w 2241550"/>
                <a:gd name="connsiteY11" fmla="*/ 1424824 h 2686050"/>
                <a:gd name="connsiteX12" fmla="*/ 1813456 w 2241550"/>
                <a:gd name="connsiteY12" fmla="*/ 2429559 h 2686050"/>
                <a:gd name="connsiteX13" fmla="*/ 1158510 w 2241550"/>
                <a:gd name="connsiteY13" fmla="*/ 1475379 h 2686050"/>
                <a:gd name="connsiteX14" fmla="*/ 1120775 w 2241550"/>
                <a:gd name="connsiteY14" fmla="*/ 2686050 h 2686050"/>
                <a:gd name="connsiteX15" fmla="*/ 1083040 w 2241550"/>
                <a:gd name="connsiteY15" fmla="*/ 1475379 h 2686050"/>
                <a:gd name="connsiteX16" fmla="*/ 428094 w 2241550"/>
                <a:gd name="connsiteY16" fmla="*/ 2429559 h 2686050"/>
                <a:gd name="connsiteX17" fmla="*/ 1021985 w 2241550"/>
                <a:gd name="connsiteY17" fmla="*/ 1424824 h 2686050"/>
                <a:gd name="connsiteX18" fmla="*/ -2 w 2241550"/>
                <a:gd name="connsiteY18" fmla="*/ 1758047 h 2686050"/>
                <a:gd name="connsiteX19" fmla="*/ 998664 w 2241550"/>
                <a:gd name="connsiteY19" fmla="*/ 1343025 h 2686050"/>
                <a:gd name="connsiteX20" fmla="*/ -2 w 2241550"/>
                <a:gd name="connsiteY20" fmla="*/ 928003 h 2686050"/>
                <a:gd name="connsiteX0" fmla="*/ 0 w 2241554"/>
                <a:gd name="connsiteY0" fmla="*/ 1074053 h 2832100"/>
                <a:gd name="connsiteX1" fmla="*/ 1021987 w 2241554"/>
                <a:gd name="connsiteY1" fmla="*/ 1407276 h 2832100"/>
                <a:gd name="connsiteX2" fmla="*/ 428096 w 2241554"/>
                <a:gd name="connsiteY2" fmla="*/ 402541 h 2832100"/>
                <a:gd name="connsiteX3" fmla="*/ 1083042 w 2241554"/>
                <a:gd name="connsiteY3" fmla="*/ 1356721 h 2832100"/>
                <a:gd name="connsiteX4" fmla="*/ 1120777 w 2241554"/>
                <a:gd name="connsiteY4" fmla="*/ 0 h 2832100"/>
                <a:gd name="connsiteX5" fmla="*/ 1158512 w 2241554"/>
                <a:gd name="connsiteY5" fmla="*/ 1356721 h 2832100"/>
                <a:gd name="connsiteX6" fmla="*/ 1813458 w 2241554"/>
                <a:gd name="connsiteY6" fmla="*/ 402541 h 2832100"/>
                <a:gd name="connsiteX7" fmla="*/ 1219567 w 2241554"/>
                <a:gd name="connsiteY7" fmla="*/ 1407276 h 2832100"/>
                <a:gd name="connsiteX8" fmla="*/ 2241554 w 2241554"/>
                <a:gd name="connsiteY8" fmla="*/ 1074053 h 2832100"/>
                <a:gd name="connsiteX9" fmla="*/ 1242888 w 2241554"/>
                <a:gd name="connsiteY9" fmla="*/ 1489075 h 2832100"/>
                <a:gd name="connsiteX10" fmla="*/ 2241554 w 2241554"/>
                <a:gd name="connsiteY10" fmla="*/ 1904097 h 2832100"/>
                <a:gd name="connsiteX11" fmla="*/ 1219567 w 2241554"/>
                <a:gd name="connsiteY11" fmla="*/ 1570874 h 2832100"/>
                <a:gd name="connsiteX12" fmla="*/ 1813458 w 2241554"/>
                <a:gd name="connsiteY12" fmla="*/ 2575609 h 2832100"/>
                <a:gd name="connsiteX13" fmla="*/ 1158512 w 2241554"/>
                <a:gd name="connsiteY13" fmla="*/ 1621429 h 2832100"/>
                <a:gd name="connsiteX14" fmla="*/ 1120777 w 2241554"/>
                <a:gd name="connsiteY14" fmla="*/ 2832100 h 2832100"/>
                <a:gd name="connsiteX15" fmla="*/ 1083042 w 2241554"/>
                <a:gd name="connsiteY15" fmla="*/ 1621429 h 2832100"/>
                <a:gd name="connsiteX16" fmla="*/ 428096 w 2241554"/>
                <a:gd name="connsiteY16" fmla="*/ 2575609 h 2832100"/>
                <a:gd name="connsiteX17" fmla="*/ 1021987 w 2241554"/>
                <a:gd name="connsiteY17" fmla="*/ 1570874 h 2832100"/>
                <a:gd name="connsiteX18" fmla="*/ 0 w 2241554"/>
                <a:gd name="connsiteY18" fmla="*/ 1904097 h 2832100"/>
                <a:gd name="connsiteX19" fmla="*/ 998666 w 2241554"/>
                <a:gd name="connsiteY19" fmla="*/ 1489075 h 2832100"/>
                <a:gd name="connsiteX20" fmla="*/ 0 w 2241554"/>
                <a:gd name="connsiteY20" fmla="*/ 1074053 h 2832100"/>
                <a:gd name="connsiteX0" fmla="*/ 0 w 2241554"/>
                <a:gd name="connsiteY0" fmla="*/ 1074053 h 2832100"/>
                <a:gd name="connsiteX1" fmla="*/ 1021987 w 2241554"/>
                <a:gd name="connsiteY1" fmla="*/ 1407276 h 2832100"/>
                <a:gd name="connsiteX2" fmla="*/ 485246 w 2241554"/>
                <a:gd name="connsiteY2" fmla="*/ 186641 h 2832100"/>
                <a:gd name="connsiteX3" fmla="*/ 1083042 w 2241554"/>
                <a:gd name="connsiteY3" fmla="*/ 1356721 h 2832100"/>
                <a:gd name="connsiteX4" fmla="*/ 1120777 w 2241554"/>
                <a:gd name="connsiteY4" fmla="*/ 0 h 2832100"/>
                <a:gd name="connsiteX5" fmla="*/ 1158512 w 2241554"/>
                <a:gd name="connsiteY5" fmla="*/ 1356721 h 2832100"/>
                <a:gd name="connsiteX6" fmla="*/ 1813458 w 2241554"/>
                <a:gd name="connsiteY6" fmla="*/ 402541 h 2832100"/>
                <a:gd name="connsiteX7" fmla="*/ 1219567 w 2241554"/>
                <a:gd name="connsiteY7" fmla="*/ 1407276 h 2832100"/>
                <a:gd name="connsiteX8" fmla="*/ 2241554 w 2241554"/>
                <a:gd name="connsiteY8" fmla="*/ 1074053 h 2832100"/>
                <a:gd name="connsiteX9" fmla="*/ 1242888 w 2241554"/>
                <a:gd name="connsiteY9" fmla="*/ 1489075 h 2832100"/>
                <a:gd name="connsiteX10" fmla="*/ 2241554 w 2241554"/>
                <a:gd name="connsiteY10" fmla="*/ 1904097 h 2832100"/>
                <a:gd name="connsiteX11" fmla="*/ 1219567 w 2241554"/>
                <a:gd name="connsiteY11" fmla="*/ 1570874 h 2832100"/>
                <a:gd name="connsiteX12" fmla="*/ 1813458 w 2241554"/>
                <a:gd name="connsiteY12" fmla="*/ 2575609 h 2832100"/>
                <a:gd name="connsiteX13" fmla="*/ 1158512 w 2241554"/>
                <a:gd name="connsiteY13" fmla="*/ 1621429 h 2832100"/>
                <a:gd name="connsiteX14" fmla="*/ 1120777 w 2241554"/>
                <a:gd name="connsiteY14" fmla="*/ 2832100 h 2832100"/>
                <a:gd name="connsiteX15" fmla="*/ 1083042 w 2241554"/>
                <a:gd name="connsiteY15" fmla="*/ 1621429 h 2832100"/>
                <a:gd name="connsiteX16" fmla="*/ 428096 w 2241554"/>
                <a:gd name="connsiteY16" fmla="*/ 2575609 h 2832100"/>
                <a:gd name="connsiteX17" fmla="*/ 1021987 w 2241554"/>
                <a:gd name="connsiteY17" fmla="*/ 1570874 h 2832100"/>
                <a:gd name="connsiteX18" fmla="*/ 0 w 2241554"/>
                <a:gd name="connsiteY18" fmla="*/ 1904097 h 2832100"/>
                <a:gd name="connsiteX19" fmla="*/ 998666 w 2241554"/>
                <a:gd name="connsiteY19" fmla="*/ 1489075 h 2832100"/>
                <a:gd name="connsiteX20" fmla="*/ 0 w 2241554"/>
                <a:gd name="connsiteY20" fmla="*/ 1074053 h 2832100"/>
                <a:gd name="connsiteX0" fmla="*/ 0 w 2298704"/>
                <a:gd name="connsiteY0" fmla="*/ 534303 h 2832100"/>
                <a:gd name="connsiteX1" fmla="*/ 1079137 w 2298704"/>
                <a:gd name="connsiteY1" fmla="*/ 1407276 h 2832100"/>
                <a:gd name="connsiteX2" fmla="*/ 542396 w 2298704"/>
                <a:gd name="connsiteY2" fmla="*/ 186641 h 2832100"/>
                <a:gd name="connsiteX3" fmla="*/ 1140192 w 2298704"/>
                <a:gd name="connsiteY3" fmla="*/ 1356721 h 2832100"/>
                <a:gd name="connsiteX4" fmla="*/ 1177927 w 2298704"/>
                <a:gd name="connsiteY4" fmla="*/ 0 h 2832100"/>
                <a:gd name="connsiteX5" fmla="*/ 1215662 w 2298704"/>
                <a:gd name="connsiteY5" fmla="*/ 1356721 h 2832100"/>
                <a:gd name="connsiteX6" fmla="*/ 1870608 w 2298704"/>
                <a:gd name="connsiteY6" fmla="*/ 402541 h 2832100"/>
                <a:gd name="connsiteX7" fmla="*/ 1276717 w 2298704"/>
                <a:gd name="connsiteY7" fmla="*/ 1407276 h 2832100"/>
                <a:gd name="connsiteX8" fmla="*/ 2298704 w 2298704"/>
                <a:gd name="connsiteY8" fmla="*/ 1074053 h 2832100"/>
                <a:gd name="connsiteX9" fmla="*/ 1300038 w 2298704"/>
                <a:gd name="connsiteY9" fmla="*/ 1489075 h 2832100"/>
                <a:gd name="connsiteX10" fmla="*/ 2298704 w 2298704"/>
                <a:gd name="connsiteY10" fmla="*/ 1904097 h 2832100"/>
                <a:gd name="connsiteX11" fmla="*/ 1276717 w 2298704"/>
                <a:gd name="connsiteY11" fmla="*/ 1570874 h 2832100"/>
                <a:gd name="connsiteX12" fmla="*/ 1870608 w 2298704"/>
                <a:gd name="connsiteY12" fmla="*/ 2575609 h 2832100"/>
                <a:gd name="connsiteX13" fmla="*/ 1215662 w 2298704"/>
                <a:gd name="connsiteY13" fmla="*/ 1621429 h 2832100"/>
                <a:gd name="connsiteX14" fmla="*/ 1177927 w 2298704"/>
                <a:gd name="connsiteY14" fmla="*/ 2832100 h 2832100"/>
                <a:gd name="connsiteX15" fmla="*/ 1140192 w 2298704"/>
                <a:gd name="connsiteY15" fmla="*/ 1621429 h 2832100"/>
                <a:gd name="connsiteX16" fmla="*/ 485246 w 2298704"/>
                <a:gd name="connsiteY16" fmla="*/ 2575609 h 2832100"/>
                <a:gd name="connsiteX17" fmla="*/ 1079137 w 2298704"/>
                <a:gd name="connsiteY17" fmla="*/ 1570874 h 2832100"/>
                <a:gd name="connsiteX18" fmla="*/ 57150 w 2298704"/>
                <a:gd name="connsiteY18" fmla="*/ 1904097 h 2832100"/>
                <a:gd name="connsiteX19" fmla="*/ 1055816 w 2298704"/>
                <a:gd name="connsiteY19" fmla="*/ 1489075 h 2832100"/>
                <a:gd name="connsiteX20" fmla="*/ 0 w 2298704"/>
                <a:gd name="connsiteY20" fmla="*/ 534303 h 2832100"/>
                <a:gd name="connsiteX0" fmla="*/ 0 w 2298704"/>
                <a:gd name="connsiteY0" fmla="*/ 534303 h 2832100"/>
                <a:gd name="connsiteX1" fmla="*/ 1079137 w 2298704"/>
                <a:gd name="connsiteY1" fmla="*/ 1407276 h 2832100"/>
                <a:gd name="connsiteX2" fmla="*/ 542396 w 2298704"/>
                <a:gd name="connsiteY2" fmla="*/ 186641 h 2832100"/>
                <a:gd name="connsiteX3" fmla="*/ 1140192 w 2298704"/>
                <a:gd name="connsiteY3" fmla="*/ 1356721 h 2832100"/>
                <a:gd name="connsiteX4" fmla="*/ 1177927 w 2298704"/>
                <a:gd name="connsiteY4" fmla="*/ 0 h 2832100"/>
                <a:gd name="connsiteX5" fmla="*/ 1215662 w 2298704"/>
                <a:gd name="connsiteY5" fmla="*/ 1356721 h 2832100"/>
                <a:gd name="connsiteX6" fmla="*/ 1832508 w 2298704"/>
                <a:gd name="connsiteY6" fmla="*/ 110441 h 2832100"/>
                <a:gd name="connsiteX7" fmla="*/ 1276717 w 2298704"/>
                <a:gd name="connsiteY7" fmla="*/ 1407276 h 2832100"/>
                <a:gd name="connsiteX8" fmla="*/ 2298704 w 2298704"/>
                <a:gd name="connsiteY8" fmla="*/ 1074053 h 2832100"/>
                <a:gd name="connsiteX9" fmla="*/ 1300038 w 2298704"/>
                <a:gd name="connsiteY9" fmla="*/ 1489075 h 2832100"/>
                <a:gd name="connsiteX10" fmla="*/ 2298704 w 2298704"/>
                <a:gd name="connsiteY10" fmla="*/ 1904097 h 2832100"/>
                <a:gd name="connsiteX11" fmla="*/ 1276717 w 2298704"/>
                <a:gd name="connsiteY11" fmla="*/ 1570874 h 2832100"/>
                <a:gd name="connsiteX12" fmla="*/ 1870608 w 2298704"/>
                <a:gd name="connsiteY12" fmla="*/ 2575609 h 2832100"/>
                <a:gd name="connsiteX13" fmla="*/ 1215662 w 2298704"/>
                <a:gd name="connsiteY13" fmla="*/ 1621429 h 2832100"/>
                <a:gd name="connsiteX14" fmla="*/ 1177927 w 2298704"/>
                <a:gd name="connsiteY14" fmla="*/ 2832100 h 2832100"/>
                <a:gd name="connsiteX15" fmla="*/ 1140192 w 2298704"/>
                <a:gd name="connsiteY15" fmla="*/ 1621429 h 2832100"/>
                <a:gd name="connsiteX16" fmla="*/ 485246 w 2298704"/>
                <a:gd name="connsiteY16" fmla="*/ 2575609 h 2832100"/>
                <a:gd name="connsiteX17" fmla="*/ 1079137 w 2298704"/>
                <a:gd name="connsiteY17" fmla="*/ 1570874 h 2832100"/>
                <a:gd name="connsiteX18" fmla="*/ 57150 w 2298704"/>
                <a:gd name="connsiteY18" fmla="*/ 1904097 h 2832100"/>
                <a:gd name="connsiteX19" fmla="*/ 1055816 w 2298704"/>
                <a:gd name="connsiteY19" fmla="*/ 1489075 h 2832100"/>
                <a:gd name="connsiteX20" fmla="*/ 0 w 2298704"/>
                <a:gd name="connsiteY20" fmla="*/ 534303 h 2832100"/>
                <a:gd name="connsiteX0" fmla="*/ 0 w 2387604"/>
                <a:gd name="connsiteY0" fmla="*/ 534303 h 2832100"/>
                <a:gd name="connsiteX1" fmla="*/ 1079137 w 2387604"/>
                <a:gd name="connsiteY1" fmla="*/ 1407276 h 2832100"/>
                <a:gd name="connsiteX2" fmla="*/ 542396 w 2387604"/>
                <a:gd name="connsiteY2" fmla="*/ 186641 h 2832100"/>
                <a:gd name="connsiteX3" fmla="*/ 1140192 w 2387604"/>
                <a:gd name="connsiteY3" fmla="*/ 1356721 h 2832100"/>
                <a:gd name="connsiteX4" fmla="*/ 1177927 w 2387604"/>
                <a:gd name="connsiteY4" fmla="*/ 0 h 2832100"/>
                <a:gd name="connsiteX5" fmla="*/ 1215662 w 2387604"/>
                <a:gd name="connsiteY5" fmla="*/ 1356721 h 2832100"/>
                <a:gd name="connsiteX6" fmla="*/ 1832508 w 2387604"/>
                <a:gd name="connsiteY6" fmla="*/ 110441 h 2832100"/>
                <a:gd name="connsiteX7" fmla="*/ 1276717 w 2387604"/>
                <a:gd name="connsiteY7" fmla="*/ 1407276 h 2832100"/>
                <a:gd name="connsiteX8" fmla="*/ 2387604 w 2387604"/>
                <a:gd name="connsiteY8" fmla="*/ 496203 h 2832100"/>
                <a:gd name="connsiteX9" fmla="*/ 1300038 w 2387604"/>
                <a:gd name="connsiteY9" fmla="*/ 1489075 h 2832100"/>
                <a:gd name="connsiteX10" fmla="*/ 2298704 w 2387604"/>
                <a:gd name="connsiteY10" fmla="*/ 1904097 h 2832100"/>
                <a:gd name="connsiteX11" fmla="*/ 1276717 w 2387604"/>
                <a:gd name="connsiteY11" fmla="*/ 1570874 h 2832100"/>
                <a:gd name="connsiteX12" fmla="*/ 1870608 w 2387604"/>
                <a:gd name="connsiteY12" fmla="*/ 2575609 h 2832100"/>
                <a:gd name="connsiteX13" fmla="*/ 1215662 w 2387604"/>
                <a:gd name="connsiteY13" fmla="*/ 1621429 h 2832100"/>
                <a:gd name="connsiteX14" fmla="*/ 1177927 w 2387604"/>
                <a:gd name="connsiteY14" fmla="*/ 2832100 h 2832100"/>
                <a:gd name="connsiteX15" fmla="*/ 1140192 w 2387604"/>
                <a:gd name="connsiteY15" fmla="*/ 1621429 h 2832100"/>
                <a:gd name="connsiteX16" fmla="*/ 485246 w 2387604"/>
                <a:gd name="connsiteY16" fmla="*/ 2575609 h 2832100"/>
                <a:gd name="connsiteX17" fmla="*/ 1079137 w 2387604"/>
                <a:gd name="connsiteY17" fmla="*/ 1570874 h 2832100"/>
                <a:gd name="connsiteX18" fmla="*/ 57150 w 2387604"/>
                <a:gd name="connsiteY18" fmla="*/ 1904097 h 2832100"/>
                <a:gd name="connsiteX19" fmla="*/ 1055816 w 2387604"/>
                <a:gd name="connsiteY19" fmla="*/ 1489075 h 2832100"/>
                <a:gd name="connsiteX20" fmla="*/ 0 w 2387604"/>
                <a:gd name="connsiteY20" fmla="*/ 534303 h 2832100"/>
                <a:gd name="connsiteX0" fmla="*/ 0 w 2762254"/>
                <a:gd name="connsiteY0" fmla="*/ 534303 h 2832100"/>
                <a:gd name="connsiteX1" fmla="*/ 1079137 w 2762254"/>
                <a:gd name="connsiteY1" fmla="*/ 1407276 h 2832100"/>
                <a:gd name="connsiteX2" fmla="*/ 542396 w 2762254"/>
                <a:gd name="connsiteY2" fmla="*/ 186641 h 2832100"/>
                <a:gd name="connsiteX3" fmla="*/ 1140192 w 2762254"/>
                <a:gd name="connsiteY3" fmla="*/ 1356721 h 2832100"/>
                <a:gd name="connsiteX4" fmla="*/ 1177927 w 2762254"/>
                <a:gd name="connsiteY4" fmla="*/ 0 h 2832100"/>
                <a:gd name="connsiteX5" fmla="*/ 1215662 w 2762254"/>
                <a:gd name="connsiteY5" fmla="*/ 1356721 h 2832100"/>
                <a:gd name="connsiteX6" fmla="*/ 1832508 w 2762254"/>
                <a:gd name="connsiteY6" fmla="*/ 110441 h 2832100"/>
                <a:gd name="connsiteX7" fmla="*/ 1276717 w 2762254"/>
                <a:gd name="connsiteY7" fmla="*/ 1407276 h 2832100"/>
                <a:gd name="connsiteX8" fmla="*/ 2387604 w 2762254"/>
                <a:gd name="connsiteY8" fmla="*/ 496203 h 2832100"/>
                <a:gd name="connsiteX9" fmla="*/ 1300038 w 2762254"/>
                <a:gd name="connsiteY9" fmla="*/ 1489075 h 2832100"/>
                <a:gd name="connsiteX10" fmla="*/ 2762254 w 2762254"/>
                <a:gd name="connsiteY10" fmla="*/ 1053197 h 2832100"/>
                <a:gd name="connsiteX11" fmla="*/ 1276717 w 2762254"/>
                <a:gd name="connsiteY11" fmla="*/ 1570874 h 2832100"/>
                <a:gd name="connsiteX12" fmla="*/ 1870608 w 2762254"/>
                <a:gd name="connsiteY12" fmla="*/ 2575609 h 2832100"/>
                <a:gd name="connsiteX13" fmla="*/ 1215662 w 2762254"/>
                <a:gd name="connsiteY13" fmla="*/ 1621429 h 2832100"/>
                <a:gd name="connsiteX14" fmla="*/ 1177927 w 2762254"/>
                <a:gd name="connsiteY14" fmla="*/ 2832100 h 2832100"/>
                <a:gd name="connsiteX15" fmla="*/ 1140192 w 2762254"/>
                <a:gd name="connsiteY15" fmla="*/ 1621429 h 2832100"/>
                <a:gd name="connsiteX16" fmla="*/ 485246 w 2762254"/>
                <a:gd name="connsiteY16" fmla="*/ 2575609 h 2832100"/>
                <a:gd name="connsiteX17" fmla="*/ 1079137 w 2762254"/>
                <a:gd name="connsiteY17" fmla="*/ 1570874 h 2832100"/>
                <a:gd name="connsiteX18" fmla="*/ 57150 w 2762254"/>
                <a:gd name="connsiteY18" fmla="*/ 1904097 h 2832100"/>
                <a:gd name="connsiteX19" fmla="*/ 1055816 w 2762254"/>
                <a:gd name="connsiteY19" fmla="*/ 1489075 h 2832100"/>
                <a:gd name="connsiteX20" fmla="*/ 0 w 2762254"/>
                <a:gd name="connsiteY20" fmla="*/ 534303 h 2832100"/>
                <a:gd name="connsiteX0" fmla="*/ 0 w 2829458"/>
                <a:gd name="connsiteY0" fmla="*/ 534303 h 2832100"/>
                <a:gd name="connsiteX1" fmla="*/ 1079137 w 2829458"/>
                <a:gd name="connsiteY1" fmla="*/ 1407276 h 2832100"/>
                <a:gd name="connsiteX2" fmla="*/ 542396 w 2829458"/>
                <a:gd name="connsiteY2" fmla="*/ 186641 h 2832100"/>
                <a:gd name="connsiteX3" fmla="*/ 1140192 w 2829458"/>
                <a:gd name="connsiteY3" fmla="*/ 1356721 h 2832100"/>
                <a:gd name="connsiteX4" fmla="*/ 1177927 w 2829458"/>
                <a:gd name="connsiteY4" fmla="*/ 0 h 2832100"/>
                <a:gd name="connsiteX5" fmla="*/ 1215662 w 2829458"/>
                <a:gd name="connsiteY5" fmla="*/ 1356721 h 2832100"/>
                <a:gd name="connsiteX6" fmla="*/ 1832508 w 2829458"/>
                <a:gd name="connsiteY6" fmla="*/ 110441 h 2832100"/>
                <a:gd name="connsiteX7" fmla="*/ 1276717 w 2829458"/>
                <a:gd name="connsiteY7" fmla="*/ 1407276 h 2832100"/>
                <a:gd name="connsiteX8" fmla="*/ 2387604 w 2829458"/>
                <a:gd name="connsiteY8" fmla="*/ 496203 h 2832100"/>
                <a:gd name="connsiteX9" fmla="*/ 1300038 w 2829458"/>
                <a:gd name="connsiteY9" fmla="*/ 1489075 h 2832100"/>
                <a:gd name="connsiteX10" fmla="*/ 2762254 w 2829458"/>
                <a:gd name="connsiteY10" fmla="*/ 1053197 h 2832100"/>
                <a:gd name="connsiteX11" fmla="*/ 1276717 w 2829458"/>
                <a:gd name="connsiteY11" fmla="*/ 1570874 h 2832100"/>
                <a:gd name="connsiteX12" fmla="*/ 2829458 w 2829458"/>
                <a:gd name="connsiteY12" fmla="*/ 1699309 h 2832100"/>
                <a:gd name="connsiteX13" fmla="*/ 1215662 w 2829458"/>
                <a:gd name="connsiteY13" fmla="*/ 1621429 h 2832100"/>
                <a:gd name="connsiteX14" fmla="*/ 1177927 w 2829458"/>
                <a:gd name="connsiteY14" fmla="*/ 2832100 h 2832100"/>
                <a:gd name="connsiteX15" fmla="*/ 1140192 w 2829458"/>
                <a:gd name="connsiteY15" fmla="*/ 1621429 h 2832100"/>
                <a:gd name="connsiteX16" fmla="*/ 485246 w 2829458"/>
                <a:gd name="connsiteY16" fmla="*/ 2575609 h 2832100"/>
                <a:gd name="connsiteX17" fmla="*/ 1079137 w 2829458"/>
                <a:gd name="connsiteY17" fmla="*/ 1570874 h 2832100"/>
                <a:gd name="connsiteX18" fmla="*/ 57150 w 2829458"/>
                <a:gd name="connsiteY18" fmla="*/ 1904097 h 2832100"/>
                <a:gd name="connsiteX19" fmla="*/ 1055816 w 2829458"/>
                <a:gd name="connsiteY19" fmla="*/ 1489075 h 2832100"/>
                <a:gd name="connsiteX20" fmla="*/ 0 w 2829458"/>
                <a:gd name="connsiteY20" fmla="*/ 534303 h 2832100"/>
                <a:gd name="connsiteX0" fmla="*/ 342900 w 3172358"/>
                <a:gd name="connsiteY0" fmla="*/ 534303 h 2832100"/>
                <a:gd name="connsiteX1" fmla="*/ 1422037 w 3172358"/>
                <a:gd name="connsiteY1" fmla="*/ 1407276 h 2832100"/>
                <a:gd name="connsiteX2" fmla="*/ 885296 w 3172358"/>
                <a:gd name="connsiteY2" fmla="*/ 186641 h 2832100"/>
                <a:gd name="connsiteX3" fmla="*/ 1483092 w 3172358"/>
                <a:gd name="connsiteY3" fmla="*/ 1356721 h 2832100"/>
                <a:gd name="connsiteX4" fmla="*/ 1520827 w 3172358"/>
                <a:gd name="connsiteY4" fmla="*/ 0 h 2832100"/>
                <a:gd name="connsiteX5" fmla="*/ 1558562 w 3172358"/>
                <a:gd name="connsiteY5" fmla="*/ 1356721 h 2832100"/>
                <a:gd name="connsiteX6" fmla="*/ 2175408 w 3172358"/>
                <a:gd name="connsiteY6" fmla="*/ 110441 h 2832100"/>
                <a:gd name="connsiteX7" fmla="*/ 1619617 w 3172358"/>
                <a:gd name="connsiteY7" fmla="*/ 1407276 h 2832100"/>
                <a:gd name="connsiteX8" fmla="*/ 2730504 w 3172358"/>
                <a:gd name="connsiteY8" fmla="*/ 496203 h 2832100"/>
                <a:gd name="connsiteX9" fmla="*/ 1642938 w 3172358"/>
                <a:gd name="connsiteY9" fmla="*/ 1489075 h 2832100"/>
                <a:gd name="connsiteX10" fmla="*/ 3105154 w 3172358"/>
                <a:gd name="connsiteY10" fmla="*/ 1053197 h 2832100"/>
                <a:gd name="connsiteX11" fmla="*/ 1619617 w 3172358"/>
                <a:gd name="connsiteY11" fmla="*/ 1570874 h 2832100"/>
                <a:gd name="connsiteX12" fmla="*/ 3172358 w 3172358"/>
                <a:gd name="connsiteY12" fmla="*/ 1699309 h 2832100"/>
                <a:gd name="connsiteX13" fmla="*/ 1558562 w 3172358"/>
                <a:gd name="connsiteY13" fmla="*/ 1621429 h 2832100"/>
                <a:gd name="connsiteX14" fmla="*/ 1520827 w 3172358"/>
                <a:gd name="connsiteY14" fmla="*/ 2832100 h 2832100"/>
                <a:gd name="connsiteX15" fmla="*/ 1483092 w 3172358"/>
                <a:gd name="connsiteY15" fmla="*/ 1621429 h 2832100"/>
                <a:gd name="connsiteX16" fmla="*/ 828146 w 3172358"/>
                <a:gd name="connsiteY16" fmla="*/ 2575609 h 2832100"/>
                <a:gd name="connsiteX17" fmla="*/ 1422037 w 3172358"/>
                <a:gd name="connsiteY17" fmla="*/ 1570874 h 2832100"/>
                <a:gd name="connsiteX18" fmla="*/ 0 w 3172358"/>
                <a:gd name="connsiteY18" fmla="*/ 1078597 h 2832100"/>
                <a:gd name="connsiteX19" fmla="*/ 1398716 w 3172358"/>
                <a:gd name="connsiteY19" fmla="*/ 1489075 h 2832100"/>
                <a:gd name="connsiteX20" fmla="*/ 342900 w 3172358"/>
                <a:gd name="connsiteY20" fmla="*/ 534303 h 2832100"/>
                <a:gd name="connsiteX0" fmla="*/ 479954 w 3309412"/>
                <a:gd name="connsiteY0" fmla="*/ 534303 h 2832100"/>
                <a:gd name="connsiteX1" fmla="*/ 1559091 w 3309412"/>
                <a:gd name="connsiteY1" fmla="*/ 1407276 h 2832100"/>
                <a:gd name="connsiteX2" fmla="*/ 1022350 w 3309412"/>
                <a:gd name="connsiteY2" fmla="*/ 186641 h 2832100"/>
                <a:gd name="connsiteX3" fmla="*/ 1620146 w 3309412"/>
                <a:gd name="connsiteY3" fmla="*/ 1356721 h 2832100"/>
                <a:gd name="connsiteX4" fmla="*/ 1657881 w 3309412"/>
                <a:gd name="connsiteY4" fmla="*/ 0 h 2832100"/>
                <a:gd name="connsiteX5" fmla="*/ 1695616 w 3309412"/>
                <a:gd name="connsiteY5" fmla="*/ 1356721 h 2832100"/>
                <a:gd name="connsiteX6" fmla="*/ 2312462 w 3309412"/>
                <a:gd name="connsiteY6" fmla="*/ 110441 h 2832100"/>
                <a:gd name="connsiteX7" fmla="*/ 1756671 w 3309412"/>
                <a:gd name="connsiteY7" fmla="*/ 1407276 h 2832100"/>
                <a:gd name="connsiteX8" fmla="*/ 2867558 w 3309412"/>
                <a:gd name="connsiteY8" fmla="*/ 496203 h 2832100"/>
                <a:gd name="connsiteX9" fmla="*/ 1779992 w 3309412"/>
                <a:gd name="connsiteY9" fmla="*/ 1489075 h 2832100"/>
                <a:gd name="connsiteX10" fmla="*/ 3242208 w 3309412"/>
                <a:gd name="connsiteY10" fmla="*/ 1053197 h 2832100"/>
                <a:gd name="connsiteX11" fmla="*/ 1756671 w 3309412"/>
                <a:gd name="connsiteY11" fmla="*/ 1570874 h 2832100"/>
                <a:gd name="connsiteX12" fmla="*/ 3309412 w 3309412"/>
                <a:gd name="connsiteY12" fmla="*/ 1699309 h 2832100"/>
                <a:gd name="connsiteX13" fmla="*/ 1695616 w 3309412"/>
                <a:gd name="connsiteY13" fmla="*/ 1621429 h 2832100"/>
                <a:gd name="connsiteX14" fmla="*/ 1657881 w 3309412"/>
                <a:gd name="connsiteY14" fmla="*/ 2832100 h 2832100"/>
                <a:gd name="connsiteX15" fmla="*/ 1620146 w 3309412"/>
                <a:gd name="connsiteY15" fmla="*/ 1621429 h 2832100"/>
                <a:gd name="connsiteX16" fmla="*/ 0 w 3309412"/>
                <a:gd name="connsiteY16" fmla="*/ 1718359 h 2832100"/>
                <a:gd name="connsiteX17" fmla="*/ 1559091 w 3309412"/>
                <a:gd name="connsiteY17" fmla="*/ 1570874 h 2832100"/>
                <a:gd name="connsiteX18" fmla="*/ 137054 w 3309412"/>
                <a:gd name="connsiteY18" fmla="*/ 1078597 h 2832100"/>
                <a:gd name="connsiteX19" fmla="*/ 1535770 w 3309412"/>
                <a:gd name="connsiteY19" fmla="*/ 1489075 h 2832100"/>
                <a:gd name="connsiteX20" fmla="*/ 479954 w 3309412"/>
                <a:gd name="connsiteY20" fmla="*/ 534303 h 2832100"/>
                <a:gd name="connsiteX0" fmla="*/ 479954 w 3309412"/>
                <a:gd name="connsiteY0" fmla="*/ 534303 h 2832100"/>
                <a:gd name="connsiteX1" fmla="*/ 1559091 w 3309412"/>
                <a:gd name="connsiteY1" fmla="*/ 1407276 h 2832100"/>
                <a:gd name="connsiteX2" fmla="*/ 1022350 w 3309412"/>
                <a:gd name="connsiteY2" fmla="*/ 186641 h 2832100"/>
                <a:gd name="connsiteX3" fmla="*/ 1620146 w 3309412"/>
                <a:gd name="connsiteY3" fmla="*/ 1356721 h 2832100"/>
                <a:gd name="connsiteX4" fmla="*/ 1657881 w 3309412"/>
                <a:gd name="connsiteY4" fmla="*/ 0 h 2832100"/>
                <a:gd name="connsiteX5" fmla="*/ 1695616 w 3309412"/>
                <a:gd name="connsiteY5" fmla="*/ 1356721 h 2832100"/>
                <a:gd name="connsiteX6" fmla="*/ 2312462 w 3309412"/>
                <a:gd name="connsiteY6" fmla="*/ 110441 h 2832100"/>
                <a:gd name="connsiteX7" fmla="*/ 1756671 w 3309412"/>
                <a:gd name="connsiteY7" fmla="*/ 1407276 h 2832100"/>
                <a:gd name="connsiteX8" fmla="*/ 2867558 w 3309412"/>
                <a:gd name="connsiteY8" fmla="*/ 496203 h 2832100"/>
                <a:gd name="connsiteX9" fmla="*/ 1779992 w 3309412"/>
                <a:gd name="connsiteY9" fmla="*/ 1489075 h 2832100"/>
                <a:gd name="connsiteX10" fmla="*/ 3242208 w 3309412"/>
                <a:gd name="connsiteY10" fmla="*/ 1053197 h 2832100"/>
                <a:gd name="connsiteX11" fmla="*/ 1756671 w 3309412"/>
                <a:gd name="connsiteY11" fmla="*/ 1570874 h 2832100"/>
                <a:gd name="connsiteX12" fmla="*/ 3309412 w 3309412"/>
                <a:gd name="connsiteY12" fmla="*/ 1699309 h 2832100"/>
                <a:gd name="connsiteX13" fmla="*/ 1695616 w 3309412"/>
                <a:gd name="connsiteY13" fmla="*/ 1621429 h 2832100"/>
                <a:gd name="connsiteX14" fmla="*/ 1657881 w 3309412"/>
                <a:gd name="connsiteY14" fmla="*/ 2832100 h 2832100"/>
                <a:gd name="connsiteX15" fmla="*/ 1537596 w 3309412"/>
                <a:gd name="connsiteY15" fmla="*/ 1748429 h 2832100"/>
                <a:gd name="connsiteX16" fmla="*/ 0 w 3309412"/>
                <a:gd name="connsiteY16" fmla="*/ 1718359 h 2832100"/>
                <a:gd name="connsiteX17" fmla="*/ 1559091 w 3309412"/>
                <a:gd name="connsiteY17" fmla="*/ 1570874 h 2832100"/>
                <a:gd name="connsiteX18" fmla="*/ 137054 w 3309412"/>
                <a:gd name="connsiteY18" fmla="*/ 1078597 h 2832100"/>
                <a:gd name="connsiteX19" fmla="*/ 1535770 w 3309412"/>
                <a:gd name="connsiteY19" fmla="*/ 1489075 h 2832100"/>
                <a:gd name="connsiteX20" fmla="*/ 479954 w 3309412"/>
                <a:gd name="connsiteY20" fmla="*/ 534303 h 28321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695616 w 3309412"/>
                <a:gd name="connsiteY13" fmla="*/ 1621429 h 1778000"/>
                <a:gd name="connsiteX14" fmla="*/ 1657881 w 3309412"/>
                <a:gd name="connsiteY14" fmla="*/ 1778000 h 1778000"/>
                <a:gd name="connsiteX15" fmla="*/ 1537596 w 3309412"/>
                <a:gd name="connsiteY15" fmla="*/ 1748429 h 1778000"/>
                <a:gd name="connsiteX16" fmla="*/ 0 w 3309412"/>
                <a:gd name="connsiteY16" fmla="*/ 1718359 h 1778000"/>
                <a:gd name="connsiteX17" fmla="*/ 1559091 w 3309412"/>
                <a:gd name="connsiteY17" fmla="*/ 157087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537596 w 3309412"/>
                <a:gd name="connsiteY15" fmla="*/ 1748429 h 1778000"/>
                <a:gd name="connsiteX16" fmla="*/ 0 w 3309412"/>
                <a:gd name="connsiteY16" fmla="*/ 1718359 h 1778000"/>
                <a:gd name="connsiteX17" fmla="*/ 1559091 w 3309412"/>
                <a:gd name="connsiteY17" fmla="*/ 157087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559091 w 3309412"/>
                <a:gd name="connsiteY17" fmla="*/ 157087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3437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34170 w 3309412"/>
                <a:gd name="connsiteY19" fmla="*/ 15271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34170 w 3309412"/>
                <a:gd name="connsiteY19" fmla="*/ 15271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34170 w 3309412"/>
                <a:gd name="connsiteY19" fmla="*/ 15271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21470 w 3309412"/>
                <a:gd name="connsiteY19" fmla="*/ 15462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601096 w 3309412"/>
                <a:gd name="connsiteY3" fmla="*/ 14456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21470 w 3309412"/>
                <a:gd name="connsiteY19" fmla="*/ 15462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607446 w 3309412"/>
                <a:gd name="connsiteY3" fmla="*/ 15281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21470 w 3309412"/>
                <a:gd name="connsiteY19" fmla="*/ 15462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626496 w 3309412"/>
                <a:gd name="connsiteY3" fmla="*/ 15218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21470 w 3309412"/>
                <a:gd name="connsiteY19" fmla="*/ 15462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21470 w 3309412"/>
                <a:gd name="connsiteY19" fmla="*/ 15462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91320 w 3309412"/>
                <a:gd name="connsiteY19" fmla="*/ 16033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510370 w 3309412"/>
                <a:gd name="connsiteY19" fmla="*/ 15970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65920 w 3309412"/>
                <a:gd name="connsiteY19" fmla="*/ 15906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9391 w 3309412"/>
                <a:gd name="connsiteY17" fmla="*/ 1701049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7247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82916 w 3309412"/>
                <a:gd name="connsiteY5" fmla="*/ 149007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896371 w 3309412"/>
                <a:gd name="connsiteY11" fmla="*/ 164072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91596 w 3309412"/>
                <a:gd name="connsiteY11" fmla="*/ 166294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95867 w 3309412"/>
                <a:gd name="connsiteY9" fmla="*/ 1644650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89517 w 3309412"/>
                <a:gd name="connsiteY9" fmla="*/ 1600200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804296 w 3309412"/>
                <a:gd name="connsiteY7" fmla="*/ 149617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78620 w 3309412"/>
                <a:gd name="connsiteY19" fmla="*/ 158115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59774 h 1778000"/>
                <a:gd name="connsiteX18" fmla="*/ 137054 w 3309412"/>
                <a:gd name="connsiteY18" fmla="*/ 1078597 h 1778000"/>
                <a:gd name="connsiteX19" fmla="*/ 1478620 w 3309412"/>
                <a:gd name="connsiteY19" fmla="*/ 158115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58271 w 3309412"/>
                <a:gd name="connsiteY11" fmla="*/ 166294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59774 h 1778000"/>
                <a:gd name="connsiteX18" fmla="*/ 137054 w 3309412"/>
                <a:gd name="connsiteY18" fmla="*/ 1078597 h 1778000"/>
                <a:gd name="connsiteX19" fmla="*/ 1478620 w 3309412"/>
                <a:gd name="connsiteY19" fmla="*/ 158115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30792 w 3309412"/>
                <a:gd name="connsiteY9" fmla="*/ 1584325 h 1778000"/>
                <a:gd name="connsiteX10" fmla="*/ 3242208 w 3309412"/>
                <a:gd name="connsiteY10" fmla="*/ 1053197 h 1778000"/>
                <a:gd name="connsiteX11" fmla="*/ 1858271 w 3309412"/>
                <a:gd name="connsiteY11" fmla="*/ 166294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59774 h 1778000"/>
                <a:gd name="connsiteX18" fmla="*/ 137054 w 3309412"/>
                <a:gd name="connsiteY18" fmla="*/ 1078597 h 1778000"/>
                <a:gd name="connsiteX19" fmla="*/ 1478620 w 3309412"/>
                <a:gd name="connsiteY19" fmla="*/ 158115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78896 w 3309412"/>
                <a:gd name="connsiteY7" fmla="*/ 1518401 h 1778000"/>
                <a:gd name="connsiteX8" fmla="*/ 2867558 w 3309412"/>
                <a:gd name="connsiteY8" fmla="*/ 496203 h 1778000"/>
                <a:gd name="connsiteX9" fmla="*/ 1830792 w 3309412"/>
                <a:gd name="connsiteY9" fmla="*/ 1584325 h 1778000"/>
                <a:gd name="connsiteX10" fmla="*/ 3242208 w 3309412"/>
                <a:gd name="connsiteY10" fmla="*/ 1053197 h 1778000"/>
                <a:gd name="connsiteX11" fmla="*/ 1858271 w 3309412"/>
                <a:gd name="connsiteY11" fmla="*/ 166294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59774 h 1778000"/>
                <a:gd name="connsiteX18" fmla="*/ 137054 w 3309412"/>
                <a:gd name="connsiteY18" fmla="*/ 1078597 h 1778000"/>
                <a:gd name="connsiteX19" fmla="*/ 1478620 w 3309412"/>
                <a:gd name="connsiteY19" fmla="*/ 158115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17480 w 3309412"/>
                <a:gd name="connsiteY4" fmla="*/ 1175995 h 1778000"/>
                <a:gd name="connsiteX5" fmla="*/ 1657881 w 3309412"/>
                <a:gd name="connsiteY5" fmla="*/ 0 h 1778000"/>
                <a:gd name="connsiteX6" fmla="*/ 1698791 w 3309412"/>
                <a:gd name="connsiteY6" fmla="*/ 1480546 h 1778000"/>
                <a:gd name="connsiteX7" fmla="*/ 2312462 w 3309412"/>
                <a:gd name="connsiteY7" fmla="*/ 110441 h 1778000"/>
                <a:gd name="connsiteX8" fmla="*/ 1778896 w 3309412"/>
                <a:gd name="connsiteY8" fmla="*/ 1518401 h 1778000"/>
                <a:gd name="connsiteX9" fmla="*/ 2867558 w 3309412"/>
                <a:gd name="connsiteY9" fmla="*/ 496203 h 1778000"/>
                <a:gd name="connsiteX10" fmla="*/ 1830792 w 3309412"/>
                <a:gd name="connsiteY10" fmla="*/ 1584325 h 1778000"/>
                <a:gd name="connsiteX11" fmla="*/ 3242208 w 3309412"/>
                <a:gd name="connsiteY11" fmla="*/ 1053197 h 1778000"/>
                <a:gd name="connsiteX12" fmla="*/ 1858271 w 3309412"/>
                <a:gd name="connsiteY12" fmla="*/ 1662949 h 1778000"/>
                <a:gd name="connsiteX13" fmla="*/ 3309412 w 3309412"/>
                <a:gd name="connsiteY13" fmla="*/ 1699309 h 1778000"/>
                <a:gd name="connsiteX14" fmla="*/ 1943266 w 3309412"/>
                <a:gd name="connsiteY14" fmla="*/ 1742079 h 1778000"/>
                <a:gd name="connsiteX15" fmla="*/ 1657881 w 3309412"/>
                <a:gd name="connsiteY15" fmla="*/ 1778000 h 1778000"/>
                <a:gd name="connsiteX16" fmla="*/ 1499496 w 3309412"/>
                <a:gd name="connsiteY16" fmla="*/ 1761129 h 1778000"/>
                <a:gd name="connsiteX17" fmla="*/ 0 w 3309412"/>
                <a:gd name="connsiteY17" fmla="*/ 1718359 h 1778000"/>
                <a:gd name="connsiteX18" fmla="*/ 1444791 w 3309412"/>
                <a:gd name="connsiteY18" fmla="*/ 1659774 h 1778000"/>
                <a:gd name="connsiteX19" fmla="*/ 137054 w 3309412"/>
                <a:gd name="connsiteY19" fmla="*/ 1078597 h 1778000"/>
                <a:gd name="connsiteX20" fmla="*/ 1478620 w 3309412"/>
                <a:gd name="connsiteY20" fmla="*/ 1581150 h 1778000"/>
                <a:gd name="connsiteX21" fmla="*/ 479954 w 3309412"/>
                <a:gd name="connsiteY21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17480 w 3309412"/>
                <a:gd name="connsiteY4" fmla="*/ 1175995 h 1778000"/>
                <a:gd name="connsiteX5" fmla="*/ 1657881 w 3309412"/>
                <a:gd name="connsiteY5" fmla="*/ 0 h 1778000"/>
                <a:gd name="connsiteX6" fmla="*/ 1698791 w 3309412"/>
                <a:gd name="connsiteY6" fmla="*/ 1480546 h 1778000"/>
                <a:gd name="connsiteX7" fmla="*/ 2312462 w 3309412"/>
                <a:gd name="connsiteY7" fmla="*/ 110441 h 1778000"/>
                <a:gd name="connsiteX8" fmla="*/ 1778896 w 3309412"/>
                <a:gd name="connsiteY8" fmla="*/ 1518401 h 1778000"/>
                <a:gd name="connsiteX9" fmla="*/ 2867558 w 3309412"/>
                <a:gd name="connsiteY9" fmla="*/ 496203 h 1778000"/>
                <a:gd name="connsiteX10" fmla="*/ 1830792 w 3309412"/>
                <a:gd name="connsiteY10" fmla="*/ 1584325 h 1778000"/>
                <a:gd name="connsiteX11" fmla="*/ 3242208 w 3309412"/>
                <a:gd name="connsiteY11" fmla="*/ 1053197 h 1778000"/>
                <a:gd name="connsiteX12" fmla="*/ 1858271 w 3309412"/>
                <a:gd name="connsiteY12" fmla="*/ 1662949 h 1778000"/>
                <a:gd name="connsiteX13" fmla="*/ 3309412 w 3309412"/>
                <a:gd name="connsiteY13" fmla="*/ 1699309 h 1778000"/>
                <a:gd name="connsiteX14" fmla="*/ 1943266 w 3309412"/>
                <a:gd name="connsiteY14" fmla="*/ 1742079 h 1778000"/>
                <a:gd name="connsiteX15" fmla="*/ 1657881 w 3309412"/>
                <a:gd name="connsiteY15" fmla="*/ 1778000 h 1778000"/>
                <a:gd name="connsiteX16" fmla="*/ 1499496 w 3309412"/>
                <a:gd name="connsiteY16" fmla="*/ 1761129 h 1778000"/>
                <a:gd name="connsiteX17" fmla="*/ 0 w 3309412"/>
                <a:gd name="connsiteY17" fmla="*/ 1718359 h 1778000"/>
                <a:gd name="connsiteX18" fmla="*/ 1444791 w 3309412"/>
                <a:gd name="connsiteY18" fmla="*/ 1659774 h 1778000"/>
                <a:gd name="connsiteX19" fmla="*/ 137054 w 3309412"/>
                <a:gd name="connsiteY19" fmla="*/ 1078597 h 1778000"/>
                <a:gd name="connsiteX20" fmla="*/ 1478620 w 3309412"/>
                <a:gd name="connsiteY20" fmla="*/ 1581150 h 1778000"/>
                <a:gd name="connsiteX21" fmla="*/ 479954 w 3309412"/>
                <a:gd name="connsiteY21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17480 w 3309412"/>
                <a:gd name="connsiteY4" fmla="*/ 1175995 h 1778000"/>
                <a:gd name="connsiteX5" fmla="*/ 1657881 w 3309412"/>
                <a:gd name="connsiteY5" fmla="*/ 0 h 1778000"/>
                <a:gd name="connsiteX6" fmla="*/ 1698791 w 3309412"/>
                <a:gd name="connsiteY6" fmla="*/ 1480546 h 1778000"/>
                <a:gd name="connsiteX7" fmla="*/ 2312462 w 3309412"/>
                <a:gd name="connsiteY7" fmla="*/ 110441 h 1778000"/>
                <a:gd name="connsiteX8" fmla="*/ 1778896 w 3309412"/>
                <a:gd name="connsiteY8" fmla="*/ 1518401 h 1778000"/>
                <a:gd name="connsiteX9" fmla="*/ 2867558 w 3309412"/>
                <a:gd name="connsiteY9" fmla="*/ 496203 h 1778000"/>
                <a:gd name="connsiteX10" fmla="*/ 1830792 w 3309412"/>
                <a:gd name="connsiteY10" fmla="*/ 1584325 h 1778000"/>
                <a:gd name="connsiteX11" fmla="*/ 3242208 w 3309412"/>
                <a:gd name="connsiteY11" fmla="*/ 1053197 h 1778000"/>
                <a:gd name="connsiteX12" fmla="*/ 1858271 w 3309412"/>
                <a:gd name="connsiteY12" fmla="*/ 1662949 h 1778000"/>
                <a:gd name="connsiteX13" fmla="*/ 3309412 w 3309412"/>
                <a:gd name="connsiteY13" fmla="*/ 1699309 h 1778000"/>
                <a:gd name="connsiteX14" fmla="*/ 1943266 w 3309412"/>
                <a:gd name="connsiteY14" fmla="*/ 1742079 h 1778000"/>
                <a:gd name="connsiteX15" fmla="*/ 1657881 w 3309412"/>
                <a:gd name="connsiteY15" fmla="*/ 1778000 h 1778000"/>
                <a:gd name="connsiteX16" fmla="*/ 1499496 w 3309412"/>
                <a:gd name="connsiteY16" fmla="*/ 1761129 h 1778000"/>
                <a:gd name="connsiteX17" fmla="*/ 0 w 3309412"/>
                <a:gd name="connsiteY17" fmla="*/ 1718359 h 1778000"/>
                <a:gd name="connsiteX18" fmla="*/ 1444791 w 3309412"/>
                <a:gd name="connsiteY18" fmla="*/ 1659774 h 1778000"/>
                <a:gd name="connsiteX19" fmla="*/ 137054 w 3309412"/>
                <a:gd name="connsiteY19" fmla="*/ 1078597 h 1778000"/>
                <a:gd name="connsiteX20" fmla="*/ 1478620 w 3309412"/>
                <a:gd name="connsiteY20" fmla="*/ 1581150 h 1778000"/>
                <a:gd name="connsiteX21" fmla="*/ 479954 w 3309412"/>
                <a:gd name="connsiteY21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10336 w 3309412"/>
                <a:gd name="connsiteY4" fmla="*/ 1216476 h 1778000"/>
                <a:gd name="connsiteX5" fmla="*/ 1657881 w 3309412"/>
                <a:gd name="connsiteY5" fmla="*/ 0 h 1778000"/>
                <a:gd name="connsiteX6" fmla="*/ 1698791 w 3309412"/>
                <a:gd name="connsiteY6" fmla="*/ 1480546 h 1778000"/>
                <a:gd name="connsiteX7" fmla="*/ 2312462 w 3309412"/>
                <a:gd name="connsiteY7" fmla="*/ 110441 h 1778000"/>
                <a:gd name="connsiteX8" fmla="*/ 1778896 w 3309412"/>
                <a:gd name="connsiteY8" fmla="*/ 1518401 h 1778000"/>
                <a:gd name="connsiteX9" fmla="*/ 2867558 w 3309412"/>
                <a:gd name="connsiteY9" fmla="*/ 496203 h 1778000"/>
                <a:gd name="connsiteX10" fmla="*/ 1830792 w 3309412"/>
                <a:gd name="connsiteY10" fmla="*/ 1584325 h 1778000"/>
                <a:gd name="connsiteX11" fmla="*/ 3242208 w 3309412"/>
                <a:gd name="connsiteY11" fmla="*/ 1053197 h 1778000"/>
                <a:gd name="connsiteX12" fmla="*/ 1858271 w 3309412"/>
                <a:gd name="connsiteY12" fmla="*/ 1662949 h 1778000"/>
                <a:gd name="connsiteX13" fmla="*/ 3309412 w 3309412"/>
                <a:gd name="connsiteY13" fmla="*/ 1699309 h 1778000"/>
                <a:gd name="connsiteX14" fmla="*/ 1943266 w 3309412"/>
                <a:gd name="connsiteY14" fmla="*/ 1742079 h 1778000"/>
                <a:gd name="connsiteX15" fmla="*/ 1657881 w 3309412"/>
                <a:gd name="connsiteY15" fmla="*/ 1778000 h 1778000"/>
                <a:gd name="connsiteX16" fmla="*/ 1499496 w 3309412"/>
                <a:gd name="connsiteY16" fmla="*/ 1761129 h 1778000"/>
                <a:gd name="connsiteX17" fmla="*/ 0 w 3309412"/>
                <a:gd name="connsiteY17" fmla="*/ 1718359 h 1778000"/>
                <a:gd name="connsiteX18" fmla="*/ 1444791 w 3309412"/>
                <a:gd name="connsiteY18" fmla="*/ 1659774 h 1778000"/>
                <a:gd name="connsiteX19" fmla="*/ 137054 w 3309412"/>
                <a:gd name="connsiteY19" fmla="*/ 1078597 h 1778000"/>
                <a:gd name="connsiteX20" fmla="*/ 1478620 w 3309412"/>
                <a:gd name="connsiteY20" fmla="*/ 1581150 h 1778000"/>
                <a:gd name="connsiteX21" fmla="*/ 479954 w 3309412"/>
                <a:gd name="connsiteY21" fmla="*/ 534303 h 1778000"/>
                <a:gd name="connsiteX0" fmla="*/ 479954 w 3309412"/>
                <a:gd name="connsiteY0" fmla="*/ 537148 h 1780845"/>
                <a:gd name="connsiteX1" fmla="*/ 1530516 w 3309412"/>
                <a:gd name="connsiteY1" fmla="*/ 1524421 h 1780845"/>
                <a:gd name="connsiteX2" fmla="*/ 1022350 w 3309412"/>
                <a:gd name="connsiteY2" fmla="*/ 189486 h 1780845"/>
                <a:gd name="connsiteX3" fmla="*/ 1607446 w 3309412"/>
                <a:gd name="connsiteY3" fmla="*/ 1489741 h 1780845"/>
                <a:gd name="connsiteX4" fmla="*/ 1610336 w 3309412"/>
                <a:gd name="connsiteY4" fmla="*/ 1219321 h 1780845"/>
                <a:gd name="connsiteX5" fmla="*/ 1586523 w 3309412"/>
                <a:gd name="connsiteY5" fmla="*/ 1121690 h 1780845"/>
                <a:gd name="connsiteX6" fmla="*/ 1657881 w 3309412"/>
                <a:gd name="connsiteY6" fmla="*/ 2845 h 1780845"/>
                <a:gd name="connsiteX7" fmla="*/ 1698791 w 3309412"/>
                <a:gd name="connsiteY7" fmla="*/ 1483391 h 1780845"/>
                <a:gd name="connsiteX8" fmla="*/ 2312462 w 3309412"/>
                <a:gd name="connsiteY8" fmla="*/ 113286 h 1780845"/>
                <a:gd name="connsiteX9" fmla="*/ 1778896 w 3309412"/>
                <a:gd name="connsiteY9" fmla="*/ 1521246 h 1780845"/>
                <a:gd name="connsiteX10" fmla="*/ 2867558 w 3309412"/>
                <a:gd name="connsiteY10" fmla="*/ 499048 h 1780845"/>
                <a:gd name="connsiteX11" fmla="*/ 1830792 w 3309412"/>
                <a:gd name="connsiteY11" fmla="*/ 1587170 h 1780845"/>
                <a:gd name="connsiteX12" fmla="*/ 3242208 w 3309412"/>
                <a:gd name="connsiteY12" fmla="*/ 1056042 h 1780845"/>
                <a:gd name="connsiteX13" fmla="*/ 1858271 w 3309412"/>
                <a:gd name="connsiteY13" fmla="*/ 1665794 h 1780845"/>
                <a:gd name="connsiteX14" fmla="*/ 3309412 w 3309412"/>
                <a:gd name="connsiteY14" fmla="*/ 1702154 h 1780845"/>
                <a:gd name="connsiteX15" fmla="*/ 1943266 w 3309412"/>
                <a:gd name="connsiteY15" fmla="*/ 1744924 h 1780845"/>
                <a:gd name="connsiteX16" fmla="*/ 1657881 w 3309412"/>
                <a:gd name="connsiteY16" fmla="*/ 1780845 h 1780845"/>
                <a:gd name="connsiteX17" fmla="*/ 1499496 w 3309412"/>
                <a:gd name="connsiteY17" fmla="*/ 1763974 h 1780845"/>
                <a:gd name="connsiteX18" fmla="*/ 0 w 3309412"/>
                <a:gd name="connsiteY18" fmla="*/ 1721204 h 1780845"/>
                <a:gd name="connsiteX19" fmla="*/ 1444791 w 3309412"/>
                <a:gd name="connsiteY19" fmla="*/ 1662619 h 1780845"/>
                <a:gd name="connsiteX20" fmla="*/ 137054 w 3309412"/>
                <a:gd name="connsiteY20" fmla="*/ 1081442 h 1780845"/>
                <a:gd name="connsiteX21" fmla="*/ 1478620 w 3309412"/>
                <a:gd name="connsiteY21" fmla="*/ 1583995 h 1780845"/>
                <a:gd name="connsiteX22" fmla="*/ 479954 w 3309412"/>
                <a:gd name="connsiteY22" fmla="*/ 537148 h 1780845"/>
                <a:gd name="connsiteX0" fmla="*/ 479954 w 3309412"/>
                <a:gd name="connsiteY0" fmla="*/ 537148 h 1780845"/>
                <a:gd name="connsiteX1" fmla="*/ 1530516 w 3309412"/>
                <a:gd name="connsiteY1" fmla="*/ 1524421 h 1780845"/>
                <a:gd name="connsiteX2" fmla="*/ 1022350 w 3309412"/>
                <a:gd name="connsiteY2" fmla="*/ 189486 h 1780845"/>
                <a:gd name="connsiteX3" fmla="*/ 1607446 w 3309412"/>
                <a:gd name="connsiteY3" fmla="*/ 1489741 h 1780845"/>
                <a:gd name="connsiteX4" fmla="*/ 1610336 w 3309412"/>
                <a:gd name="connsiteY4" fmla="*/ 1219321 h 1780845"/>
                <a:gd name="connsiteX5" fmla="*/ 1586523 w 3309412"/>
                <a:gd name="connsiteY5" fmla="*/ 1121690 h 1780845"/>
                <a:gd name="connsiteX6" fmla="*/ 1657881 w 3309412"/>
                <a:gd name="connsiteY6" fmla="*/ 2845 h 1780845"/>
                <a:gd name="connsiteX7" fmla="*/ 1698791 w 3309412"/>
                <a:gd name="connsiteY7" fmla="*/ 1483391 h 1780845"/>
                <a:gd name="connsiteX8" fmla="*/ 2312462 w 3309412"/>
                <a:gd name="connsiteY8" fmla="*/ 113286 h 1780845"/>
                <a:gd name="connsiteX9" fmla="*/ 1778896 w 3309412"/>
                <a:gd name="connsiteY9" fmla="*/ 1521246 h 1780845"/>
                <a:gd name="connsiteX10" fmla="*/ 2867558 w 3309412"/>
                <a:gd name="connsiteY10" fmla="*/ 499048 h 1780845"/>
                <a:gd name="connsiteX11" fmla="*/ 1830792 w 3309412"/>
                <a:gd name="connsiteY11" fmla="*/ 1587170 h 1780845"/>
                <a:gd name="connsiteX12" fmla="*/ 3242208 w 3309412"/>
                <a:gd name="connsiteY12" fmla="*/ 1056042 h 1780845"/>
                <a:gd name="connsiteX13" fmla="*/ 1858271 w 3309412"/>
                <a:gd name="connsiteY13" fmla="*/ 1665794 h 1780845"/>
                <a:gd name="connsiteX14" fmla="*/ 3309412 w 3309412"/>
                <a:gd name="connsiteY14" fmla="*/ 1702154 h 1780845"/>
                <a:gd name="connsiteX15" fmla="*/ 1943266 w 3309412"/>
                <a:gd name="connsiteY15" fmla="*/ 1744924 h 1780845"/>
                <a:gd name="connsiteX16" fmla="*/ 1657881 w 3309412"/>
                <a:gd name="connsiteY16" fmla="*/ 1780845 h 1780845"/>
                <a:gd name="connsiteX17" fmla="*/ 1499496 w 3309412"/>
                <a:gd name="connsiteY17" fmla="*/ 1763974 h 1780845"/>
                <a:gd name="connsiteX18" fmla="*/ 0 w 3309412"/>
                <a:gd name="connsiteY18" fmla="*/ 1721204 h 1780845"/>
                <a:gd name="connsiteX19" fmla="*/ 1444791 w 3309412"/>
                <a:gd name="connsiteY19" fmla="*/ 1662619 h 1780845"/>
                <a:gd name="connsiteX20" fmla="*/ 137054 w 3309412"/>
                <a:gd name="connsiteY20" fmla="*/ 1081442 h 1780845"/>
                <a:gd name="connsiteX21" fmla="*/ 1478620 w 3309412"/>
                <a:gd name="connsiteY21" fmla="*/ 1583995 h 1780845"/>
                <a:gd name="connsiteX22" fmla="*/ 479954 w 3309412"/>
                <a:gd name="connsiteY22" fmla="*/ 537148 h 1780845"/>
                <a:gd name="connsiteX0" fmla="*/ 479954 w 3309412"/>
                <a:gd name="connsiteY0" fmla="*/ 536678 h 1780375"/>
                <a:gd name="connsiteX1" fmla="*/ 1530516 w 3309412"/>
                <a:gd name="connsiteY1" fmla="*/ 1523951 h 1780375"/>
                <a:gd name="connsiteX2" fmla="*/ 1022350 w 3309412"/>
                <a:gd name="connsiteY2" fmla="*/ 189016 h 1780375"/>
                <a:gd name="connsiteX3" fmla="*/ 1607446 w 3309412"/>
                <a:gd name="connsiteY3" fmla="*/ 1489271 h 1780375"/>
                <a:gd name="connsiteX4" fmla="*/ 1610336 w 3309412"/>
                <a:gd name="connsiteY4" fmla="*/ 1218851 h 1780375"/>
                <a:gd name="connsiteX5" fmla="*/ 1586523 w 3309412"/>
                <a:gd name="connsiteY5" fmla="*/ 1121220 h 1780375"/>
                <a:gd name="connsiteX6" fmla="*/ 1657881 w 3309412"/>
                <a:gd name="connsiteY6" fmla="*/ 2375 h 1780375"/>
                <a:gd name="connsiteX7" fmla="*/ 1698791 w 3309412"/>
                <a:gd name="connsiteY7" fmla="*/ 1482921 h 1780375"/>
                <a:gd name="connsiteX8" fmla="*/ 2312462 w 3309412"/>
                <a:gd name="connsiteY8" fmla="*/ 112816 h 1780375"/>
                <a:gd name="connsiteX9" fmla="*/ 1778896 w 3309412"/>
                <a:gd name="connsiteY9" fmla="*/ 1520776 h 1780375"/>
                <a:gd name="connsiteX10" fmla="*/ 2867558 w 3309412"/>
                <a:gd name="connsiteY10" fmla="*/ 498578 h 1780375"/>
                <a:gd name="connsiteX11" fmla="*/ 1830792 w 3309412"/>
                <a:gd name="connsiteY11" fmla="*/ 1586700 h 1780375"/>
                <a:gd name="connsiteX12" fmla="*/ 3242208 w 3309412"/>
                <a:gd name="connsiteY12" fmla="*/ 1055572 h 1780375"/>
                <a:gd name="connsiteX13" fmla="*/ 1858271 w 3309412"/>
                <a:gd name="connsiteY13" fmla="*/ 1665324 h 1780375"/>
                <a:gd name="connsiteX14" fmla="*/ 3309412 w 3309412"/>
                <a:gd name="connsiteY14" fmla="*/ 1701684 h 1780375"/>
                <a:gd name="connsiteX15" fmla="*/ 1943266 w 3309412"/>
                <a:gd name="connsiteY15" fmla="*/ 1744454 h 1780375"/>
                <a:gd name="connsiteX16" fmla="*/ 1657881 w 3309412"/>
                <a:gd name="connsiteY16" fmla="*/ 1780375 h 1780375"/>
                <a:gd name="connsiteX17" fmla="*/ 1499496 w 3309412"/>
                <a:gd name="connsiteY17" fmla="*/ 1763504 h 1780375"/>
                <a:gd name="connsiteX18" fmla="*/ 0 w 3309412"/>
                <a:gd name="connsiteY18" fmla="*/ 1720734 h 1780375"/>
                <a:gd name="connsiteX19" fmla="*/ 1444791 w 3309412"/>
                <a:gd name="connsiteY19" fmla="*/ 1662149 h 1780375"/>
                <a:gd name="connsiteX20" fmla="*/ 137054 w 3309412"/>
                <a:gd name="connsiteY20" fmla="*/ 1080972 h 1780375"/>
                <a:gd name="connsiteX21" fmla="*/ 1478620 w 3309412"/>
                <a:gd name="connsiteY21" fmla="*/ 1583525 h 1780375"/>
                <a:gd name="connsiteX22" fmla="*/ 479954 w 3309412"/>
                <a:gd name="connsiteY22" fmla="*/ 536678 h 1780375"/>
                <a:gd name="connsiteX0" fmla="*/ 479954 w 3309412"/>
                <a:gd name="connsiteY0" fmla="*/ 536714 h 1780411"/>
                <a:gd name="connsiteX1" fmla="*/ 1530516 w 3309412"/>
                <a:gd name="connsiteY1" fmla="*/ 1523987 h 1780411"/>
                <a:gd name="connsiteX2" fmla="*/ 1022350 w 3309412"/>
                <a:gd name="connsiteY2" fmla="*/ 189052 h 1780411"/>
                <a:gd name="connsiteX3" fmla="*/ 1607446 w 3309412"/>
                <a:gd name="connsiteY3" fmla="*/ 1489307 h 1780411"/>
                <a:gd name="connsiteX4" fmla="*/ 1610336 w 3309412"/>
                <a:gd name="connsiteY4" fmla="*/ 1218887 h 1780411"/>
                <a:gd name="connsiteX5" fmla="*/ 1615098 w 3309412"/>
                <a:gd name="connsiteY5" fmla="*/ 1102206 h 1780411"/>
                <a:gd name="connsiteX6" fmla="*/ 1657881 w 3309412"/>
                <a:gd name="connsiteY6" fmla="*/ 2411 h 1780411"/>
                <a:gd name="connsiteX7" fmla="*/ 1698791 w 3309412"/>
                <a:gd name="connsiteY7" fmla="*/ 1482957 h 1780411"/>
                <a:gd name="connsiteX8" fmla="*/ 2312462 w 3309412"/>
                <a:gd name="connsiteY8" fmla="*/ 112852 h 1780411"/>
                <a:gd name="connsiteX9" fmla="*/ 1778896 w 3309412"/>
                <a:gd name="connsiteY9" fmla="*/ 1520812 h 1780411"/>
                <a:gd name="connsiteX10" fmla="*/ 2867558 w 3309412"/>
                <a:gd name="connsiteY10" fmla="*/ 498614 h 1780411"/>
                <a:gd name="connsiteX11" fmla="*/ 1830792 w 3309412"/>
                <a:gd name="connsiteY11" fmla="*/ 1586736 h 1780411"/>
                <a:gd name="connsiteX12" fmla="*/ 3242208 w 3309412"/>
                <a:gd name="connsiteY12" fmla="*/ 1055608 h 1780411"/>
                <a:gd name="connsiteX13" fmla="*/ 1858271 w 3309412"/>
                <a:gd name="connsiteY13" fmla="*/ 1665360 h 1780411"/>
                <a:gd name="connsiteX14" fmla="*/ 3309412 w 3309412"/>
                <a:gd name="connsiteY14" fmla="*/ 1701720 h 1780411"/>
                <a:gd name="connsiteX15" fmla="*/ 1943266 w 3309412"/>
                <a:gd name="connsiteY15" fmla="*/ 1744490 h 1780411"/>
                <a:gd name="connsiteX16" fmla="*/ 1657881 w 3309412"/>
                <a:gd name="connsiteY16" fmla="*/ 1780411 h 1780411"/>
                <a:gd name="connsiteX17" fmla="*/ 1499496 w 3309412"/>
                <a:gd name="connsiteY17" fmla="*/ 1763540 h 1780411"/>
                <a:gd name="connsiteX18" fmla="*/ 0 w 3309412"/>
                <a:gd name="connsiteY18" fmla="*/ 1720770 h 1780411"/>
                <a:gd name="connsiteX19" fmla="*/ 1444791 w 3309412"/>
                <a:gd name="connsiteY19" fmla="*/ 1662185 h 1780411"/>
                <a:gd name="connsiteX20" fmla="*/ 137054 w 3309412"/>
                <a:gd name="connsiteY20" fmla="*/ 1081008 h 1780411"/>
                <a:gd name="connsiteX21" fmla="*/ 1478620 w 3309412"/>
                <a:gd name="connsiteY21" fmla="*/ 1583561 h 1780411"/>
                <a:gd name="connsiteX22" fmla="*/ 479954 w 3309412"/>
                <a:gd name="connsiteY22" fmla="*/ 536714 h 1780411"/>
                <a:gd name="connsiteX0" fmla="*/ 479954 w 3309412"/>
                <a:gd name="connsiteY0" fmla="*/ 536714 h 1780411"/>
                <a:gd name="connsiteX1" fmla="*/ 1530516 w 3309412"/>
                <a:gd name="connsiteY1" fmla="*/ 1523987 h 1780411"/>
                <a:gd name="connsiteX2" fmla="*/ 1022350 w 3309412"/>
                <a:gd name="connsiteY2" fmla="*/ 189052 h 1780411"/>
                <a:gd name="connsiteX3" fmla="*/ 1607446 w 3309412"/>
                <a:gd name="connsiteY3" fmla="*/ 1489307 h 1780411"/>
                <a:gd name="connsiteX4" fmla="*/ 1610336 w 3309412"/>
                <a:gd name="connsiteY4" fmla="*/ 1218887 h 1780411"/>
                <a:gd name="connsiteX5" fmla="*/ 1615098 w 3309412"/>
                <a:gd name="connsiteY5" fmla="*/ 1102206 h 1780411"/>
                <a:gd name="connsiteX6" fmla="*/ 1657881 w 3309412"/>
                <a:gd name="connsiteY6" fmla="*/ 2411 h 1780411"/>
                <a:gd name="connsiteX7" fmla="*/ 1698791 w 3309412"/>
                <a:gd name="connsiteY7" fmla="*/ 1482957 h 1780411"/>
                <a:gd name="connsiteX8" fmla="*/ 2312462 w 3309412"/>
                <a:gd name="connsiteY8" fmla="*/ 112852 h 1780411"/>
                <a:gd name="connsiteX9" fmla="*/ 1778896 w 3309412"/>
                <a:gd name="connsiteY9" fmla="*/ 1520812 h 1780411"/>
                <a:gd name="connsiteX10" fmla="*/ 2867558 w 3309412"/>
                <a:gd name="connsiteY10" fmla="*/ 498614 h 1780411"/>
                <a:gd name="connsiteX11" fmla="*/ 1830792 w 3309412"/>
                <a:gd name="connsiteY11" fmla="*/ 1586736 h 1780411"/>
                <a:gd name="connsiteX12" fmla="*/ 3242208 w 3309412"/>
                <a:gd name="connsiteY12" fmla="*/ 1055608 h 1780411"/>
                <a:gd name="connsiteX13" fmla="*/ 1858271 w 3309412"/>
                <a:gd name="connsiteY13" fmla="*/ 1665360 h 1780411"/>
                <a:gd name="connsiteX14" fmla="*/ 3309412 w 3309412"/>
                <a:gd name="connsiteY14" fmla="*/ 1701720 h 1780411"/>
                <a:gd name="connsiteX15" fmla="*/ 1943266 w 3309412"/>
                <a:gd name="connsiteY15" fmla="*/ 1744490 h 1780411"/>
                <a:gd name="connsiteX16" fmla="*/ 1657881 w 3309412"/>
                <a:gd name="connsiteY16" fmla="*/ 1780411 h 1780411"/>
                <a:gd name="connsiteX17" fmla="*/ 1499496 w 3309412"/>
                <a:gd name="connsiteY17" fmla="*/ 1763540 h 1780411"/>
                <a:gd name="connsiteX18" fmla="*/ 0 w 3309412"/>
                <a:gd name="connsiteY18" fmla="*/ 1720770 h 1780411"/>
                <a:gd name="connsiteX19" fmla="*/ 1444791 w 3309412"/>
                <a:gd name="connsiteY19" fmla="*/ 1662185 h 1780411"/>
                <a:gd name="connsiteX20" fmla="*/ 137054 w 3309412"/>
                <a:gd name="connsiteY20" fmla="*/ 1081008 h 1780411"/>
                <a:gd name="connsiteX21" fmla="*/ 1478620 w 3309412"/>
                <a:gd name="connsiteY21" fmla="*/ 1583561 h 1780411"/>
                <a:gd name="connsiteX22" fmla="*/ 479954 w 3309412"/>
                <a:gd name="connsiteY22" fmla="*/ 536714 h 1780411"/>
                <a:gd name="connsiteX0" fmla="*/ 479954 w 3309412"/>
                <a:gd name="connsiteY0" fmla="*/ 536687 h 1780384"/>
                <a:gd name="connsiteX1" fmla="*/ 1530516 w 3309412"/>
                <a:gd name="connsiteY1" fmla="*/ 1523960 h 1780384"/>
                <a:gd name="connsiteX2" fmla="*/ 1022350 w 3309412"/>
                <a:gd name="connsiteY2" fmla="*/ 189025 h 1780384"/>
                <a:gd name="connsiteX3" fmla="*/ 1607446 w 3309412"/>
                <a:gd name="connsiteY3" fmla="*/ 1489280 h 1780384"/>
                <a:gd name="connsiteX4" fmla="*/ 1610336 w 3309412"/>
                <a:gd name="connsiteY4" fmla="*/ 1218860 h 1780384"/>
                <a:gd name="connsiteX5" fmla="*/ 1615098 w 3309412"/>
                <a:gd name="connsiteY5" fmla="*/ 1102179 h 1780384"/>
                <a:gd name="connsiteX6" fmla="*/ 1657881 w 3309412"/>
                <a:gd name="connsiteY6" fmla="*/ 2384 h 1780384"/>
                <a:gd name="connsiteX7" fmla="*/ 1698791 w 3309412"/>
                <a:gd name="connsiteY7" fmla="*/ 1482930 h 1780384"/>
                <a:gd name="connsiteX8" fmla="*/ 2312462 w 3309412"/>
                <a:gd name="connsiteY8" fmla="*/ 112825 h 1780384"/>
                <a:gd name="connsiteX9" fmla="*/ 1778896 w 3309412"/>
                <a:gd name="connsiteY9" fmla="*/ 1520785 h 1780384"/>
                <a:gd name="connsiteX10" fmla="*/ 2867558 w 3309412"/>
                <a:gd name="connsiteY10" fmla="*/ 498587 h 1780384"/>
                <a:gd name="connsiteX11" fmla="*/ 1830792 w 3309412"/>
                <a:gd name="connsiteY11" fmla="*/ 1586709 h 1780384"/>
                <a:gd name="connsiteX12" fmla="*/ 3242208 w 3309412"/>
                <a:gd name="connsiteY12" fmla="*/ 1055581 h 1780384"/>
                <a:gd name="connsiteX13" fmla="*/ 1858271 w 3309412"/>
                <a:gd name="connsiteY13" fmla="*/ 1665333 h 1780384"/>
                <a:gd name="connsiteX14" fmla="*/ 3309412 w 3309412"/>
                <a:gd name="connsiteY14" fmla="*/ 1701693 h 1780384"/>
                <a:gd name="connsiteX15" fmla="*/ 1943266 w 3309412"/>
                <a:gd name="connsiteY15" fmla="*/ 1744463 h 1780384"/>
                <a:gd name="connsiteX16" fmla="*/ 1657881 w 3309412"/>
                <a:gd name="connsiteY16" fmla="*/ 1780384 h 1780384"/>
                <a:gd name="connsiteX17" fmla="*/ 1499496 w 3309412"/>
                <a:gd name="connsiteY17" fmla="*/ 1763513 h 1780384"/>
                <a:gd name="connsiteX18" fmla="*/ 0 w 3309412"/>
                <a:gd name="connsiteY18" fmla="*/ 1720743 h 1780384"/>
                <a:gd name="connsiteX19" fmla="*/ 1444791 w 3309412"/>
                <a:gd name="connsiteY19" fmla="*/ 1662158 h 1780384"/>
                <a:gd name="connsiteX20" fmla="*/ 137054 w 3309412"/>
                <a:gd name="connsiteY20" fmla="*/ 1080981 h 1780384"/>
                <a:gd name="connsiteX21" fmla="*/ 1478620 w 3309412"/>
                <a:gd name="connsiteY21" fmla="*/ 1583534 h 1780384"/>
                <a:gd name="connsiteX22" fmla="*/ 479954 w 3309412"/>
                <a:gd name="connsiteY22" fmla="*/ 536687 h 1780384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10336 w 3309412"/>
                <a:gd name="connsiteY4" fmla="*/ 1218754 h 1780278"/>
                <a:gd name="connsiteX5" fmla="*/ 1619861 w 3309412"/>
                <a:gd name="connsiteY5" fmla="*/ 1159223 h 1780278"/>
                <a:gd name="connsiteX6" fmla="*/ 1657881 w 3309412"/>
                <a:gd name="connsiteY6" fmla="*/ 2278 h 1780278"/>
                <a:gd name="connsiteX7" fmla="*/ 1698791 w 3309412"/>
                <a:gd name="connsiteY7" fmla="*/ 1482824 h 1780278"/>
                <a:gd name="connsiteX8" fmla="*/ 2312462 w 3309412"/>
                <a:gd name="connsiteY8" fmla="*/ 112719 h 1780278"/>
                <a:gd name="connsiteX9" fmla="*/ 1778896 w 3309412"/>
                <a:gd name="connsiteY9" fmla="*/ 1520679 h 1780278"/>
                <a:gd name="connsiteX10" fmla="*/ 2867558 w 3309412"/>
                <a:gd name="connsiteY10" fmla="*/ 498481 h 1780278"/>
                <a:gd name="connsiteX11" fmla="*/ 1830792 w 3309412"/>
                <a:gd name="connsiteY11" fmla="*/ 1586603 h 1780278"/>
                <a:gd name="connsiteX12" fmla="*/ 3242208 w 3309412"/>
                <a:gd name="connsiteY12" fmla="*/ 1055475 h 1780278"/>
                <a:gd name="connsiteX13" fmla="*/ 1858271 w 3309412"/>
                <a:gd name="connsiteY13" fmla="*/ 1665227 h 1780278"/>
                <a:gd name="connsiteX14" fmla="*/ 3309412 w 3309412"/>
                <a:gd name="connsiteY14" fmla="*/ 1701587 h 1780278"/>
                <a:gd name="connsiteX15" fmla="*/ 1943266 w 3309412"/>
                <a:gd name="connsiteY15" fmla="*/ 1744357 h 1780278"/>
                <a:gd name="connsiteX16" fmla="*/ 1657881 w 3309412"/>
                <a:gd name="connsiteY16" fmla="*/ 1780278 h 1780278"/>
                <a:gd name="connsiteX17" fmla="*/ 1499496 w 3309412"/>
                <a:gd name="connsiteY17" fmla="*/ 1763407 h 1780278"/>
                <a:gd name="connsiteX18" fmla="*/ 0 w 3309412"/>
                <a:gd name="connsiteY18" fmla="*/ 1720637 h 1780278"/>
                <a:gd name="connsiteX19" fmla="*/ 1444791 w 3309412"/>
                <a:gd name="connsiteY19" fmla="*/ 1662052 h 1780278"/>
                <a:gd name="connsiteX20" fmla="*/ 137054 w 3309412"/>
                <a:gd name="connsiteY20" fmla="*/ 1080875 h 1780278"/>
                <a:gd name="connsiteX21" fmla="*/ 1478620 w 3309412"/>
                <a:gd name="connsiteY21" fmla="*/ 1583428 h 1780278"/>
                <a:gd name="connsiteX22" fmla="*/ 479954 w 3309412"/>
                <a:gd name="connsiteY22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619861 w 3309412"/>
                <a:gd name="connsiteY5" fmla="*/ 1159223 h 1780278"/>
                <a:gd name="connsiteX6" fmla="*/ 1657881 w 3309412"/>
                <a:gd name="connsiteY6" fmla="*/ 2278 h 1780278"/>
                <a:gd name="connsiteX7" fmla="*/ 1698791 w 3309412"/>
                <a:gd name="connsiteY7" fmla="*/ 1482824 h 1780278"/>
                <a:gd name="connsiteX8" fmla="*/ 2312462 w 3309412"/>
                <a:gd name="connsiteY8" fmla="*/ 112719 h 1780278"/>
                <a:gd name="connsiteX9" fmla="*/ 1778896 w 3309412"/>
                <a:gd name="connsiteY9" fmla="*/ 1520679 h 1780278"/>
                <a:gd name="connsiteX10" fmla="*/ 2867558 w 3309412"/>
                <a:gd name="connsiteY10" fmla="*/ 498481 h 1780278"/>
                <a:gd name="connsiteX11" fmla="*/ 1830792 w 3309412"/>
                <a:gd name="connsiteY11" fmla="*/ 1586603 h 1780278"/>
                <a:gd name="connsiteX12" fmla="*/ 3242208 w 3309412"/>
                <a:gd name="connsiteY12" fmla="*/ 1055475 h 1780278"/>
                <a:gd name="connsiteX13" fmla="*/ 1858271 w 3309412"/>
                <a:gd name="connsiteY13" fmla="*/ 1665227 h 1780278"/>
                <a:gd name="connsiteX14" fmla="*/ 3309412 w 3309412"/>
                <a:gd name="connsiteY14" fmla="*/ 1701587 h 1780278"/>
                <a:gd name="connsiteX15" fmla="*/ 1943266 w 3309412"/>
                <a:gd name="connsiteY15" fmla="*/ 1744357 h 1780278"/>
                <a:gd name="connsiteX16" fmla="*/ 1657881 w 3309412"/>
                <a:gd name="connsiteY16" fmla="*/ 1780278 h 1780278"/>
                <a:gd name="connsiteX17" fmla="*/ 1499496 w 3309412"/>
                <a:gd name="connsiteY17" fmla="*/ 1763407 h 1780278"/>
                <a:gd name="connsiteX18" fmla="*/ 0 w 3309412"/>
                <a:gd name="connsiteY18" fmla="*/ 1720637 h 1780278"/>
                <a:gd name="connsiteX19" fmla="*/ 1444791 w 3309412"/>
                <a:gd name="connsiteY19" fmla="*/ 1662052 h 1780278"/>
                <a:gd name="connsiteX20" fmla="*/ 137054 w 3309412"/>
                <a:gd name="connsiteY20" fmla="*/ 1080875 h 1780278"/>
                <a:gd name="connsiteX21" fmla="*/ 1478620 w 3309412"/>
                <a:gd name="connsiteY21" fmla="*/ 1583428 h 1780278"/>
                <a:gd name="connsiteX22" fmla="*/ 479954 w 3309412"/>
                <a:gd name="connsiteY22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619861 w 3309412"/>
                <a:gd name="connsiteY5" fmla="*/ 1159223 h 1780278"/>
                <a:gd name="connsiteX6" fmla="*/ 1657881 w 3309412"/>
                <a:gd name="connsiteY6" fmla="*/ 2278 h 1780278"/>
                <a:gd name="connsiteX7" fmla="*/ 1698791 w 3309412"/>
                <a:gd name="connsiteY7" fmla="*/ 1482824 h 1780278"/>
                <a:gd name="connsiteX8" fmla="*/ 2312462 w 3309412"/>
                <a:gd name="connsiteY8" fmla="*/ 112719 h 1780278"/>
                <a:gd name="connsiteX9" fmla="*/ 1778896 w 3309412"/>
                <a:gd name="connsiteY9" fmla="*/ 1520679 h 1780278"/>
                <a:gd name="connsiteX10" fmla="*/ 2867558 w 3309412"/>
                <a:gd name="connsiteY10" fmla="*/ 498481 h 1780278"/>
                <a:gd name="connsiteX11" fmla="*/ 1830792 w 3309412"/>
                <a:gd name="connsiteY11" fmla="*/ 1586603 h 1780278"/>
                <a:gd name="connsiteX12" fmla="*/ 3242208 w 3309412"/>
                <a:gd name="connsiteY12" fmla="*/ 1055475 h 1780278"/>
                <a:gd name="connsiteX13" fmla="*/ 1858271 w 3309412"/>
                <a:gd name="connsiteY13" fmla="*/ 1665227 h 1780278"/>
                <a:gd name="connsiteX14" fmla="*/ 3309412 w 3309412"/>
                <a:gd name="connsiteY14" fmla="*/ 1701587 h 1780278"/>
                <a:gd name="connsiteX15" fmla="*/ 1943266 w 3309412"/>
                <a:gd name="connsiteY15" fmla="*/ 1744357 h 1780278"/>
                <a:gd name="connsiteX16" fmla="*/ 1657881 w 3309412"/>
                <a:gd name="connsiteY16" fmla="*/ 1780278 h 1780278"/>
                <a:gd name="connsiteX17" fmla="*/ 1499496 w 3309412"/>
                <a:gd name="connsiteY17" fmla="*/ 1763407 h 1780278"/>
                <a:gd name="connsiteX18" fmla="*/ 0 w 3309412"/>
                <a:gd name="connsiteY18" fmla="*/ 1720637 h 1780278"/>
                <a:gd name="connsiteX19" fmla="*/ 1444791 w 3309412"/>
                <a:gd name="connsiteY19" fmla="*/ 1662052 h 1780278"/>
                <a:gd name="connsiteX20" fmla="*/ 137054 w 3309412"/>
                <a:gd name="connsiteY20" fmla="*/ 1080875 h 1780278"/>
                <a:gd name="connsiteX21" fmla="*/ 1478620 w 3309412"/>
                <a:gd name="connsiteY21" fmla="*/ 1583428 h 1780278"/>
                <a:gd name="connsiteX22" fmla="*/ 479954 w 3309412"/>
                <a:gd name="connsiteY22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41280 w 3309412"/>
                <a:gd name="connsiteY5" fmla="*/ 1230660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29374 w 3309412"/>
                <a:gd name="connsiteY5" fmla="*/ 1211610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6518 w 3309412"/>
                <a:gd name="connsiteY5" fmla="*/ 980629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17468 w 3309412"/>
                <a:gd name="connsiteY5" fmla="*/ 102587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17468 w 3309412"/>
                <a:gd name="connsiteY5" fmla="*/ 102587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17468 w 3309412"/>
                <a:gd name="connsiteY5" fmla="*/ 102587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17468 w 3309412"/>
                <a:gd name="connsiteY5" fmla="*/ 102587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22230 w 3309412"/>
                <a:gd name="connsiteY5" fmla="*/ 1256855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209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209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3680 w 3309412"/>
                <a:gd name="connsiteY8" fmla="*/ 1252091 h 1780278"/>
                <a:gd name="connsiteX9" fmla="*/ 1698791 w 3309412"/>
                <a:gd name="connsiteY9" fmla="*/ 1482824 h 1780278"/>
                <a:gd name="connsiteX10" fmla="*/ 2312462 w 3309412"/>
                <a:gd name="connsiteY10" fmla="*/ 112719 h 1780278"/>
                <a:gd name="connsiteX11" fmla="*/ 1778896 w 3309412"/>
                <a:gd name="connsiteY11" fmla="*/ 1520679 h 1780278"/>
                <a:gd name="connsiteX12" fmla="*/ 2867558 w 3309412"/>
                <a:gd name="connsiteY12" fmla="*/ 498481 h 1780278"/>
                <a:gd name="connsiteX13" fmla="*/ 1830792 w 3309412"/>
                <a:gd name="connsiteY13" fmla="*/ 1586603 h 1780278"/>
                <a:gd name="connsiteX14" fmla="*/ 3242208 w 3309412"/>
                <a:gd name="connsiteY14" fmla="*/ 1055475 h 1780278"/>
                <a:gd name="connsiteX15" fmla="*/ 1858271 w 3309412"/>
                <a:gd name="connsiteY15" fmla="*/ 1665227 h 1780278"/>
                <a:gd name="connsiteX16" fmla="*/ 3309412 w 3309412"/>
                <a:gd name="connsiteY16" fmla="*/ 1701587 h 1780278"/>
                <a:gd name="connsiteX17" fmla="*/ 1943266 w 3309412"/>
                <a:gd name="connsiteY17" fmla="*/ 1744357 h 1780278"/>
                <a:gd name="connsiteX18" fmla="*/ 1657881 w 3309412"/>
                <a:gd name="connsiteY18" fmla="*/ 1780278 h 1780278"/>
                <a:gd name="connsiteX19" fmla="*/ 1499496 w 3309412"/>
                <a:gd name="connsiteY19" fmla="*/ 1763407 h 1780278"/>
                <a:gd name="connsiteX20" fmla="*/ 0 w 3309412"/>
                <a:gd name="connsiteY20" fmla="*/ 1720637 h 1780278"/>
                <a:gd name="connsiteX21" fmla="*/ 1444791 w 3309412"/>
                <a:gd name="connsiteY21" fmla="*/ 1662052 h 1780278"/>
                <a:gd name="connsiteX22" fmla="*/ 137054 w 3309412"/>
                <a:gd name="connsiteY22" fmla="*/ 1080875 h 1780278"/>
                <a:gd name="connsiteX23" fmla="*/ 1478620 w 3309412"/>
                <a:gd name="connsiteY23" fmla="*/ 1583428 h 1780278"/>
                <a:gd name="connsiteX24" fmla="*/ 479954 w 3309412"/>
                <a:gd name="connsiteY24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693680 w 3309412"/>
                <a:gd name="connsiteY9" fmla="*/ 1252091 h 1780278"/>
                <a:gd name="connsiteX10" fmla="*/ 1698791 w 3309412"/>
                <a:gd name="connsiteY10" fmla="*/ 1482824 h 1780278"/>
                <a:gd name="connsiteX11" fmla="*/ 2312462 w 3309412"/>
                <a:gd name="connsiteY11" fmla="*/ 112719 h 1780278"/>
                <a:gd name="connsiteX12" fmla="*/ 1778896 w 3309412"/>
                <a:gd name="connsiteY12" fmla="*/ 1520679 h 1780278"/>
                <a:gd name="connsiteX13" fmla="*/ 2867558 w 3309412"/>
                <a:gd name="connsiteY13" fmla="*/ 498481 h 1780278"/>
                <a:gd name="connsiteX14" fmla="*/ 1830792 w 3309412"/>
                <a:gd name="connsiteY14" fmla="*/ 1586603 h 1780278"/>
                <a:gd name="connsiteX15" fmla="*/ 3242208 w 3309412"/>
                <a:gd name="connsiteY15" fmla="*/ 1055475 h 1780278"/>
                <a:gd name="connsiteX16" fmla="*/ 1858271 w 3309412"/>
                <a:gd name="connsiteY16" fmla="*/ 1665227 h 1780278"/>
                <a:gd name="connsiteX17" fmla="*/ 3309412 w 3309412"/>
                <a:gd name="connsiteY17" fmla="*/ 1701587 h 1780278"/>
                <a:gd name="connsiteX18" fmla="*/ 1943266 w 3309412"/>
                <a:gd name="connsiteY18" fmla="*/ 1744357 h 1780278"/>
                <a:gd name="connsiteX19" fmla="*/ 1657881 w 3309412"/>
                <a:gd name="connsiteY19" fmla="*/ 1780278 h 1780278"/>
                <a:gd name="connsiteX20" fmla="*/ 1499496 w 3309412"/>
                <a:gd name="connsiteY20" fmla="*/ 1763407 h 1780278"/>
                <a:gd name="connsiteX21" fmla="*/ 0 w 3309412"/>
                <a:gd name="connsiteY21" fmla="*/ 1720637 h 1780278"/>
                <a:gd name="connsiteX22" fmla="*/ 1444791 w 3309412"/>
                <a:gd name="connsiteY22" fmla="*/ 1662052 h 1780278"/>
                <a:gd name="connsiteX23" fmla="*/ 137054 w 3309412"/>
                <a:gd name="connsiteY23" fmla="*/ 1080875 h 1780278"/>
                <a:gd name="connsiteX24" fmla="*/ 1478620 w 3309412"/>
                <a:gd name="connsiteY24" fmla="*/ 1583428 h 1780278"/>
                <a:gd name="connsiteX25" fmla="*/ 479954 w 3309412"/>
                <a:gd name="connsiteY25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693680 w 3309412"/>
                <a:gd name="connsiteY9" fmla="*/ 1252091 h 1780278"/>
                <a:gd name="connsiteX10" fmla="*/ 1698791 w 3309412"/>
                <a:gd name="connsiteY10" fmla="*/ 1482824 h 1780278"/>
                <a:gd name="connsiteX11" fmla="*/ 2312462 w 3309412"/>
                <a:gd name="connsiteY11" fmla="*/ 112719 h 1780278"/>
                <a:gd name="connsiteX12" fmla="*/ 1778896 w 3309412"/>
                <a:gd name="connsiteY12" fmla="*/ 1520679 h 1780278"/>
                <a:gd name="connsiteX13" fmla="*/ 2867558 w 3309412"/>
                <a:gd name="connsiteY13" fmla="*/ 498481 h 1780278"/>
                <a:gd name="connsiteX14" fmla="*/ 1830792 w 3309412"/>
                <a:gd name="connsiteY14" fmla="*/ 1586603 h 1780278"/>
                <a:gd name="connsiteX15" fmla="*/ 3242208 w 3309412"/>
                <a:gd name="connsiteY15" fmla="*/ 1055475 h 1780278"/>
                <a:gd name="connsiteX16" fmla="*/ 1858271 w 3309412"/>
                <a:gd name="connsiteY16" fmla="*/ 1665227 h 1780278"/>
                <a:gd name="connsiteX17" fmla="*/ 3309412 w 3309412"/>
                <a:gd name="connsiteY17" fmla="*/ 1701587 h 1780278"/>
                <a:gd name="connsiteX18" fmla="*/ 1943266 w 3309412"/>
                <a:gd name="connsiteY18" fmla="*/ 1744357 h 1780278"/>
                <a:gd name="connsiteX19" fmla="*/ 1657881 w 3309412"/>
                <a:gd name="connsiteY19" fmla="*/ 1780278 h 1780278"/>
                <a:gd name="connsiteX20" fmla="*/ 1499496 w 3309412"/>
                <a:gd name="connsiteY20" fmla="*/ 1763407 h 1780278"/>
                <a:gd name="connsiteX21" fmla="*/ 0 w 3309412"/>
                <a:gd name="connsiteY21" fmla="*/ 1720637 h 1780278"/>
                <a:gd name="connsiteX22" fmla="*/ 1444791 w 3309412"/>
                <a:gd name="connsiteY22" fmla="*/ 1662052 h 1780278"/>
                <a:gd name="connsiteX23" fmla="*/ 137054 w 3309412"/>
                <a:gd name="connsiteY23" fmla="*/ 1080875 h 1780278"/>
                <a:gd name="connsiteX24" fmla="*/ 1478620 w 3309412"/>
                <a:gd name="connsiteY24" fmla="*/ 1583428 h 1780278"/>
                <a:gd name="connsiteX25" fmla="*/ 479954 w 3309412"/>
                <a:gd name="connsiteY25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693680 w 3309412"/>
                <a:gd name="connsiteY9" fmla="*/ 1252091 h 1780278"/>
                <a:gd name="connsiteX10" fmla="*/ 1698791 w 3309412"/>
                <a:gd name="connsiteY10" fmla="*/ 1482824 h 1780278"/>
                <a:gd name="connsiteX11" fmla="*/ 2312462 w 3309412"/>
                <a:gd name="connsiteY11" fmla="*/ 112719 h 1780278"/>
                <a:gd name="connsiteX12" fmla="*/ 1778896 w 3309412"/>
                <a:gd name="connsiteY12" fmla="*/ 1520679 h 1780278"/>
                <a:gd name="connsiteX13" fmla="*/ 2867558 w 3309412"/>
                <a:gd name="connsiteY13" fmla="*/ 498481 h 1780278"/>
                <a:gd name="connsiteX14" fmla="*/ 1830792 w 3309412"/>
                <a:gd name="connsiteY14" fmla="*/ 1586603 h 1780278"/>
                <a:gd name="connsiteX15" fmla="*/ 3242208 w 3309412"/>
                <a:gd name="connsiteY15" fmla="*/ 1055475 h 1780278"/>
                <a:gd name="connsiteX16" fmla="*/ 1858271 w 3309412"/>
                <a:gd name="connsiteY16" fmla="*/ 1665227 h 1780278"/>
                <a:gd name="connsiteX17" fmla="*/ 3309412 w 3309412"/>
                <a:gd name="connsiteY17" fmla="*/ 1701587 h 1780278"/>
                <a:gd name="connsiteX18" fmla="*/ 1943266 w 3309412"/>
                <a:gd name="connsiteY18" fmla="*/ 1744357 h 1780278"/>
                <a:gd name="connsiteX19" fmla="*/ 1657881 w 3309412"/>
                <a:gd name="connsiteY19" fmla="*/ 1780278 h 1780278"/>
                <a:gd name="connsiteX20" fmla="*/ 1499496 w 3309412"/>
                <a:gd name="connsiteY20" fmla="*/ 1763407 h 1780278"/>
                <a:gd name="connsiteX21" fmla="*/ 0 w 3309412"/>
                <a:gd name="connsiteY21" fmla="*/ 1720637 h 1780278"/>
                <a:gd name="connsiteX22" fmla="*/ 1444791 w 3309412"/>
                <a:gd name="connsiteY22" fmla="*/ 1662052 h 1780278"/>
                <a:gd name="connsiteX23" fmla="*/ 137054 w 3309412"/>
                <a:gd name="connsiteY23" fmla="*/ 1080875 h 1780278"/>
                <a:gd name="connsiteX24" fmla="*/ 1478620 w 3309412"/>
                <a:gd name="connsiteY24" fmla="*/ 1583428 h 1780278"/>
                <a:gd name="connsiteX25" fmla="*/ 479954 w 3309412"/>
                <a:gd name="connsiteY25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693680 w 3309412"/>
                <a:gd name="connsiteY9" fmla="*/ 1252091 h 1780278"/>
                <a:gd name="connsiteX10" fmla="*/ 1698791 w 3309412"/>
                <a:gd name="connsiteY10" fmla="*/ 1482824 h 1780278"/>
                <a:gd name="connsiteX11" fmla="*/ 2312462 w 3309412"/>
                <a:gd name="connsiteY11" fmla="*/ 112719 h 1780278"/>
                <a:gd name="connsiteX12" fmla="*/ 1778896 w 3309412"/>
                <a:gd name="connsiteY12" fmla="*/ 1520679 h 1780278"/>
                <a:gd name="connsiteX13" fmla="*/ 2867558 w 3309412"/>
                <a:gd name="connsiteY13" fmla="*/ 498481 h 1780278"/>
                <a:gd name="connsiteX14" fmla="*/ 1830792 w 3309412"/>
                <a:gd name="connsiteY14" fmla="*/ 1586603 h 1780278"/>
                <a:gd name="connsiteX15" fmla="*/ 3242208 w 3309412"/>
                <a:gd name="connsiteY15" fmla="*/ 1055475 h 1780278"/>
                <a:gd name="connsiteX16" fmla="*/ 1858271 w 3309412"/>
                <a:gd name="connsiteY16" fmla="*/ 1665227 h 1780278"/>
                <a:gd name="connsiteX17" fmla="*/ 3309412 w 3309412"/>
                <a:gd name="connsiteY17" fmla="*/ 1701587 h 1780278"/>
                <a:gd name="connsiteX18" fmla="*/ 1943266 w 3309412"/>
                <a:gd name="connsiteY18" fmla="*/ 1744357 h 1780278"/>
                <a:gd name="connsiteX19" fmla="*/ 1657881 w 3309412"/>
                <a:gd name="connsiteY19" fmla="*/ 1780278 h 1780278"/>
                <a:gd name="connsiteX20" fmla="*/ 1499496 w 3309412"/>
                <a:gd name="connsiteY20" fmla="*/ 1763407 h 1780278"/>
                <a:gd name="connsiteX21" fmla="*/ 0 w 3309412"/>
                <a:gd name="connsiteY21" fmla="*/ 1720637 h 1780278"/>
                <a:gd name="connsiteX22" fmla="*/ 1444791 w 3309412"/>
                <a:gd name="connsiteY22" fmla="*/ 1662052 h 1780278"/>
                <a:gd name="connsiteX23" fmla="*/ 137054 w 3309412"/>
                <a:gd name="connsiteY23" fmla="*/ 1080875 h 1780278"/>
                <a:gd name="connsiteX24" fmla="*/ 1478620 w 3309412"/>
                <a:gd name="connsiteY24" fmla="*/ 1583428 h 1780278"/>
                <a:gd name="connsiteX25" fmla="*/ 479954 w 3309412"/>
                <a:gd name="connsiteY25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693680 w 3309412"/>
                <a:gd name="connsiteY9" fmla="*/ 1252091 h 1780278"/>
                <a:gd name="connsiteX10" fmla="*/ 1698791 w 3309412"/>
                <a:gd name="connsiteY10" fmla="*/ 1482824 h 1780278"/>
                <a:gd name="connsiteX11" fmla="*/ 2312462 w 3309412"/>
                <a:gd name="connsiteY11" fmla="*/ 112719 h 1780278"/>
                <a:gd name="connsiteX12" fmla="*/ 1778896 w 3309412"/>
                <a:gd name="connsiteY12" fmla="*/ 1520679 h 1780278"/>
                <a:gd name="connsiteX13" fmla="*/ 2867558 w 3309412"/>
                <a:gd name="connsiteY13" fmla="*/ 498481 h 1780278"/>
                <a:gd name="connsiteX14" fmla="*/ 1830792 w 3309412"/>
                <a:gd name="connsiteY14" fmla="*/ 1586603 h 1780278"/>
                <a:gd name="connsiteX15" fmla="*/ 3242208 w 3309412"/>
                <a:gd name="connsiteY15" fmla="*/ 1055475 h 1780278"/>
                <a:gd name="connsiteX16" fmla="*/ 1858271 w 3309412"/>
                <a:gd name="connsiteY16" fmla="*/ 1665227 h 1780278"/>
                <a:gd name="connsiteX17" fmla="*/ 3309412 w 3309412"/>
                <a:gd name="connsiteY17" fmla="*/ 1701587 h 1780278"/>
                <a:gd name="connsiteX18" fmla="*/ 1943266 w 3309412"/>
                <a:gd name="connsiteY18" fmla="*/ 1744357 h 1780278"/>
                <a:gd name="connsiteX19" fmla="*/ 1657881 w 3309412"/>
                <a:gd name="connsiteY19" fmla="*/ 1780278 h 1780278"/>
                <a:gd name="connsiteX20" fmla="*/ 1499496 w 3309412"/>
                <a:gd name="connsiteY20" fmla="*/ 1763407 h 1780278"/>
                <a:gd name="connsiteX21" fmla="*/ 0 w 3309412"/>
                <a:gd name="connsiteY21" fmla="*/ 1720637 h 1780278"/>
                <a:gd name="connsiteX22" fmla="*/ 1444791 w 3309412"/>
                <a:gd name="connsiteY22" fmla="*/ 1662052 h 1780278"/>
                <a:gd name="connsiteX23" fmla="*/ 137054 w 3309412"/>
                <a:gd name="connsiteY23" fmla="*/ 1080875 h 1780278"/>
                <a:gd name="connsiteX24" fmla="*/ 1478620 w 3309412"/>
                <a:gd name="connsiteY24" fmla="*/ 1583428 h 1780278"/>
                <a:gd name="connsiteX25" fmla="*/ 479954 w 3309412"/>
                <a:gd name="connsiteY25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49698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56841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49697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53211 w 3309412"/>
                <a:gd name="connsiteY9" fmla="*/ 1218754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74642 w 3309412"/>
                <a:gd name="connsiteY9" fmla="*/ 1254473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74642 w 3309412"/>
                <a:gd name="connsiteY9" fmla="*/ 1254473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74642 w 3309412"/>
                <a:gd name="connsiteY9" fmla="*/ 1254473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74642 w 3309412"/>
                <a:gd name="connsiteY9" fmla="*/ 1254473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74642 w 3309412"/>
                <a:gd name="connsiteY9" fmla="*/ 1254473 h 1780278"/>
                <a:gd name="connsiteX10" fmla="*/ 1693680 w 3309412"/>
                <a:gd name="connsiteY10" fmla="*/ 1261616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309412" h="1780278">
                  <a:moveTo>
                    <a:pt x="479954" y="536581"/>
                  </a:moveTo>
                  <a:lnTo>
                    <a:pt x="1530516" y="1523854"/>
                  </a:lnTo>
                  <a:lnTo>
                    <a:pt x="1022350" y="188919"/>
                  </a:lnTo>
                  <a:lnTo>
                    <a:pt x="1607446" y="1489174"/>
                  </a:lnTo>
                  <a:cubicBezTo>
                    <a:pt x="1609203" y="1385540"/>
                    <a:pt x="1613341" y="1253332"/>
                    <a:pt x="1603192" y="1263998"/>
                  </a:cubicBezTo>
                  <a:cubicBezTo>
                    <a:pt x="1613199" y="1259807"/>
                    <a:pt x="1531358" y="1257648"/>
                    <a:pt x="1534136" y="1254474"/>
                  </a:cubicBezTo>
                  <a:cubicBezTo>
                    <a:pt x="1534532" y="1248919"/>
                    <a:pt x="1619081" y="1155197"/>
                    <a:pt x="1619861" y="1159223"/>
                  </a:cubicBezTo>
                  <a:cubicBezTo>
                    <a:pt x="1620641" y="1175551"/>
                    <a:pt x="1644329" y="-59990"/>
                    <a:pt x="1657881" y="2278"/>
                  </a:cubicBezTo>
                  <a:cubicBezTo>
                    <a:pt x="1669787" y="-2882"/>
                    <a:pt x="1687714" y="1172376"/>
                    <a:pt x="1686536" y="1166366"/>
                  </a:cubicBezTo>
                  <a:cubicBezTo>
                    <a:pt x="1689723" y="1176628"/>
                    <a:pt x="1773451" y="1252886"/>
                    <a:pt x="1774642" y="1254473"/>
                  </a:cubicBezTo>
                  <a:cubicBezTo>
                    <a:pt x="1773451" y="1260822"/>
                    <a:pt x="1697193" y="1268007"/>
                    <a:pt x="1693680" y="1261616"/>
                  </a:cubicBezTo>
                  <a:cubicBezTo>
                    <a:pt x="1690621" y="1264708"/>
                    <a:pt x="1697087" y="1405913"/>
                    <a:pt x="1698791" y="1482824"/>
                  </a:cubicBezTo>
                  <a:lnTo>
                    <a:pt x="2312462" y="112719"/>
                  </a:lnTo>
                  <a:lnTo>
                    <a:pt x="1778896" y="1520679"/>
                  </a:lnTo>
                  <a:lnTo>
                    <a:pt x="2867558" y="498481"/>
                  </a:lnTo>
                  <a:lnTo>
                    <a:pt x="1830792" y="1586603"/>
                  </a:lnTo>
                  <a:lnTo>
                    <a:pt x="3242208" y="1055475"/>
                  </a:lnTo>
                  <a:lnTo>
                    <a:pt x="1858271" y="1665227"/>
                  </a:lnTo>
                  <a:lnTo>
                    <a:pt x="3309412" y="1701587"/>
                  </a:lnTo>
                  <a:lnTo>
                    <a:pt x="1943266" y="1744357"/>
                  </a:lnTo>
                  <a:lnTo>
                    <a:pt x="1657881" y="1780278"/>
                  </a:lnTo>
                  <a:lnTo>
                    <a:pt x="1499496" y="1763407"/>
                  </a:lnTo>
                  <a:lnTo>
                    <a:pt x="0" y="1720637"/>
                  </a:lnTo>
                  <a:lnTo>
                    <a:pt x="1444791" y="1662052"/>
                  </a:lnTo>
                  <a:lnTo>
                    <a:pt x="137054" y="1080875"/>
                  </a:lnTo>
                  <a:lnTo>
                    <a:pt x="1478620" y="1583428"/>
                  </a:lnTo>
                  <a:lnTo>
                    <a:pt x="479954" y="536581"/>
                  </a:lnTo>
                  <a:close/>
                </a:path>
              </a:pathLst>
            </a:custGeom>
            <a:grpFill/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solidFill>
                  <a:schemeClr val="bg1"/>
                </a:solidFill>
              </a:endParaRP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A565C945-5C3F-6B2D-D4DD-743459A127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43814" y="2143126"/>
              <a:ext cx="501650" cy="490538"/>
            </a:xfrm>
            <a:prstGeom prst="ellips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bg1"/>
                </a:solidFill>
              </a:endParaRPr>
            </a:p>
          </p:txBody>
        </p:sp>
        <p:sp>
          <p:nvSpPr>
            <p:cNvPr id="22" name="Diagrama de flujo: retraso 21">
              <a:extLst>
                <a:ext uri="{FF2B5EF4-FFF2-40B4-BE49-F238E27FC236}">
                  <a16:creationId xmlns:a16="http://schemas.microsoft.com/office/drawing/2014/main" id="{E2228244-E211-AD9B-82A4-AD24B468FA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899758" y="2868670"/>
              <a:ext cx="2597671" cy="2150290"/>
            </a:xfrm>
            <a:custGeom>
              <a:avLst/>
              <a:gdLst>
                <a:gd name="connsiteX0" fmla="*/ 0 w 2597581"/>
                <a:gd name="connsiteY0" fmla="*/ 0 h 2138037"/>
                <a:gd name="connsiteX1" fmla="*/ 1298791 w 2597581"/>
                <a:gd name="connsiteY1" fmla="*/ 0 h 2138037"/>
                <a:gd name="connsiteX2" fmla="*/ 2597582 w 2597581"/>
                <a:gd name="connsiteY2" fmla="*/ 1069019 h 2138037"/>
                <a:gd name="connsiteX3" fmla="*/ 1298791 w 2597581"/>
                <a:gd name="connsiteY3" fmla="*/ 2138038 h 2138037"/>
                <a:gd name="connsiteX4" fmla="*/ 0 w 2597581"/>
                <a:gd name="connsiteY4" fmla="*/ 2138037 h 2138037"/>
                <a:gd name="connsiteX5" fmla="*/ 0 w 2597581"/>
                <a:gd name="connsiteY5" fmla="*/ 0 h 2138037"/>
                <a:gd name="connsiteX0" fmla="*/ 0 w 2601103"/>
                <a:gd name="connsiteY0" fmla="*/ 4762 h 2142800"/>
                <a:gd name="connsiteX1" fmla="*/ 1560729 w 2601103"/>
                <a:gd name="connsiteY1" fmla="*/ 0 h 2142800"/>
                <a:gd name="connsiteX2" fmla="*/ 2597582 w 2601103"/>
                <a:gd name="connsiteY2" fmla="*/ 1073781 h 2142800"/>
                <a:gd name="connsiteX3" fmla="*/ 1298791 w 2601103"/>
                <a:gd name="connsiteY3" fmla="*/ 2142800 h 2142800"/>
                <a:gd name="connsiteX4" fmla="*/ 0 w 2601103"/>
                <a:gd name="connsiteY4" fmla="*/ 2142799 h 2142800"/>
                <a:gd name="connsiteX5" fmla="*/ 0 w 2601103"/>
                <a:gd name="connsiteY5" fmla="*/ 4762 h 2142800"/>
                <a:gd name="connsiteX0" fmla="*/ 0 w 2597638"/>
                <a:gd name="connsiteY0" fmla="*/ 4762 h 2161850"/>
                <a:gd name="connsiteX1" fmla="*/ 1560729 w 2597638"/>
                <a:gd name="connsiteY1" fmla="*/ 0 h 2161850"/>
                <a:gd name="connsiteX2" fmla="*/ 2597582 w 2597638"/>
                <a:gd name="connsiteY2" fmla="*/ 1073781 h 2161850"/>
                <a:gd name="connsiteX3" fmla="*/ 1589307 w 2597638"/>
                <a:gd name="connsiteY3" fmla="*/ 2161850 h 2161850"/>
                <a:gd name="connsiteX4" fmla="*/ 0 w 2597638"/>
                <a:gd name="connsiteY4" fmla="*/ 2142799 h 2161850"/>
                <a:gd name="connsiteX5" fmla="*/ 0 w 2597638"/>
                <a:gd name="connsiteY5" fmla="*/ 4762 h 2161850"/>
                <a:gd name="connsiteX0" fmla="*/ 0 w 2597620"/>
                <a:gd name="connsiteY0" fmla="*/ 4762 h 2142799"/>
                <a:gd name="connsiteX1" fmla="*/ 1560729 w 2597620"/>
                <a:gd name="connsiteY1" fmla="*/ 0 h 2142799"/>
                <a:gd name="connsiteX2" fmla="*/ 2597582 w 2597620"/>
                <a:gd name="connsiteY2" fmla="*/ 1073781 h 2142799"/>
                <a:gd name="connsiteX3" fmla="*/ 1584545 w 2597620"/>
                <a:gd name="connsiteY3" fmla="*/ 2138037 h 2142799"/>
                <a:gd name="connsiteX4" fmla="*/ 0 w 2597620"/>
                <a:gd name="connsiteY4" fmla="*/ 2142799 h 2142799"/>
                <a:gd name="connsiteX5" fmla="*/ 0 w 2597620"/>
                <a:gd name="connsiteY5" fmla="*/ 4762 h 2142799"/>
                <a:gd name="connsiteX0" fmla="*/ 0 w 2597620"/>
                <a:gd name="connsiteY0" fmla="*/ 4762 h 2148194"/>
                <a:gd name="connsiteX1" fmla="*/ 1560729 w 2597620"/>
                <a:gd name="connsiteY1" fmla="*/ 0 h 2148194"/>
                <a:gd name="connsiteX2" fmla="*/ 2597582 w 2597620"/>
                <a:gd name="connsiteY2" fmla="*/ 1073781 h 2148194"/>
                <a:gd name="connsiteX3" fmla="*/ 1584545 w 2597620"/>
                <a:gd name="connsiteY3" fmla="*/ 2138037 h 2148194"/>
                <a:gd name="connsiteX4" fmla="*/ 0 w 2597620"/>
                <a:gd name="connsiteY4" fmla="*/ 2142799 h 2148194"/>
                <a:gd name="connsiteX5" fmla="*/ 0 w 2597620"/>
                <a:gd name="connsiteY5" fmla="*/ 4762 h 2148194"/>
                <a:gd name="connsiteX0" fmla="*/ 0 w 2597659"/>
                <a:gd name="connsiteY0" fmla="*/ 4762 h 2148194"/>
                <a:gd name="connsiteX1" fmla="*/ 1560729 w 2597659"/>
                <a:gd name="connsiteY1" fmla="*/ 0 h 2148194"/>
                <a:gd name="connsiteX2" fmla="*/ 2597582 w 2597659"/>
                <a:gd name="connsiteY2" fmla="*/ 1073781 h 2148194"/>
                <a:gd name="connsiteX3" fmla="*/ 1594070 w 2597659"/>
                <a:gd name="connsiteY3" fmla="*/ 2138037 h 2148194"/>
                <a:gd name="connsiteX4" fmla="*/ 0 w 2597659"/>
                <a:gd name="connsiteY4" fmla="*/ 2142799 h 2148194"/>
                <a:gd name="connsiteX5" fmla="*/ 0 w 2597659"/>
                <a:gd name="connsiteY5" fmla="*/ 4762 h 2148194"/>
                <a:gd name="connsiteX0" fmla="*/ 0 w 2597659"/>
                <a:gd name="connsiteY0" fmla="*/ 4762 h 2142799"/>
                <a:gd name="connsiteX1" fmla="*/ 1560729 w 2597659"/>
                <a:gd name="connsiteY1" fmla="*/ 0 h 2142799"/>
                <a:gd name="connsiteX2" fmla="*/ 2597582 w 2597659"/>
                <a:gd name="connsiteY2" fmla="*/ 1073781 h 2142799"/>
                <a:gd name="connsiteX3" fmla="*/ 1594070 w 2597659"/>
                <a:gd name="connsiteY3" fmla="*/ 2138037 h 2142799"/>
                <a:gd name="connsiteX4" fmla="*/ 0 w 2597659"/>
                <a:gd name="connsiteY4" fmla="*/ 2142799 h 2142799"/>
                <a:gd name="connsiteX5" fmla="*/ 0 w 2597659"/>
                <a:gd name="connsiteY5" fmla="*/ 4762 h 2142799"/>
                <a:gd name="connsiteX0" fmla="*/ 0 w 2597659"/>
                <a:gd name="connsiteY0" fmla="*/ 4762 h 2150290"/>
                <a:gd name="connsiteX1" fmla="*/ 1560729 w 2597659"/>
                <a:gd name="connsiteY1" fmla="*/ 0 h 2150290"/>
                <a:gd name="connsiteX2" fmla="*/ 2597582 w 2597659"/>
                <a:gd name="connsiteY2" fmla="*/ 1073781 h 2150290"/>
                <a:gd name="connsiteX3" fmla="*/ 1594070 w 2597659"/>
                <a:gd name="connsiteY3" fmla="*/ 2138037 h 2150290"/>
                <a:gd name="connsiteX4" fmla="*/ 0 w 2597659"/>
                <a:gd name="connsiteY4" fmla="*/ 2142799 h 2150290"/>
                <a:gd name="connsiteX5" fmla="*/ 0 w 2597659"/>
                <a:gd name="connsiteY5" fmla="*/ 4762 h 2150290"/>
                <a:gd name="connsiteX0" fmla="*/ 0 w 2597671"/>
                <a:gd name="connsiteY0" fmla="*/ 4762 h 2150290"/>
                <a:gd name="connsiteX1" fmla="*/ 1560729 w 2597671"/>
                <a:gd name="connsiteY1" fmla="*/ 0 h 2150290"/>
                <a:gd name="connsiteX2" fmla="*/ 2597582 w 2597671"/>
                <a:gd name="connsiteY2" fmla="*/ 1073781 h 2150290"/>
                <a:gd name="connsiteX3" fmla="*/ 1594070 w 2597671"/>
                <a:gd name="connsiteY3" fmla="*/ 2138037 h 2150290"/>
                <a:gd name="connsiteX4" fmla="*/ 0 w 2597671"/>
                <a:gd name="connsiteY4" fmla="*/ 2142799 h 2150290"/>
                <a:gd name="connsiteX5" fmla="*/ 0 w 2597671"/>
                <a:gd name="connsiteY5" fmla="*/ 4762 h 2150290"/>
                <a:gd name="connsiteX0" fmla="*/ 0 w 2597671"/>
                <a:gd name="connsiteY0" fmla="*/ 4762 h 2150290"/>
                <a:gd name="connsiteX1" fmla="*/ 1560729 w 2597671"/>
                <a:gd name="connsiteY1" fmla="*/ 0 h 2150290"/>
                <a:gd name="connsiteX2" fmla="*/ 2597582 w 2597671"/>
                <a:gd name="connsiteY2" fmla="*/ 1073781 h 2150290"/>
                <a:gd name="connsiteX3" fmla="*/ 1594070 w 2597671"/>
                <a:gd name="connsiteY3" fmla="*/ 2138037 h 2150290"/>
                <a:gd name="connsiteX4" fmla="*/ 0 w 2597671"/>
                <a:gd name="connsiteY4" fmla="*/ 2142799 h 2150290"/>
                <a:gd name="connsiteX5" fmla="*/ 0 w 2597671"/>
                <a:gd name="connsiteY5" fmla="*/ 4762 h 2150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7671" h="2150290">
                  <a:moveTo>
                    <a:pt x="0" y="4762"/>
                  </a:moveTo>
                  <a:lnTo>
                    <a:pt x="1560729" y="0"/>
                  </a:lnTo>
                  <a:cubicBezTo>
                    <a:pt x="2292322" y="0"/>
                    <a:pt x="2592025" y="717442"/>
                    <a:pt x="2597582" y="1073781"/>
                  </a:cubicBezTo>
                  <a:cubicBezTo>
                    <a:pt x="2603139" y="1430120"/>
                    <a:pt x="2349475" y="2138037"/>
                    <a:pt x="1594070" y="2138037"/>
                  </a:cubicBezTo>
                  <a:cubicBezTo>
                    <a:pt x="1062713" y="2163437"/>
                    <a:pt x="531357" y="2141212"/>
                    <a:pt x="0" y="2142799"/>
                  </a:cubicBezTo>
                  <a:lnTo>
                    <a:pt x="0" y="4762"/>
                  </a:lnTo>
                  <a:close/>
                </a:path>
              </a:pathLst>
            </a:custGeom>
            <a:grpFill/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>
                <a:lnSpc>
                  <a:spcPct val="200000"/>
                </a:lnSpc>
              </a:pPr>
              <a:r>
                <a:rPr lang="es-ES" sz="7200" dirty="0">
                  <a:solidFill>
                    <a:schemeClr val="bg1"/>
                  </a:solidFill>
                  <a:latin typeface="Georgia" panose="02040502050405020303" pitchFamily="18" charset="0"/>
                </a:rPr>
                <a:t>04</a:t>
              </a:r>
              <a:endParaRPr lang="es-CO" sz="7200" dirty="0">
                <a:solidFill>
                  <a:schemeClr val="bg1"/>
                </a:solidFill>
                <a:latin typeface="Georgia" panose="02040502050405020303" pitchFamily="18" charset="0"/>
              </a:endParaRPr>
            </a:p>
          </p:txBody>
        </p:sp>
      </p:grpSp>
      <p:sp>
        <p:nvSpPr>
          <p:cNvPr id="24" name="Diagrama de flujo: preparación 23">
            <a:extLst>
              <a:ext uri="{FF2B5EF4-FFF2-40B4-BE49-F238E27FC236}">
                <a16:creationId xmlns:a16="http://schemas.microsoft.com/office/drawing/2014/main" id="{9B77320D-D9C9-B95C-7E00-887C3902B847}"/>
              </a:ext>
            </a:extLst>
          </p:cNvPr>
          <p:cNvSpPr/>
          <p:nvPr/>
        </p:nvSpPr>
        <p:spPr>
          <a:xfrm>
            <a:off x="2715410" y="3085848"/>
            <a:ext cx="6570477" cy="1301513"/>
          </a:xfrm>
          <a:custGeom>
            <a:avLst/>
            <a:gdLst>
              <a:gd name="connsiteX0" fmla="*/ 0 w 10000"/>
              <a:gd name="connsiteY0" fmla="*/ 5000 h 10000"/>
              <a:gd name="connsiteX1" fmla="*/ 2000 w 10000"/>
              <a:gd name="connsiteY1" fmla="*/ 0 h 10000"/>
              <a:gd name="connsiteX2" fmla="*/ 8000 w 10000"/>
              <a:gd name="connsiteY2" fmla="*/ 0 h 10000"/>
              <a:gd name="connsiteX3" fmla="*/ 10000 w 10000"/>
              <a:gd name="connsiteY3" fmla="*/ 5000 h 10000"/>
              <a:gd name="connsiteX4" fmla="*/ 8000 w 10000"/>
              <a:gd name="connsiteY4" fmla="*/ 10000 h 10000"/>
              <a:gd name="connsiteX5" fmla="*/ 2000 w 10000"/>
              <a:gd name="connsiteY5" fmla="*/ 10000 h 10000"/>
              <a:gd name="connsiteX6" fmla="*/ 0 w 10000"/>
              <a:gd name="connsiteY6" fmla="*/ 5000 h 10000"/>
              <a:gd name="connsiteX0" fmla="*/ 1646 w 8000"/>
              <a:gd name="connsiteY0" fmla="*/ 5100 h 10000"/>
              <a:gd name="connsiteX1" fmla="*/ 0 w 8000"/>
              <a:gd name="connsiteY1" fmla="*/ 0 h 10000"/>
              <a:gd name="connsiteX2" fmla="*/ 6000 w 8000"/>
              <a:gd name="connsiteY2" fmla="*/ 0 h 10000"/>
              <a:gd name="connsiteX3" fmla="*/ 8000 w 8000"/>
              <a:gd name="connsiteY3" fmla="*/ 5000 h 10000"/>
              <a:gd name="connsiteX4" fmla="*/ 6000 w 8000"/>
              <a:gd name="connsiteY4" fmla="*/ 10000 h 10000"/>
              <a:gd name="connsiteX5" fmla="*/ 0 w 8000"/>
              <a:gd name="connsiteY5" fmla="*/ 10000 h 10000"/>
              <a:gd name="connsiteX6" fmla="*/ 1646 w 8000"/>
              <a:gd name="connsiteY6" fmla="*/ 5100 h 10000"/>
              <a:gd name="connsiteX0" fmla="*/ 2058 w 7500"/>
              <a:gd name="connsiteY0" fmla="*/ 5100 h 10000"/>
              <a:gd name="connsiteX1" fmla="*/ 0 w 7500"/>
              <a:gd name="connsiteY1" fmla="*/ 0 h 10000"/>
              <a:gd name="connsiteX2" fmla="*/ 7500 w 7500"/>
              <a:gd name="connsiteY2" fmla="*/ 0 h 10000"/>
              <a:gd name="connsiteX3" fmla="*/ 6703 w 7500"/>
              <a:gd name="connsiteY3" fmla="*/ 5601 h 10000"/>
              <a:gd name="connsiteX4" fmla="*/ 7500 w 7500"/>
              <a:gd name="connsiteY4" fmla="*/ 10000 h 10000"/>
              <a:gd name="connsiteX5" fmla="*/ 0 w 7500"/>
              <a:gd name="connsiteY5" fmla="*/ 10000 h 10000"/>
              <a:gd name="connsiteX6" fmla="*/ 2058 w 7500"/>
              <a:gd name="connsiteY6" fmla="*/ 5100 h 10000"/>
              <a:gd name="connsiteX0" fmla="*/ 1344 w 10000"/>
              <a:gd name="connsiteY0" fmla="*/ 51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937 w 10000"/>
              <a:gd name="connsiteY3" fmla="*/ 5601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1344 w 10000"/>
              <a:gd name="connsiteY6" fmla="*/ 5100 h 10000"/>
              <a:gd name="connsiteX0" fmla="*/ 1344 w 10000"/>
              <a:gd name="connsiteY0" fmla="*/ 51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853 w 10000"/>
              <a:gd name="connsiteY3" fmla="*/ 52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1344 w 10000"/>
              <a:gd name="connsiteY6" fmla="*/ 5100 h 10000"/>
              <a:gd name="connsiteX0" fmla="*/ 1260 w 10000"/>
              <a:gd name="connsiteY0" fmla="*/ 52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853 w 10000"/>
              <a:gd name="connsiteY3" fmla="*/ 52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1260 w 10000"/>
              <a:gd name="connsiteY6" fmla="*/ 5200 h 10000"/>
              <a:gd name="connsiteX0" fmla="*/ 1260 w 10000"/>
              <a:gd name="connsiteY0" fmla="*/ 52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9077 w 10000"/>
              <a:gd name="connsiteY3" fmla="*/ 54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1260 w 10000"/>
              <a:gd name="connsiteY6" fmla="*/ 5200 h 10000"/>
              <a:gd name="connsiteX0" fmla="*/ 952 w 10000"/>
              <a:gd name="connsiteY0" fmla="*/ 52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9077 w 10000"/>
              <a:gd name="connsiteY3" fmla="*/ 54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952 w 10000"/>
              <a:gd name="connsiteY6" fmla="*/ 5200 h 10000"/>
              <a:gd name="connsiteX0" fmla="*/ 952 w 10000"/>
              <a:gd name="connsiteY0" fmla="*/ 52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9161 w 10000"/>
              <a:gd name="connsiteY3" fmla="*/ 52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952 w 10000"/>
              <a:gd name="connsiteY6" fmla="*/ 5200 h 10000"/>
              <a:gd name="connsiteX0" fmla="*/ 840 w 10000"/>
              <a:gd name="connsiteY0" fmla="*/ 53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9161 w 10000"/>
              <a:gd name="connsiteY3" fmla="*/ 52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840 w 10000"/>
              <a:gd name="connsiteY6" fmla="*/ 53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0">
                <a:moveTo>
                  <a:pt x="840" y="5300"/>
                </a:moveTo>
                <a:lnTo>
                  <a:pt x="0" y="0"/>
                </a:lnTo>
                <a:lnTo>
                  <a:pt x="10000" y="0"/>
                </a:lnTo>
                <a:lnTo>
                  <a:pt x="9161" y="5200"/>
                </a:lnTo>
                <a:lnTo>
                  <a:pt x="10000" y="10000"/>
                </a:lnTo>
                <a:lnTo>
                  <a:pt x="0" y="10000"/>
                </a:lnTo>
                <a:lnTo>
                  <a:pt x="840" y="5300"/>
                </a:lnTo>
                <a:close/>
              </a:path>
            </a:pathLst>
          </a:custGeom>
          <a:solidFill>
            <a:srgbClr val="B03853"/>
          </a:solid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i="0" dirty="0">
                <a:solidFill>
                  <a:schemeClr val="bg1"/>
                </a:solidFill>
                <a:latin typeface="Georgia"/>
              </a:rPr>
              <a:t>Proyectos relevantes</a:t>
            </a:r>
            <a:endParaRPr lang="es-CO" sz="3600" b="1" i="0" dirty="0">
              <a:solidFill>
                <a:schemeClr val="bg1"/>
              </a:solidFill>
              <a:latin typeface="Georgia"/>
            </a:endParaRPr>
          </a:p>
        </p:txBody>
      </p:sp>
      <p:pic>
        <p:nvPicPr>
          <p:cNvPr id="3" name="Picture 10" descr="Universidad Distrital | LAUD">
            <a:extLst>
              <a:ext uri="{FF2B5EF4-FFF2-40B4-BE49-F238E27FC236}">
                <a16:creationId xmlns:a16="http://schemas.microsoft.com/office/drawing/2014/main" id="{1D029FE2-8993-477F-90BE-FADF83E45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195" y="276278"/>
            <a:ext cx="1501761" cy="15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3025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54995"/>
            <a:ext cx="341760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 dirty="0">
                <a:solidFill>
                  <a:srgbClr val="B03853"/>
                </a:solidFill>
                <a:latin typeface="Arial"/>
              </a:rPr>
              <a:t>0</a:t>
            </a:r>
            <a:r>
              <a:rPr lang="es-ES" sz="1100" b="1" i="0" dirty="0">
                <a:solidFill>
                  <a:srgbClr val="B03853"/>
                </a:solidFill>
                <a:latin typeface="Arial"/>
              </a:rPr>
              <a:t>4</a:t>
            </a:r>
            <a:endParaRPr sz="1100" b="1" i="0" dirty="0">
              <a:solidFill>
                <a:srgbClr val="B03853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965135"/>
            <a:ext cx="1035861" cy="53860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2900" b="1" i="0" dirty="0">
                <a:solidFill>
                  <a:srgbClr val="BBA04A"/>
                </a:solidFill>
                <a:latin typeface="Georgia"/>
              </a:rPr>
              <a:t>KOS</a:t>
            </a:r>
            <a:endParaRPr sz="2900" b="1" i="0" dirty="0">
              <a:solidFill>
                <a:srgbClr val="BBA04A"/>
              </a:solidFill>
              <a:latin typeface="Georg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664208"/>
            <a:ext cx="1901952" cy="25400"/>
          </a:xfrm>
          <a:prstGeom prst="rect">
            <a:avLst/>
          </a:prstGeom>
          <a:solidFill>
            <a:srgbClr val="B03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B4973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036994"/>
            <a:ext cx="3526174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Métodos de acceso visuales a través de mecanismos de navegación sobre repositorios abiertos.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577596"/>
            <a:ext cx="5349240" cy="5714716"/>
          </a:xfrm>
          <a:prstGeom prst="rect">
            <a:avLst/>
          </a:prstGeom>
          <a:solidFill>
            <a:srgbClr val="E8E1D0"/>
          </a:solidFill>
          <a:ln>
            <a:solidFill>
              <a:srgbClr val="E8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DE4246D2-F14C-3FFD-3E57-0F28712D4E23}"/>
              </a:ext>
            </a:extLst>
          </p:cNvPr>
          <p:cNvSpPr txBox="1"/>
          <p:nvPr/>
        </p:nvSpPr>
        <p:spPr>
          <a:xfrm>
            <a:off x="639879" y="3093946"/>
            <a:ext cx="2072123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b="1" i="0" dirty="0">
                <a:solidFill>
                  <a:srgbClr val="B03853"/>
                </a:solidFill>
                <a:latin typeface="Georgia" panose="02040502050405020303" pitchFamily="18" charset="0"/>
              </a:rPr>
              <a:t>ESTADO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F6FF9FC-D92A-6CF6-736F-841975EE1A90}"/>
              </a:ext>
            </a:extLst>
          </p:cNvPr>
          <p:cNvSpPr txBox="1"/>
          <p:nvPr/>
        </p:nvSpPr>
        <p:spPr>
          <a:xfrm>
            <a:off x="623686" y="3572619"/>
            <a:ext cx="417663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B038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Proyecto en Alianza con GRUPO GIIRA </a:t>
            </a:r>
          </a:p>
          <a:p>
            <a:r>
              <a:rPr lang="es-ES" sz="1600" b="1" dirty="0">
                <a:solidFill>
                  <a:srgbClr val="B038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Finalizado</a:t>
            </a:r>
          </a:p>
          <a:p>
            <a:endParaRPr lang="es-E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Libro de Investigación: </a:t>
            </a: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Entornos de búsquedas navegacionales a partir de esquemas de representación de conocimiento</a:t>
            </a:r>
          </a:p>
          <a:p>
            <a:endParaRPr lang="es-E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Enlace Consulta:</a:t>
            </a:r>
            <a:r>
              <a:rPr lang="es-ES" sz="1600" b="1" dirty="0">
                <a:solidFill>
                  <a:srgbClr val="B038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solidFill>
                  <a:srgbClr val="B03853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Libro</a:t>
            </a:r>
            <a:endParaRPr lang="es-ES" sz="1600" dirty="0">
              <a:solidFill>
                <a:srgbClr val="B0385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D8CD96E3-9C8A-B584-BC00-0AA8841CB4EE}"/>
              </a:ext>
            </a:extLst>
          </p:cNvPr>
          <p:cNvSpPr txBox="1"/>
          <p:nvPr/>
        </p:nvSpPr>
        <p:spPr>
          <a:xfrm>
            <a:off x="981840" y="577596"/>
            <a:ext cx="1888659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O" sz="1000" b="1" i="0" dirty="0">
                <a:solidFill>
                  <a:srgbClr val="B03853"/>
                </a:solidFill>
                <a:latin typeface="Arial"/>
              </a:rPr>
              <a:t>MULTIMEDIA INTERACTIVA</a:t>
            </a:r>
          </a:p>
        </p:txBody>
      </p:sp>
      <p:pic>
        <p:nvPicPr>
          <p:cNvPr id="12" name="Google Shape;181;p9">
            <a:extLst>
              <a:ext uri="{FF2B5EF4-FFF2-40B4-BE49-F238E27FC236}">
                <a16:creationId xmlns:a16="http://schemas.microsoft.com/office/drawing/2014/main" id="{C5114A24-C23B-63CA-F6F7-3B556D95D02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7024" y="892567"/>
            <a:ext cx="3665192" cy="5110643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5" name="TextBox 6">
            <a:extLst>
              <a:ext uri="{FF2B5EF4-FFF2-40B4-BE49-F238E27FC236}">
                <a16:creationId xmlns:a16="http://schemas.microsoft.com/office/drawing/2014/main" id="{6F93D98D-AF3B-2F7E-F886-C3B110B4E689}"/>
              </a:ext>
            </a:extLst>
          </p:cNvPr>
          <p:cNvSpPr txBox="1"/>
          <p:nvPr/>
        </p:nvSpPr>
        <p:spPr>
          <a:xfrm>
            <a:off x="623686" y="6452776"/>
            <a:ext cx="6417141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1000" b="1" i="0" dirty="0">
                <a:solidFill>
                  <a:srgbClr val="B49739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670215B-D042-F644-CA45-9C9B99B6B722}"/>
              </a:ext>
            </a:extLst>
          </p:cNvPr>
          <p:cNvSpPr txBox="1"/>
          <p:nvPr/>
        </p:nvSpPr>
        <p:spPr>
          <a:xfrm>
            <a:off x="623686" y="5990284"/>
            <a:ext cx="5089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u="sng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https://siciud.udistrital.edu.co/PGrupos/Ver/213 </a:t>
            </a:r>
            <a:endParaRPr lang="es-419" sz="1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425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54995"/>
            <a:ext cx="341760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 dirty="0">
                <a:solidFill>
                  <a:srgbClr val="B03853"/>
                </a:solidFill>
                <a:latin typeface="Arial"/>
              </a:rPr>
              <a:t>0</a:t>
            </a:r>
            <a:r>
              <a:rPr lang="es-ES" sz="1100" b="1" i="0" dirty="0">
                <a:solidFill>
                  <a:srgbClr val="B03853"/>
                </a:solidFill>
                <a:latin typeface="Arial"/>
              </a:rPr>
              <a:t>4</a:t>
            </a:r>
            <a:endParaRPr sz="1100" b="1" i="0" dirty="0">
              <a:solidFill>
                <a:srgbClr val="B03853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965135"/>
            <a:ext cx="1351652" cy="53860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2900" b="1" i="0" dirty="0">
                <a:solidFill>
                  <a:srgbClr val="BBA04A"/>
                </a:solidFill>
                <a:latin typeface="Georgia"/>
              </a:rPr>
              <a:t>VORA</a:t>
            </a:r>
            <a:endParaRPr sz="2900" b="1" i="0" dirty="0">
              <a:solidFill>
                <a:srgbClr val="BBA04A"/>
              </a:solidFill>
              <a:latin typeface="Georg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664208"/>
            <a:ext cx="1901952" cy="25400"/>
          </a:xfrm>
          <a:prstGeom prst="rect">
            <a:avLst/>
          </a:prstGeom>
          <a:solidFill>
            <a:srgbClr val="B03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B4973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160105"/>
            <a:ext cx="3526174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16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Método de acceso inmersivo a través de realidad aumentada.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DE4246D2-F14C-3FFD-3E57-0F28712D4E23}"/>
              </a:ext>
            </a:extLst>
          </p:cNvPr>
          <p:cNvSpPr txBox="1"/>
          <p:nvPr/>
        </p:nvSpPr>
        <p:spPr>
          <a:xfrm>
            <a:off x="639879" y="3093946"/>
            <a:ext cx="2072123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b="1" i="0" dirty="0">
                <a:solidFill>
                  <a:srgbClr val="B03853"/>
                </a:solidFill>
                <a:latin typeface="Georgia" panose="02040502050405020303" pitchFamily="18" charset="0"/>
              </a:rPr>
              <a:t>ESTADO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F6FF9FC-D92A-6CF6-736F-841975EE1A90}"/>
              </a:ext>
            </a:extLst>
          </p:cNvPr>
          <p:cNvSpPr txBox="1"/>
          <p:nvPr/>
        </p:nvSpPr>
        <p:spPr>
          <a:xfrm>
            <a:off x="623686" y="3572619"/>
            <a:ext cx="417663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B038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Finalizado</a:t>
            </a:r>
          </a:p>
          <a:p>
            <a:endParaRPr lang="es-E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Libro de Investigación: </a:t>
            </a:r>
            <a:r>
              <a:rPr lang="es-E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Aplicación inmersiva para el consumo de recursos digitales basada en navegación por ontologías como estrategia de interacción</a:t>
            </a:r>
          </a:p>
          <a:p>
            <a:endParaRPr lang="es-E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Enlace Consulta:</a:t>
            </a:r>
            <a:r>
              <a:rPr lang="es-ES" sz="1600" b="1" dirty="0">
                <a:solidFill>
                  <a:srgbClr val="B038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solidFill>
                  <a:srgbClr val="B03853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Libro</a:t>
            </a:r>
            <a:endParaRPr lang="es-ES" sz="1600" dirty="0">
              <a:solidFill>
                <a:srgbClr val="B0385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D8CD96E3-9C8A-B584-BC00-0AA8841CB4EE}"/>
              </a:ext>
            </a:extLst>
          </p:cNvPr>
          <p:cNvSpPr txBox="1"/>
          <p:nvPr/>
        </p:nvSpPr>
        <p:spPr>
          <a:xfrm>
            <a:off x="981840" y="577596"/>
            <a:ext cx="1888659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O" sz="1000" b="1" i="0" dirty="0">
                <a:solidFill>
                  <a:srgbClr val="B03853"/>
                </a:solidFill>
                <a:latin typeface="Arial"/>
              </a:rPr>
              <a:t>MULTIMEDIA INTERACTIVA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F39DAE65-F801-9371-86C8-9181A9A1765E}"/>
              </a:ext>
            </a:extLst>
          </p:cNvPr>
          <p:cNvSpPr/>
          <p:nvPr/>
        </p:nvSpPr>
        <p:spPr>
          <a:xfrm>
            <a:off x="5715000" y="577596"/>
            <a:ext cx="5349240" cy="5714716"/>
          </a:xfrm>
          <a:prstGeom prst="rect">
            <a:avLst/>
          </a:prstGeom>
          <a:solidFill>
            <a:srgbClr val="E8E1D0"/>
          </a:solidFill>
          <a:ln>
            <a:solidFill>
              <a:srgbClr val="E8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Google Shape;194;p10">
            <a:extLst>
              <a:ext uri="{FF2B5EF4-FFF2-40B4-BE49-F238E27FC236}">
                <a16:creationId xmlns:a16="http://schemas.microsoft.com/office/drawing/2014/main" id="{2C80E0AC-0712-A7BF-8E12-E20E1F02ABF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8258" y="1011628"/>
            <a:ext cx="3701104" cy="481527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9" name="TextBox 6">
            <a:extLst>
              <a:ext uri="{FF2B5EF4-FFF2-40B4-BE49-F238E27FC236}">
                <a16:creationId xmlns:a16="http://schemas.microsoft.com/office/drawing/2014/main" id="{9B609FA8-66C8-CB5B-AA66-79354FDFCBB4}"/>
              </a:ext>
            </a:extLst>
          </p:cNvPr>
          <p:cNvSpPr txBox="1"/>
          <p:nvPr/>
        </p:nvSpPr>
        <p:spPr>
          <a:xfrm>
            <a:off x="623686" y="6452776"/>
            <a:ext cx="6417141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1000" b="1" i="0" dirty="0">
                <a:solidFill>
                  <a:srgbClr val="B49739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B03853"/>
          </a:solidFill>
          <a:ln>
            <a:solidFill>
              <a:srgbClr val="B0385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0035" y="812226"/>
            <a:ext cx="262460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/>
            <a:r>
              <a:rPr lang="es-CO" sz="2800" b="1" i="0" dirty="0">
                <a:solidFill>
                  <a:srgbClr val="B49739"/>
                </a:solidFill>
                <a:latin typeface="Georgia"/>
              </a:rPr>
              <a:t>AR-</a:t>
            </a:r>
            <a:r>
              <a:rPr lang="es-CO" sz="2800" b="1" i="0" dirty="0" err="1">
                <a:solidFill>
                  <a:srgbClr val="B49739"/>
                </a:solidFill>
                <a:latin typeface="Georgia"/>
              </a:rPr>
              <a:t>SandBox</a:t>
            </a:r>
            <a:endParaRPr lang="es-CO" sz="2800" b="1" i="0" dirty="0">
              <a:solidFill>
                <a:srgbClr val="B49739"/>
              </a:solidFill>
              <a:latin typeface="Georgi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9178" y="1488099"/>
            <a:ext cx="2148840" cy="25400"/>
          </a:xfrm>
          <a:prstGeom prst="rect">
            <a:avLst/>
          </a:prstGeom>
          <a:solidFill>
            <a:srgbClr val="B49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B49739"/>
              </a:solidFill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488A1505-9ECF-4D9A-FFFE-FF9485D382C5}"/>
              </a:ext>
            </a:extLst>
          </p:cNvPr>
          <p:cNvSpPr txBox="1"/>
          <p:nvPr/>
        </p:nvSpPr>
        <p:spPr>
          <a:xfrm>
            <a:off x="433177" y="5735851"/>
            <a:ext cx="1968285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1000" b="1" i="0" dirty="0">
                <a:solidFill>
                  <a:srgbClr val="FFFFFF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47BEE0D-6A78-CBAE-F77A-116FFAF47B58}"/>
              </a:ext>
            </a:extLst>
          </p:cNvPr>
          <p:cNvSpPr txBox="1"/>
          <p:nvPr/>
        </p:nvSpPr>
        <p:spPr>
          <a:xfrm>
            <a:off x="295982" y="1896410"/>
            <a:ext cx="235315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Prototipo de un ambiente basado en tecnologías inmersivas, e interacción con dispositivos de control gestual e interfaces cerebro-computadora para el desarrollo de ejercicios de motricidad fina.</a:t>
            </a:r>
            <a:endParaRPr lang="es-419" sz="16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Google Shape;204;gd3a87fed14_0_42">
            <a:extLst>
              <a:ext uri="{FF2B5EF4-FFF2-40B4-BE49-F238E27FC236}">
                <a16:creationId xmlns:a16="http://schemas.microsoft.com/office/drawing/2014/main" id="{FF34FC66-AEEC-0C64-0987-005797F8806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01385" y="5089964"/>
            <a:ext cx="4645571" cy="1768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05;gd3a87fed14_0_42">
            <a:extLst>
              <a:ext uri="{FF2B5EF4-FFF2-40B4-BE49-F238E27FC236}">
                <a16:creationId xmlns:a16="http://schemas.microsoft.com/office/drawing/2014/main" id="{D6D7D4C3-3ACD-A55E-92D4-BB5D0FC5136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8526" y="1896410"/>
            <a:ext cx="3425650" cy="248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206;gd3a87fed14_0_42">
            <a:extLst>
              <a:ext uri="{FF2B5EF4-FFF2-40B4-BE49-F238E27FC236}">
                <a16:creationId xmlns:a16="http://schemas.microsoft.com/office/drawing/2014/main" id="{0F6B40DA-EBB8-CBC7-380F-30DAC3054D5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4227" y="1768036"/>
            <a:ext cx="2325360" cy="3290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3">
            <a:extLst>
              <a:ext uri="{FF2B5EF4-FFF2-40B4-BE49-F238E27FC236}">
                <a16:creationId xmlns:a16="http://schemas.microsoft.com/office/drawing/2014/main" id="{3D35D64A-271A-D085-468B-8C336373E8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2109" y="1948234"/>
            <a:ext cx="3943060" cy="2502722"/>
          </a:xfrm>
          <a:prstGeom prst="rect">
            <a:avLst/>
          </a:prstGeom>
        </p:spPr>
      </p:pic>
      <p:sp>
        <p:nvSpPr>
          <p:cNvPr id="23" name="TextBox 1">
            <a:extLst>
              <a:ext uri="{FF2B5EF4-FFF2-40B4-BE49-F238E27FC236}">
                <a16:creationId xmlns:a16="http://schemas.microsoft.com/office/drawing/2014/main" id="{99C7FC11-2548-D947-CCC8-62E1E5D75DA6}"/>
              </a:ext>
            </a:extLst>
          </p:cNvPr>
          <p:cNvSpPr txBox="1"/>
          <p:nvPr/>
        </p:nvSpPr>
        <p:spPr>
          <a:xfrm>
            <a:off x="9703699" y="355573"/>
            <a:ext cx="341760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 dirty="0">
                <a:solidFill>
                  <a:srgbClr val="B49739"/>
                </a:solidFill>
                <a:latin typeface="Arial"/>
              </a:rPr>
              <a:t>0</a:t>
            </a:r>
            <a:r>
              <a:rPr lang="es-ES" sz="1100" b="1" i="0" dirty="0">
                <a:solidFill>
                  <a:srgbClr val="B49739"/>
                </a:solidFill>
                <a:latin typeface="Arial"/>
              </a:rPr>
              <a:t>4</a:t>
            </a:r>
            <a:endParaRPr sz="1100" b="1" i="0" dirty="0">
              <a:solidFill>
                <a:srgbClr val="B49739"/>
              </a:solidFill>
              <a:latin typeface="Arial"/>
            </a:endParaRPr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9FF8B154-39D8-E184-3A1F-78C120E37FA0}"/>
              </a:ext>
            </a:extLst>
          </p:cNvPr>
          <p:cNvSpPr txBox="1"/>
          <p:nvPr/>
        </p:nvSpPr>
        <p:spPr>
          <a:xfrm>
            <a:off x="10045459" y="362676"/>
            <a:ext cx="1888659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O" sz="1000" b="1" i="0" dirty="0">
                <a:solidFill>
                  <a:srgbClr val="B49739"/>
                </a:solidFill>
                <a:latin typeface="Arial"/>
              </a:rPr>
              <a:t>MULTIMEDIA INTERACTIVA</a:t>
            </a:r>
          </a:p>
        </p:txBody>
      </p:sp>
    </p:spTree>
    <p:extLst>
      <p:ext uri="{BB962C8B-B14F-4D97-AF65-F5344CB8AC3E}">
        <p14:creationId xmlns:p14="http://schemas.microsoft.com/office/powerpoint/2010/main" val="3433458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F901D60F-80AD-FFF9-D28A-156B072C2B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409690" y="4042473"/>
            <a:ext cx="1797808" cy="2846523"/>
          </a:xfrm>
          <a:prstGeom prst="triangle">
            <a:avLst>
              <a:gd name="adj" fmla="val 100000"/>
            </a:avLst>
          </a:prstGeom>
          <a:solidFill>
            <a:srgbClr val="B03853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" name="Triángulo isósceles 4">
            <a:extLst>
              <a:ext uri="{FF2B5EF4-FFF2-40B4-BE49-F238E27FC236}">
                <a16:creationId xmlns:a16="http://schemas.microsoft.com/office/drawing/2014/main" id="{7124257E-BE13-06F2-2F0A-355A21445A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-15498" y="-15498"/>
            <a:ext cx="1933040" cy="2677309"/>
          </a:xfrm>
          <a:prstGeom prst="triangle">
            <a:avLst>
              <a:gd name="adj" fmla="val 100000"/>
            </a:avLst>
          </a:prstGeom>
          <a:solidFill>
            <a:srgbClr val="B03853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7E0219A8-73A3-06EE-5E43-A232C7403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1186" y="221841"/>
            <a:ext cx="1507874" cy="15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F939141F-E41A-DE88-2110-2C265F863905}"/>
              </a:ext>
            </a:extLst>
          </p:cNvPr>
          <p:cNvSpPr txBox="1"/>
          <p:nvPr/>
        </p:nvSpPr>
        <p:spPr>
          <a:xfrm>
            <a:off x="1693965" y="554995"/>
            <a:ext cx="341760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 dirty="0">
                <a:solidFill>
                  <a:srgbClr val="B03853"/>
                </a:solidFill>
                <a:latin typeface="Arial"/>
              </a:rPr>
              <a:t>0</a:t>
            </a:r>
            <a:r>
              <a:rPr lang="es-ES" sz="1100" b="1" i="0" dirty="0">
                <a:solidFill>
                  <a:srgbClr val="B03853"/>
                </a:solidFill>
                <a:latin typeface="Arial"/>
              </a:rPr>
              <a:t>4</a:t>
            </a:r>
            <a:endParaRPr sz="1100" b="1" i="0" dirty="0">
              <a:solidFill>
                <a:srgbClr val="B03853"/>
              </a:solidFill>
              <a:latin typeface="Arial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9D0F0EB-F5EE-4C2D-9EA1-4C2B0571B1D2}"/>
              </a:ext>
            </a:extLst>
          </p:cNvPr>
          <p:cNvSpPr txBox="1"/>
          <p:nvPr/>
        </p:nvSpPr>
        <p:spPr>
          <a:xfrm>
            <a:off x="2035725" y="577596"/>
            <a:ext cx="1888659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O" sz="1000" b="1" i="0" dirty="0">
                <a:solidFill>
                  <a:srgbClr val="B03853"/>
                </a:solidFill>
                <a:latin typeface="Arial"/>
              </a:rPr>
              <a:t>MULTIMEDIA INTERACTIVA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30C642C9-D474-D2F8-2531-99C30722120B}"/>
              </a:ext>
            </a:extLst>
          </p:cNvPr>
          <p:cNvSpPr txBox="1"/>
          <p:nvPr/>
        </p:nvSpPr>
        <p:spPr>
          <a:xfrm>
            <a:off x="1567325" y="1017766"/>
            <a:ext cx="3693640" cy="738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4200" b="1" i="0" dirty="0">
                <a:solidFill>
                  <a:srgbClr val="B49739"/>
                </a:solidFill>
                <a:latin typeface="Georgia"/>
              </a:rPr>
              <a:t>AR-</a:t>
            </a:r>
            <a:r>
              <a:rPr lang="es-ES" sz="4200" b="1" i="0" dirty="0" err="1">
                <a:solidFill>
                  <a:srgbClr val="B49739"/>
                </a:solidFill>
                <a:latin typeface="Georgia"/>
              </a:rPr>
              <a:t>SandBox</a:t>
            </a:r>
            <a:endParaRPr lang="es-ES" sz="4200" b="1" i="0" dirty="0">
              <a:solidFill>
                <a:srgbClr val="B49739"/>
              </a:solidFill>
              <a:latin typeface="Georgia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758FF857-9463-0267-81E9-22FD48D6AAE7}"/>
              </a:ext>
            </a:extLst>
          </p:cNvPr>
          <p:cNvSpPr/>
          <p:nvPr/>
        </p:nvSpPr>
        <p:spPr>
          <a:xfrm>
            <a:off x="1693965" y="1765611"/>
            <a:ext cx="3108960" cy="25400"/>
          </a:xfrm>
          <a:prstGeom prst="rect">
            <a:avLst/>
          </a:prstGeom>
          <a:solidFill>
            <a:srgbClr val="B03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15D4A"/>
              </a:solidFill>
            </a:endParaRPr>
          </a:p>
        </p:txBody>
      </p:sp>
      <p:pic>
        <p:nvPicPr>
          <p:cNvPr id="11" name="WhatsApp Video 2025-11-06 at 12.13.00 PM">
            <a:hlinkClick r:id="" action="ppaction://media"/>
            <a:extLst>
              <a:ext uri="{FF2B5EF4-FFF2-40B4-BE49-F238E27FC236}">
                <a16:creationId xmlns:a16="http://schemas.microsoft.com/office/drawing/2014/main" id="{479A0EA5-7AF3-710B-CAC9-62323FD63CFB}"/>
              </a:ext>
            </a:extLst>
          </p:cNvPr>
          <p:cNvPicPr>
            <a:picLocks noChangeAspect="1"/>
          </p:cNvPicPr>
          <p:nvPr>
            <p:extLst/>
          </p:nvPr>
        </p:nvPicPr>
        <p:blipFill>
          <a:blip r:embed="rId5"/>
          <a:stretch>
            <a:fillRect/>
          </a:stretch>
        </p:blipFill>
        <p:spPr>
          <a:xfrm>
            <a:off x="1693965" y="2079002"/>
            <a:ext cx="8184560" cy="4234373"/>
          </a:xfrm>
          <a:prstGeom prst="rect">
            <a:avLst/>
          </a:prstGeom>
        </p:spPr>
      </p:pic>
      <p:sp>
        <p:nvSpPr>
          <p:cNvPr id="12" name="TextBox 6">
            <a:extLst>
              <a:ext uri="{FF2B5EF4-FFF2-40B4-BE49-F238E27FC236}">
                <a16:creationId xmlns:a16="http://schemas.microsoft.com/office/drawing/2014/main" id="{BAD2DE7A-1CBB-BA23-CD25-44FA804FB1EA}"/>
              </a:ext>
            </a:extLst>
          </p:cNvPr>
          <p:cNvSpPr txBox="1"/>
          <p:nvPr/>
        </p:nvSpPr>
        <p:spPr>
          <a:xfrm>
            <a:off x="1693965" y="6478255"/>
            <a:ext cx="6417141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1000" b="1" i="0" dirty="0">
                <a:solidFill>
                  <a:srgbClr val="B49739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</p:spTree>
    <p:extLst>
      <p:ext uri="{BB962C8B-B14F-4D97-AF65-F5344CB8AC3E}">
        <p14:creationId xmlns:p14="http://schemas.microsoft.com/office/powerpoint/2010/main" val="294533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583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B49739"/>
          </a:solidFill>
          <a:ln>
            <a:solidFill>
              <a:srgbClr val="B497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B4973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0035" y="812801"/>
            <a:ext cx="2140330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O" sz="3200" b="1" i="0" dirty="0">
                <a:solidFill>
                  <a:srgbClr val="B03853"/>
                </a:solidFill>
                <a:latin typeface="Georgia"/>
              </a:rPr>
              <a:t>ErgoSent</a:t>
            </a:r>
            <a:endParaRPr lang="es-CO" sz="2800" b="1" i="0" dirty="0">
              <a:solidFill>
                <a:srgbClr val="B03853"/>
              </a:solidFill>
              <a:latin typeface="Georgi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9178" y="1488099"/>
            <a:ext cx="2148840" cy="25400"/>
          </a:xfrm>
          <a:prstGeom prst="rect">
            <a:avLst/>
          </a:prstGeom>
          <a:solidFill>
            <a:srgbClr val="B03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B49739"/>
              </a:solidFill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488A1505-9ECF-4D9A-FFFE-FF9485D382C5}"/>
              </a:ext>
            </a:extLst>
          </p:cNvPr>
          <p:cNvSpPr txBox="1"/>
          <p:nvPr/>
        </p:nvSpPr>
        <p:spPr>
          <a:xfrm>
            <a:off x="433177" y="5735851"/>
            <a:ext cx="1968285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1000" b="1" i="0" dirty="0">
                <a:solidFill>
                  <a:srgbClr val="FFFFFF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47BEE0D-6A78-CBAE-F77A-116FFAF47B58}"/>
              </a:ext>
            </a:extLst>
          </p:cNvPr>
          <p:cNvSpPr txBox="1"/>
          <p:nvPr/>
        </p:nvSpPr>
        <p:spPr>
          <a:xfrm>
            <a:off x="277849" y="2144188"/>
            <a:ext cx="212361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Prototipo de software para apoyar el proceso de revisión de puestos de trabajo a partir de una evaluación ergonómica de los miembros distales superiores.</a:t>
            </a:r>
          </a:p>
        </p:txBody>
      </p:sp>
      <p:sp>
        <p:nvSpPr>
          <p:cNvPr id="23" name="TextBox 1">
            <a:extLst>
              <a:ext uri="{FF2B5EF4-FFF2-40B4-BE49-F238E27FC236}">
                <a16:creationId xmlns:a16="http://schemas.microsoft.com/office/drawing/2014/main" id="{99C7FC11-2548-D947-CCC8-62E1E5D75DA6}"/>
              </a:ext>
            </a:extLst>
          </p:cNvPr>
          <p:cNvSpPr txBox="1"/>
          <p:nvPr/>
        </p:nvSpPr>
        <p:spPr>
          <a:xfrm>
            <a:off x="9703699" y="355573"/>
            <a:ext cx="341760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 dirty="0">
                <a:solidFill>
                  <a:srgbClr val="B49739"/>
                </a:solidFill>
                <a:latin typeface="Arial"/>
              </a:rPr>
              <a:t>0</a:t>
            </a:r>
            <a:r>
              <a:rPr lang="es-ES" sz="1100" b="1" i="0" dirty="0">
                <a:solidFill>
                  <a:srgbClr val="B49739"/>
                </a:solidFill>
                <a:latin typeface="Arial"/>
              </a:rPr>
              <a:t>4</a:t>
            </a:r>
            <a:endParaRPr sz="1100" b="1" i="0" dirty="0">
              <a:solidFill>
                <a:srgbClr val="B49739"/>
              </a:solidFill>
              <a:latin typeface="Arial"/>
            </a:endParaRPr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9FF8B154-39D8-E184-3A1F-78C120E37FA0}"/>
              </a:ext>
            </a:extLst>
          </p:cNvPr>
          <p:cNvSpPr txBox="1"/>
          <p:nvPr/>
        </p:nvSpPr>
        <p:spPr>
          <a:xfrm>
            <a:off x="10045459" y="362676"/>
            <a:ext cx="1888659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O" sz="1000" b="1" i="0" dirty="0">
                <a:solidFill>
                  <a:srgbClr val="B49739"/>
                </a:solidFill>
                <a:latin typeface="Arial"/>
              </a:rPr>
              <a:t>MULTIMEDIA INTERACTIVA</a:t>
            </a: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92413527-23D5-7397-B59F-B07FBEFDC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153" y="812801"/>
            <a:ext cx="5082301" cy="42255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75C0FB-97A1-F031-DE6B-4CF455F7A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8912" y="3428999"/>
            <a:ext cx="4253319" cy="3282601"/>
          </a:xfrm>
          <a:prstGeom prst="rect">
            <a:avLst/>
          </a:prstGeom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AB6B1A1D-502C-9D3B-44A4-0431AA357B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6377" y="3282599"/>
            <a:ext cx="2743200" cy="227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04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F901D60F-80AD-FFF9-D28A-156B072C2B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409690" y="4042473"/>
            <a:ext cx="1797808" cy="2846523"/>
          </a:xfrm>
          <a:prstGeom prst="triangle">
            <a:avLst>
              <a:gd name="adj" fmla="val 100000"/>
            </a:avLst>
          </a:prstGeom>
          <a:solidFill>
            <a:srgbClr val="B49739"/>
          </a:solidFill>
          <a:ln>
            <a:solidFill>
              <a:srgbClr val="B49739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" name="Triángulo isósceles 4">
            <a:extLst>
              <a:ext uri="{FF2B5EF4-FFF2-40B4-BE49-F238E27FC236}">
                <a16:creationId xmlns:a16="http://schemas.microsoft.com/office/drawing/2014/main" id="{7124257E-BE13-06F2-2F0A-355A21445A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-15498" y="-15498"/>
            <a:ext cx="1933040" cy="2677309"/>
          </a:xfrm>
          <a:prstGeom prst="triangle">
            <a:avLst>
              <a:gd name="adj" fmla="val 100000"/>
            </a:avLst>
          </a:prstGeom>
          <a:solidFill>
            <a:srgbClr val="B49739"/>
          </a:solidFill>
          <a:ln>
            <a:solidFill>
              <a:srgbClr val="B49739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7E0219A8-73A3-06EE-5E43-A232C7403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1186" y="221841"/>
            <a:ext cx="1507874" cy="15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F939141F-E41A-DE88-2110-2C265F863905}"/>
              </a:ext>
            </a:extLst>
          </p:cNvPr>
          <p:cNvSpPr txBox="1"/>
          <p:nvPr/>
        </p:nvSpPr>
        <p:spPr>
          <a:xfrm>
            <a:off x="1693965" y="554995"/>
            <a:ext cx="341760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 dirty="0">
                <a:solidFill>
                  <a:srgbClr val="B49739"/>
                </a:solidFill>
                <a:latin typeface="Arial"/>
              </a:rPr>
              <a:t>0</a:t>
            </a:r>
            <a:r>
              <a:rPr lang="es-ES" sz="1100" b="1" i="0" dirty="0">
                <a:solidFill>
                  <a:srgbClr val="B49739"/>
                </a:solidFill>
                <a:latin typeface="Arial"/>
              </a:rPr>
              <a:t>4</a:t>
            </a:r>
            <a:endParaRPr sz="1100" b="1" i="0" dirty="0">
              <a:solidFill>
                <a:srgbClr val="B49739"/>
              </a:solidFill>
              <a:latin typeface="Arial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9D0F0EB-F5EE-4C2D-9EA1-4C2B0571B1D2}"/>
              </a:ext>
            </a:extLst>
          </p:cNvPr>
          <p:cNvSpPr txBox="1"/>
          <p:nvPr/>
        </p:nvSpPr>
        <p:spPr>
          <a:xfrm>
            <a:off x="2035725" y="577596"/>
            <a:ext cx="1888659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O" sz="1000" b="1" i="0" dirty="0">
                <a:solidFill>
                  <a:srgbClr val="B49739"/>
                </a:solidFill>
                <a:latin typeface="Arial"/>
              </a:rPr>
              <a:t>MULTIMEDIA INTERACTIVA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30C642C9-D474-D2F8-2531-99C30722120B}"/>
              </a:ext>
            </a:extLst>
          </p:cNvPr>
          <p:cNvSpPr txBox="1"/>
          <p:nvPr/>
        </p:nvSpPr>
        <p:spPr>
          <a:xfrm>
            <a:off x="1567325" y="1017766"/>
            <a:ext cx="2751074" cy="738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4200" b="1" i="0" dirty="0">
                <a:solidFill>
                  <a:srgbClr val="B03853"/>
                </a:solidFill>
                <a:latin typeface="Georgia"/>
              </a:rPr>
              <a:t>ErgoSent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758FF857-9463-0267-81E9-22FD48D6AAE7}"/>
              </a:ext>
            </a:extLst>
          </p:cNvPr>
          <p:cNvSpPr/>
          <p:nvPr/>
        </p:nvSpPr>
        <p:spPr>
          <a:xfrm>
            <a:off x="1693965" y="1765611"/>
            <a:ext cx="3108960" cy="25400"/>
          </a:xfrm>
          <a:prstGeom prst="rect">
            <a:avLst/>
          </a:prstGeom>
          <a:solidFill>
            <a:srgbClr val="B49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15D4A"/>
              </a:solidFill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79D498E-8232-2783-627F-DAB9F49F59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965" y="2030496"/>
            <a:ext cx="7310550" cy="4249908"/>
          </a:xfrm>
          <a:prstGeom prst="rect">
            <a:avLst/>
          </a:prstGeom>
        </p:spPr>
      </p:pic>
      <p:sp>
        <p:nvSpPr>
          <p:cNvPr id="3" name="TextBox 6">
            <a:extLst>
              <a:ext uri="{FF2B5EF4-FFF2-40B4-BE49-F238E27FC236}">
                <a16:creationId xmlns:a16="http://schemas.microsoft.com/office/drawing/2014/main" id="{3EA778FE-1C73-A318-5E39-51D3C65D798D}"/>
              </a:ext>
            </a:extLst>
          </p:cNvPr>
          <p:cNvSpPr txBox="1"/>
          <p:nvPr/>
        </p:nvSpPr>
        <p:spPr>
          <a:xfrm>
            <a:off x="1693965" y="6478255"/>
            <a:ext cx="6417141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1000" b="1" i="0" dirty="0">
                <a:solidFill>
                  <a:srgbClr val="B03853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</p:spTree>
    <p:extLst>
      <p:ext uri="{BB962C8B-B14F-4D97-AF65-F5344CB8AC3E}">
        <p14:creationId xmlns:p14="http://schemas.microsoft.com/office/powerpoint/2010/main" val="2909406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>
            <a:extLst>
              <a:ext uri="{FF2B5EF4-FFF2-40B4-BE49-F238E27FC236}">
                <a16:creationId xmlns:a16="http://schemas.microsoft.com/office/drawing/2014/main" id="{A53C0783-8542-17F9-4B01-BAB6AB293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528" b="92917" l="3516" r="93848">
                        <a14:foregroundMark x1="33594" y1="8056" x2="23438" y2="13056"/>
                        <a14:foregroundMark x1="23438" y1="13056" x2="23438" y2="13472"/>
                        <a14:foregroundMark x1="24609" y1="4444" x2="38477" y2="7222"/>
                        <a14:foregroundMark x1="22559" y1="37917" x2="12207" y2="44167"/>
                        <a14:foregroundMark x1="12207" y1="44167" x2="11035" y2="45833"/>
                        <a14:foregroundMark x1="16504" y1="25556" x2="14160" y2="27222"/>
                        <a14:foregroundMark x1="6934" y1="38750" x2="6934" y2="53194"/>
                        <a14:foregroundMark x1="87598" y1="32083" x2="81250" y2="35833"/>
                        <a14:foregroundMark x1="94238" y1="20556" x2="92969" y2="46389"/>
                        <a14:foregroundMark x1="92969" y1="46389" x2="91406" y2="48333"/>
                        <a14:foregroundMark x1="86133" y1="28750" x2="70020" y2="29167"/>
                        <a14:foregroundMark x1="64453" y1="16389" x2="64453" y2="16389"/>
                        <a14:foregroundMark x1="65039" y1="13889" x2="61914" y2="10556"/>
                        <a14:foregroundMark x1="61914" y1="10139" x2="60732" y2="7244"/>
                        <a14:foregroundMark x1="55859" y1="6389" x2="55859" y2="6389"/>
                        <a14:foregroundMark x1="57813" y1="7222" x2="57813" y2="7222"/>
                        <a14:foregroundMark x1="45996" y1="59861" x2="57227" y2="70972"/>
                        <a14:foregroundMark x1="28906" y1="74306" x2="28906" y2="74306"/>
                        <a14:foregroundMark x1="20020" y1="66944" x2="20020" y2="66944"/>
                        <a14:foregroundMark x1="20020" y1="67778" x2="20020" y2="67778"/>
                        <a14:foregroundMark x1="20020" y1="67778" x2="18848" y2="68194"/>
                        <a14:foregroundMark x1="20020" y1="51528" x2="20020" y2="51528"/>
                        <a14:foregroundMark x1="31836" y1="75139" x2="29954" y2="79298"/>
                        <a14:foregroundMark x1="51758" y1="71389" x2="50293" y2="81806"/>
                        <a14:foregroundMark x1="41673" y1="90434" x2="44531" y2="90972"/>
                        <a14:foregroundMark x1="63086" y1="33333" x2="63281" y2="47917"/>
                        <a14:foregroundMark x1="12853" y1="22169" x2="13672" y2="24167"/>
                        <a14:foregroundMark x1="63672" y1="24722" x2="63086" y2="34861"/>
                        <a14:foregroundMark x1="68457" y1="9028" x2="67480" y2="12917"/>
                        <a14:foregroundMark x1="62109" y1="7917" x2="59082" y2="5694"/>
                        <a14:foregroundMark x1="68457" y1="8472" x2="68457" y2="8472"/>
                        <a14:foregroundMark x1="68457" y1="8611" x2="68262" y2="9861"/>
                        <a14:foregroundMark x1="15820" y1="32917" x2="15820" y2="32917"/>
                        <a14:foregroundMark x1="22168" y1="28472" x2="38477" y2="28472"/>
                        <a14:foregroundMark x1="38477" y1="28472" x2="48242" y2="29861"/>
                        <a14:foregroundMark x1="48242" y1="29861" x2="48633" y2="29722"/>
                        <a14:foregroundMark x1="37012" y1="29167" x2="20801" y2="30000"/>
                        <a14:foregroundMark x1="12402" y1="21250" x2="12402" y2="21250"/>
                        <a14:foregroundMark x1="5762" y1="53472" x2="10216" y2="54242"/>
                        <a14:foregroundMark x1="19622" y1="54444" x2="22461" y2="53750"/>
                        <a14:foregroundMark x1="33496" y1="70556" x2="32422" y2="72083"/>
                        <a14:foregroundMark x1="34277" y1="70139" x2="32031" y2="73611"/>
                        <a14:foregroundMark x1="38477" y1="65556" x2="37891" y2="75000"/>
                        <a14:foregroundMark x1="37793" y1="68194" x2="38379" y2="57778"/>
                        <a14:foregroundMark x1="38822" y1="56474" x2="38574" y2="61528"/>
                        <a14:foregroundMark x1="38452" y1="56463" x2="38184" y2="67778"/>
                        <a14:foregroundMark x1="37793" y1="64722" x2="45020" y2="56528"/>
                        <a14:foregroundMark x1="45020" y1="56528" x2="59473" y2="57639"/>
                        <a14:foregroundMark x1="59473" y1="57639" x2="64648" y2="71667"/>
                        <a14:foregroundMark x1="64648" y1="71667" x2="62402" y2="75417"/>
                        <a14:foregroundMark x1="63140" y1="58950" x2="64160" y2="72361"/>
                        <a14:foregroundMark x1="62988" y1="56944" x2="63031" y2="57513"/>
                        <a14:foregroundMark x1="64676" y1="66330" x2="65332" y2="74583"/>
                        <a14:foregroundMark x1="62713" y1="58039" x2="48047" y2="57500"/>
                        <a14:foregroundMark x1="62987" y1="56513" x2="42283" y2="56311"/>
                        <a14:foregroundMark x1="40444" y1="56520" x2="37695" y2="67639"/>
                        <a14:foregroundMark x1="37695" y1="67639" x2="37988" y2="68472"/>
                        <a14:foregroundMark x1="37500" y1="61994" x2="37500" y2="69722"/>
                        <a14:foregroundMark x1="37867" y1="61387" x2="37305" y2="72361"/>
                        <a14:foregroundMark x1="36996" y1="61822" x2="37402" y2="72222"/>
                        <a14:foregroundMark x1="37501" y1="61995" x2="36426" y2="74444"/>
                        <a14:foregroundMark x1="37374" y1="61951" x2="36719" y2="75000"/>
                        <a14:foregroundMark x1="56738" y1="49167" x2="92285" y2="49861"/>
                        <a14:foregroundMark x1="92285" y1="49861" x2="93848" y2="49444"/>
                        <a14:foregroundMark x1="38379" y1="56250" x2="48730" y2="56667"/>
                        <a14:foregroundMark x1="48730" y1="56667" x2="58887" y2="56528"/>
                        <a14:foregroundMark x1="58887" y1="56528" x2="64258" y2="68333"/>
                        <a14:foregroundMark x1="64258" y1="68333" x2="64648" y2="71667"/>
                        <a14:foregroundMark x1="62891" y1="56250" x2="50000" y2="55556"/>
                        <a14:foregroundMark x1="49121" y1="55556" x2="39258" y2="55833"/>
                        <a14:foregroundMark x1="39258" y1="55833" x2="37402" y2="64722"/>
                        <a14:foregroundMark x1="37793" y1="58333" x2="37891" y2="63472"/>
                        <a14:foregroundMark x1="37500" y1="60556" x2="38574" y2="57083"/>
                        <a14:foregroundMark x1="38086" y1="56944" x2="38086" y2="56944"/>
                        <a14:foregroundMark x1="38086" y1="56944" x2="37891" y2="62083"/>
                        <a14:foregroundMark x1="39160" y1="56667" x2="37305" y2="64722"/>
                        <a14:foregroundMark x1="26465" y1="80556" x2="26465" y2="80556"/>
                        <a14:foregroundMark x1="26465" y1="81667" x2="26465" y2="81667"/>
                        <a14:foregroundMark x1="26465" y1="81944" x2="26465" y2="81944"/>
                        <a14:foregroundMark x1="26465" y1="82222" x2="26465" y2="82222"/>
                        <a14:foregroundMark x1="37793" y1="56944" x2="37207" y2="64722"/>
                        <a14:foregroundMark x1="37598" y1="57083" x2="37012" y2="66250"/>
                        <a14:foregroundMark x1="38086" y1="56250" x2="40918" y2="56806"/>
                        <a14:foregroundMark x1="62695" y1="56250" x2="64355" y2="66111"/>
                        <a14:foregroundMark x1="64355" y1="59028" x2="64551" y2="65833"/>
                        <a14:foregroundMark x1="63672" y1="57361" x2="64063" y2="58333"/>
                        <a14:foregroundMark x1="63379" y1="55972" x2="62402" y2="56250"/>
                        <a14:foregroundMark x1="37207" y1="57639" x2="37207" y2="57639"/>
                        <a14:backgroundMark x1="58398" y1="4028" x2="55566" y2="4444"/>
                        <a14:backgroundMark x1="63574" y1="1944" x2="55859" y2="3194"/>
                        <a14:backgroundMark x1="63281" y1="4861" x2="60561" y2="5193"/>
                        <a14:backgroundMark x1="53027" y1="9861" x2="53027" y2="9861"/>
                        <a14:backgroundMark x1="53027" y1="10139" x2="53027" y2="10139"/>
                        <a14:backgroundMark x1="53027" y1="10278" x2="53027" y2="10278"/>
                        <a14:backgroundMark x1="61816" y1="14444" x2="61426" y2="14444"/>
                        <a14:backgroundMark x1="65820" y1="10694" x2="65820" y2="10694"/>
                        <a14:backgroundMark x1="65820" y1="10694" x2="65820" y2="10694"/>
                        <a14:backgroundMark x1="19238" y1="28194" x2="19238" y2="28194"/>
                        <a14:backgroundMark x1="13477" y1="32222" x2="13477" y2="32222"/>
                        <a14:backgroundMark x1="13965" y1="32500" x2="12500" y2="33333"/>
                        <a14:backgroundMark x1="14941" y1="32500" x2="14160" y2="32778"/>
                        <a14:backgroundMark x1="14453" y1="31528" x2="13965" y2="31806"/>
                        <a14:backgroundMark x1="12793" y1="25278" x2="11133" y2="26667"/>
                        <a14:backgroundMark x1="14063" y1="20000" x2="11133" y2="20278"/>
                        <a14:backgroundMark x1="19922" y1="55000" x2="18848" y2="55417"/>
                        <a14:backgroundMark x1="18457" y1="55417" x2="10742" y2="55417"/>
                        <a14:backgroundMark x1="18652" y1="55139" x2="18652" y2="55139"/>
                        <a14:backgroundMark x1="18359" y1="55278" x2="18359" y2="55278"/>
                        <a14:backgroundMark x1="18359" y1="55278" x2="18359" y2="55278"/>
                        <a14:backgroundMark x1="18359" y1="55278" x2="17871" y2="55139"/>
                        <a14:backgroundMark x1="18945" y1="55000" x2="18066" y2="55278"/>
                        <a14:backgroundMark x1="20898" y1="55556" x2="20898" y2="55556"/>
                        <a14:backgroundMark x1="22363" y1="72083" x2="14746" y2="82222"/>
                        <a14:backgroundMark x1="14746" y1="82222" x2="14746" y2="82361"/>
                        <a14:backgroundMark x1="20117" y1="77361" x2="6348" y2="70139"/>
                        <a14:backgroundMark x1="8301" y1="75278" x2="19238" y2="75833"/>
                        <a14:backgroundMark x1="19238" y1="75833" x2="20801" y2="75694"/>
                        <a14:backgroundMark x1="20605" y1="72639" x2="8398" y2="72917"/>
                        <a14:backgroundMark x1="9180" y1="75278" x2="2344" y2="74583"/>
                        <a14:backgroundMark x1="24414" y1="73750" x2="25195" y2="80833"/>
                        <a14:backgroundMark x1="24805" y1="72222" x2="22852" y2="79861"/>
                        <a14:backgroundMark x1="32324" y1="74444" x2="32324" y2="74444"/>
                        <a14:backgroundMark x1="37305" y1="54722" x2="36923" y2="56944"/>
                        <a14:backgroundMark x1="38184" y1="54444" x2="38634" y2="54457"/>
                        <a14:backgroundMark x1="54492" y1="52778" x2="67285" y2="54444"/>
                        <a14:backgroundMark x1="19434" y1="31667" x2="19434" y2="31667"/>
                        <a14:backgroundMark x1="18066" y1="32361" x2="18066" y2="32361"/>
                        <a14:backgroundMark x1="17871" y1="32500" x2="17871" y2="32500"/>
                        <a14:backgroundMark x1="30957" y1="85000" x2="30566" y2="94306"/>
                        <a14:backgroundMark x1="20898" y1="87500" x2="32324" y2="88889"/>
                        <a14:backgroundMark x1="32324" y1="88889" x2="32617" y2="89167"/>
                        <a14:backgroundMark x1="29492" y1="90556" x2="20410" y2="93611"/>
                        <a14:backgroundMark x1="20410" y1="93611" x2="20313" y2="93750"/>
                        <a14:backgroundMark x1="17285" y1="88472" x2="24609" y2="89583"/>
                        <a14:backgroundMark x1="19238" y1="89028" x2="39746" y2="89306"/>
                        <a14:backgroundMark x1="40723" y1="84583" x2="39551" y2="93889"/>
                        <a14:backgroundMark x1="57129" y1="83194" x2="57129" y2="83194"/>
                        <a14:backgroundMark x1="56934" y1="83472" x2="56934" y2="83472"/>
                        <a14:backgroundMark x1="60059" y1="85139" x2="62012" y2="94583"/>
                        <a14:backgroundMark x1="64747" y1="57828" x2="64903" y2="58996"/>
                        <a14:backgroundMark x1="64703" y1="58033" x2="65147" y2="58981"/>
                        <a14:backgroundMark x1="64889" y1="57723" x2="66211" y2="65833"/>
                        <a14:backgroundMark x1="64355" y1="54444" x2="64706" y2="56598"/>
                        <a14:backgroundMark x1="35645" y1="74306" x2="34961" y2="66528"/>
                        <a14:backgroundMark x1="29199" y1="81528" x2="26270" y2="85417"/>
                        <a14:backgroundMark x1="29102" y1="80139" x2="29102" y2="80139"/>
                        <a14:backgroundMark x1="28906" y1="79722" x2="30078" y2="85417"/>
                        <a14:backgroundMark x1="35645" y1="90694" x2="31836" y2="93333"/>
                        <a14:backgroundMark x1="39453" y1="75972" x2="39453" y2="759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97370" y="241854"/>
            <a:ext cx="6338772" cy="4425547"/>
          </a:xfrm>
          <a:prstGeom prst="rect">
            <a:avLst/>
          </a:prstGeom>
        </p:spPr>
      </p:pic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0"/>
            <a:ext cx="3316637" cy="6858000"/>
          </a:xfrm>
          <a:prstGeom prst="rect">
            <a:avLst/>
          </a:prstGeom>
          <a:solidFill>
            <a:srgbClr val="B03853"/>
          </a:solidFill>
          <a:ln>
            <a:solidFill>
              <a:srgbClr val="B0385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B4973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0035" y="812801"/>
            <a:ext cx="1128835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O" sz="3200" b="1" i="0" dirty="0">
                <a:solidFill>
                  <a:srgbClr val="B49739"/>
                </a:solidFill>
                <a:latin typeface="Georgia"/>
              </a:rPr>
              <a:t>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19178" y="1488099"/>
            <a:ext cx="2148840" cy="25400"/>
          </a:xfrm>
          <a:prstGeom prst="rect">
            <a:avLst/>
          </a:prstGeom>
          <a:solidFill>
            <a:srgbClr val="B49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B49739"/>
              </a:solidFill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488A1505-9ECF-4D9A-FFFE-FF9485D382C5}"/>
              </a:ext>
            </a:extLst>
          </p:cNvPr>
          <p:cNvSpPr txBox="1"/>
          <p:nvPr/>
        </p:nvSpPr>
        <p:spPr>
          <a:xfrm>
            <a:off x="433177" y="5735851"/>
            <a:ext cx="1968285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1000" b="1" i="0" dirty="0">
                <a:solidFill>
                  <a:srgbClr val="FFFFFF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47BEE0D-6A78-CBAE-F77A-116FFAF47B58}"/>
              </a:ext>
            </a:extLst>
          </p:cNvPr>
          <p:cNvSpPr txBox="1"/>
          <p:nvPr/>
        </p:nvSpPr>
        <p:spPr>
          <a:xfrm>
            <a:off x="4557381" y="4057415"/>
            <a:ext cx="16049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rgbClr val="B038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Multitouch table</a:t>
            </a:r>
          </a:p>
        </p:txBody>
      </p:sp>
      <p:sp>
        <p:nvSpPr>
          <p:cNvPr id="23" name="TextBox 1">
            <a:extLst>
              <a:ext uri="{FF2B5EF4-FFF2-40B4-BE49-F238E27FC236}">
                <a16:creationId xmlns:a16="http://schemas.microsoft.com/office/drawing/2014/main" id="{99C7FC11-2548-D947-CCC8-62E1E5D75DA6}"/>
              </a:ext>
            </a:extLst>
          </p:cNvPr>
          <p:cNvSpPr txBox="1"/>
          <p:nvPr/>
        </p:nvSpPr>
        <p:spPr>
          <a:xfrm>
            <a:off x="9703699" y="355573"/>
            <a:ext cx="341760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 dirty="0">
                <a:solidFill>
                  <a:srgbClr val="B49739"/>
                </a:solidFill>
                <a:latin typeface="Arial"/>
              </a:rPr>
              <a:t>0</a:t>
            </a:r>
            <a:r>
              <a:rPr lang="es-ES" sz="1100" b="1" i="0" dirty="0">
                <a:solidFill>
                  <a:srgbClr val="B49739"/>
                </a:solidFill>
                <a:latin typeface="Arial"/>
              </a:rPr>
              <a:t>4</a:t>
            </a:r>
            <a:endParaRPr sz="1100" b="1" i="0" dirty="0">
              <a:solidFill>
                <a:srgbClr val="B49739"/>
              </a:solidFill>
              <a:latin typeface="Arial"/>
            </a:endParaRPr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9FF8B154-39D8-E184-3A1F-78C120E37FA0}"/>
              </a:ext>
            </a:extLst>
          </p:cNvPr>
          <p:cNvSpPr txBox="1"/>
          <p:nvPr/>
        </p:nvSpPr>
        <p:spPr>
          <a:xfrm>
            <a:off x="10045459" y="362676"/>
            <a:ext cx="1888659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O" sz="1000" b="1" i="0" dirty="0">
                <a:solidFill>
                  <a:srgbClr val="B49739"/>
                </a:solidFill>
                <a:latin typeface="Arial"/>
              </a:rPr>
              <a:t>MULTIMEDIA INTERACTIVA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4A7ADD7-2E29-2779-FE09-6EF03E3F63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97" y="3828279"/>
            <a:ext cx="2743200" cy="155908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5399F9-CAEA-563A-042A-CBDF11BA31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3094" y="3951115"/>
            <a:ext cx="4496370" cy="254420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1A0E92D1-D2C5-D55F-82CB-D837D77510F8}"/>
              </a:ext>
            </a:extLst>
          </p:cNvPr>
          <p:cNvSpPr txBox="1"/>
          <p:nvPr/>
        </p:nvSpPr>
        <p:spPr>
          <a:xfrm>
            <a:off x="408155" y="2048810"/>
            <a:ext cx="214570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Prototipo navegación de recorridos Jardín Botánico a través de sistemas de reconocimiento Objetos Tangibles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0C36231-5107-1BA7-9507-55E1E0B9C8AE}"/>
              </a:ext>
            </a:extLst>
          </p:cNvPr>
          <p:cNvSpPr txBox="1"/>
          <p:nvPr/>
        </p:nvSpPr>
        <p:spPr>
          <a:xfrm>
            <a:off x="3545813" y="3429000"/>
            <a:ext cx="16049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rgbClr val="B038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Tangible Object</a:t>
            </a:r>
          </a:p>
        </p:txBody>
      </p:sp>
    </p:spTree>
    <p:extLst>
      <p:ext uri="{BB962C8B-B14F-4D97-AF65-F5344CB8AC3E}">
        <p14:creationId xmlns:p14="http://schemas.microsoft.com/office/powerpoint/2010/main" val="1539616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F901D60F-80AD-FFF9-D28A-156B072C2B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409690" y="4042473"/>
            <a:ext cx="1797808" cy="2846523"/>
          </a:xfrm>
          <a:prstGeom prst="triangle">
            <a:avLst>
              <a:gd name="adj" fmla="val 100000"/>
            </a:avLst>
          </a:prstGeom>
          <a:solidFill>
            <a:srgbClr val="B03853"/>
          </a:solidFill>
          <a:ln>
            <a:solidFill>
              <a:srgbClr val="B03853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" name="Triángulo isósceles 4">
            <a:extLst>
              <a:ext uri="{FF2B5EF4-FFF2-40B4-BE49-F238E27FC236}">
                <a16:creationId xmlns:a16="http://schemas.microsoft.com/office/drawing/2014/main" id="{7124257E-BE13-06F2-2F0A-355A21445A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-15498" y="-15498"/>
            <a:ext cx="1933040" cy="2677309"/>
          </a:xfrm>
          <a:prstGeom prst="triangle">
            <a:avLst>
              <a:gd name="adj" fmla="val 100000"/>
            </a:avLst>
          </a:prstGeom>
          <a:solidFill>
            <a:srgbClr val="B03853"/>
          </a:solidFill>
          <a:ln>
            <a:solidFill>
              <a:srgbClr val="B03853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7E0219A8-73A3-06EE-5E43-A232C7403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1186" y="221841"/>
            <a:ext cx="1507874" cy="15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F939141F-E41A-DE88-2110-2C265F863905}"/>
              </a:ext>
            </a:extLst>
          </p:cNvPr>
          <p:cNvSpPr txBox="1"/>
          <p:nvPr/>
        </p:nvSpPr>
        <p:spPr>
          <a:xfrm>
            <a:off x="1693965" y="554995"/>
            <a:ext cx="341760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 dirty="0">
                <a:solidFill>
                  <a:srgbClr val="B03853"/>
                </a:solidFill>
                <a:latin typeface="Arial"/>
              </a:rPr>
              <a:t>0</a:t>
            </a:r>
            <a:r>
              <a:rPr lang="es-ES" sz="1100" b="1" i="0" dirty="0">
                <a:solidFill>
                  <a:srgbClr val="B03853"/>
                </a:solidFill>
                <a:latin typeface="Arial"/>
              </a:rPr>
              <a:t>4</a:t>
            </a:r>
            <a:endParaRPr sz="1100" b="1" i="0" dirty="0">
              <a:solidFill>
                <a:srgbClr val="B03853"/>
              </a:solidFill>
              <a:latin typeface="Arial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9D0F0EB-F5EE-4C2D-9EA1-4C2B0571B1D2}"/>
              </a:ext>
            </a:extLst>
          </p:cNvPr>
          <p:cNvSpPr txBox="1"/>
          <p:nvPr/>
        </p:nvSpPr>
        <p:spPr>
          <a:xfrm>
            <a:off x="2035725" y="577596"/>
            <a:ext cx="1888659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O" sz="1000" b="1" i="0" dirty="0">
                <a:solidFill>
                  <a:srgbClr val="B03853"/>
                </a:solidFill>
                <a:latin typeface="Arial"/>
              </a:rPr>
              <a:t>MULTIMEDIA INTERACTIVA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30C642C9-D474-D2F8-2531-99C30722120B}"/>
              </a:ext>
            </a:extLst>
          </p:cNvPr>
          <p:cNvSpPr txBox="1"/>
          <p:nvPr/>
        </p:nvSpPr>
        <p:spPr>
          <a:xfrm>
            <a:off x="1567325" y="1017766"/>
            <a:ext cx="1423788" cy="738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4200" b="1" i="0" dirty="0">
                <a:solidFill>
                  <a:srgbClr val="B49739"/>
                </a:solidFill>
                <a:latin typeface="Georgia"/>
              </a:rPr>
              <a:t>TOR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758FF857-9463-0267-81E9-22FD48D6AAE7}"/>
              </a:ext>
            </a:extLst>
          </p:cNvPr>
          <p:cNvSpPr/>
          <p:nvPr/>
        </p:nvSpPr>
        <p:spPr>
          <a:xfrm>
            <a:off x="1693965" y="1765611"/>
            <a:ext cx="3108960" cy="25400"/>
          </a:xfrm>
          <a:prstGeom prst="rect">
            <a:avLst/>
          </a:prstGeom>
          <a:solidFill>
            <a:srgbClr val="B03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15D4A"/>
              </a:solidFill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3EA778FE-1C73-A318-5E39-51D3C65D798D}"/>
              </a:ext>
            </a:extLst>
          </p:cNvPr>
          <p:cNvSpPr txBox="1"/>
          <p:nvPr/>
        </p:nvSpPr>
        <p:spPr>
          <a:xfrm>
            <a:off x="1693965" y="6478255"/>
            <a:ext cx="6417141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1000" b="1" i="0" dirty="0">
                <a:solidFill>
                  <a:srgbClr val="B03853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  <p:pic>
        <p:nvPicPr>
          <p:cNvPr id="11" name="Recorridos">
            <a:hlinkClick r:id="" action="ppaction://media"/>
            <a:extLst>
              <a:ext uri="{FF2B5EF4-FFF2-40B4-BE49-F238E27FC236}">
                <a16:creationId xmlns:a16="http://schemas.microsoft.com/office/drawing/2014/main" id="{20D04695-8965-4554-5D21-4DC4E2B5A8EB}"/>
              </a:ext>
            </a:extLst>
          </p:cNvPr>
          <p:cNvPicPr>
            <a:picLocks noChangeAspect="1"/>
          </p:cNvPicPr>
          <p:nvPr>
            <p:extLst/>
          </p:nvPr>
        </p:nvPicPr>
        <p:blipFill>
          <a:blip r:embed="rId5"/>
          <a:stretch>
            <a:fillRect/>
          </a:stretch>
        </p:blipFill>
        <p:spPr>
          <a:xfrm>
            <a:off x="1693965" y="2026915"/>
            <a:ext cx="8162957" cy="429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778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3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97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F901D60F-80AD-FFF9-D28A-156B072C2B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409690" y="4042473"/>
            <a:ext cx="1797808" cy="2846523"/>
          </a:xfrm>
          <a:prstGeom prst="triangle">
            <a:avLst>
              <a:gd name="adj" fmla="val 100000"/>
            </a:avLst>
          </a:prstGeom>
          <a:solidFill>
            <a:srgbClr val="B0385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" name="Triángulo isósceles 4">
            <a:extLst>
              <a:ext uri="{FF2B5EF4-FFF2-40B4-BE49-F238E27FC236}">
                <a16:creationId xmlns:a16="http://schemas.microsoft.com/office/drawing/2014/main" id="{7124257E-BE13-06F2-2F0A-355A21445A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-6353" y="-12490"/>
            <a:ext cx="1933040" cy="2677309"/>
          </a:xfrm>
          <a:prstGeom prst="triangle">
            <a:avLst>
              <a:gd name="adj" fmla="val 100000"/>
            </a:avLst>
          </a:prstGeom>
          <a:solidFill>
            <a:srgbClr val="B03853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F75C0DA9-4A9F-AD85-3AED-600439EB054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589900" y="221841"/>
            <a:ext cx="4529519" cy="6213435"/>
            <a:chOff x="539933" y="702915"/>
            <a:chExt cx="3309412" cy="4539735"/>
          </a:xfrm>
          <a:solidFill>
            <a:srgbClr val="B49739"/>
          </a:solidFill>
        </p:grpSpPr>
        <p:sp>
          <p:nvSpPr>
            <p:cNvPr id="18" name="Estrella: 10 puntas 17">
              <a:extLst>
                <a:ext uri="{FF2B5EF4-FFF2-40B4-BE49-F238E27FC236}">
                  <a16:creationId xmlns:a16="http://schemas.microsoft.com/office/drawing/2014/main" id="{B8B9053E-69AB-E6B8-E1FD-F80CF38B8ED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9933" y="702915"/>
              <a:ext cx="3309412" cy="1780278"/>
            </a:xfrm>
            <a:custGeom>
              <a:avLst/>
              <a:gdLst>
                <a:gd name="connsiteX0" fmla="*/ -2 w 2241550"/>
                <a:gd name="connsiteY0" fmla="*/ 928003 h 2686050"/>
                <a:gd name="connsiteX1" fmla="*/ 1021985 w 2241550"/>
                <a:gd name="connsiteY1" fmla="*/ 1261226 h 2686050"/>
                <a:gd name="connsiteX2" fmla="*/ 428094 w 2241550"/>
                <a:gd name="connsiteY2" fmla="*/ 256491 h 2686050"/>
                <a:gd name="connsiteX3" fmla="*/ 1083040 w 2241550"/>
                <a:gd name="connsiteY3" fmla="*/ 1210671 h 2686050"/>
                <a:gd name="connsiteX4" fmla="*/ 1120775 w 2241550"/>
                <a:gd name="connsiteY4" fmla="*/ 0 h 2686050"/>
                <a:gd name="connsiteX5" fmla="*/ 1158510 w 2241550"/>
                <a:gd name="connsiteY5" fmla="*/ 1210671 h 2686050"/>
                <a:gd name="connsiteX6" fmla="*/ 1813456 w 2241550"/>
                <a:gd name="connsiteY6" fmla="*/ 256491 h 2686050"/>
                <a:gd name="connsiteX7" fmla="*/ 1219565 w 2241550"/>
                <a:gd name="connsiteY7" fmla="*/ 1261226 h 2686050"/>
                <a:gd name="connsiteX8" fmla="*/ 2241552 w 2241550"/>
                <a:gd name="connsiteY8" fmla="*/ 928003 h 2686050"/>
                <a:gd name="connsiteX9" fmla="*/ 1242886 w 2241550"/>
                <a:gd name="connsiteY9" fmla="*/ 1343025 h 2686050"/>
                <a:gd name="connsiteX10" fmla="*/ 2241552 w 2241550"/>
                <a:gd name="connsiteY10" fmla="*/ 1758047 h 2686050"/>
                <a:gd name="connsiteX11" fmla="*/ 1219565 w 2241550"/>
                <a:gd name="connsiteY11" fmla="*/ 1424824 h 2686050"/>
                <a:gd name="connsiteX12" fmla="*/ 1813456 w 2241550"/>
                <a:gd name="connsiteY12" fmla="*/ 2429559 h 2686050"/>
                <a:gd name="connsiteX13" fmla="*/ 1158510 w 2241550"/>
                <a:gd name="connsiteY13" fmla="*/ 1475379 h 2686050"/>
                <a:gd name="connsiteX14" fmla="*/ 1120775 w 2241550"/>
                <a:gd name="connsiteY14" fmla="*/ 2686050 h 2686050"/>
                <a:gd name="connsiteX15" fmla="*/ 1083040 w 2241550"/>
                <a:gd name="connsiteY15" fmla="*/ 1475379 h 2686050"/>
                <a:gd name="connsiteX16" fmla="*/ 428094 w 2241550"/>
                <a:gd name="connsiteY16" fmla="*/ 2429559 h 2686050"/>
                <a:gd name="connsiteX17" fmla="*/ 1021985 w 2241550"/>
                <a:gd name="connsiteY17" fmla="*/ 1424824 h 2686050"/>
                <a:gd name="connsiteX18" fmla="*/ -2 w 2241550"/>
                <a:gd name="connsiteY18" fmla="*/ 1758047 h 2686050"/>
                <a:gd name="connsiteX19" fmla="*/ 998664 w 2241550"/>
                <a:gd name="connsiteY19" fmla="*/ 1343025 h 2686050"/>
                <a:gd name="connsiteX20" fmla="*/ -2 w 2241550"/>
                <a:gd name="connsiteY20" fmla="*/ 928003 h 2686050"/>
                <a:gd name="connsiteX0" fmla="*/ 0 w 2241554"/>
                <a:gd name="connsiteY0" fmla="*/ 1074053 h 2832100"/>
                <a:gd name="connsiteX1" fmla="*/ 1021987 w 2241554"/>
                <a:gd name="connsiteY1" fmla="*/ 1407276 h 2832100"/>
                <a:gd name="connsiteX2" fmla="*/ 428096 w 2241554"/>
                <a:gd name="connsiteY2" fmla="*/ 402541 h 2832100"/>
                <a:gd name="connsiteX3" fmla="*/ 1083042 w 2241554"/>
                <a:gd name="connsiteY3" fmla="*/ 1356721 h 2832100"/>
                <a:gd name="connsiteX4" fmla="*/ 1120777 w 2241554"/>
                <a:gd name="connsiteY4" fmla="*/ 0 h 2832100"/>
                <a:gd name="connsiteX5" fmla="*/ 1158512 w 2241554"/>
                <a:gd name="connsiteY5" fmla="*/ 1356721 h 2832100"/>
                <a:gd name="connsiteX6" fmla="*/ 1813458 w 2241554"/>
                <a:gd name="connsiteY6" fmla="*/ 402541 h 2832100"/>
                <a:gd name="connsiteX7" fmla="*/ 1219567 w 2241554"/>
                <a:gd name="connsiteY7" fmla="*/ 1407276 h 2832100"/>
                <a:gd name="connsiteX8" fmla="*/ 2241554 w 2241554"/>
                <a:gd name="connsiteY8" fmla="*/ 1074053 h 2832100"/>
                <a:gd name="connsiteX9" fmla="*/ 1242888 w 2241554"/>
                <a:gd name="connsiteY9" fmla="*/ 1489075 h 2832100"/>
                <a:gd name="connsiteX10" fmla="*/ 2241554 w 2241554"/>
                <a:gd name="connsiteY10" fmla="*/ 1904097 h 2832100"/>
                <a:gd name="connsiteX11" fmla="*/ 1219567 w 2241554"/>
                <a:gd name="connsiteY11" fmla="*/ 1570874 h 2832100"/>
                <a:gd name="connsiteX12" fmla="*/ 1813458 w 2241554"/>
                <a:gd name="connsiteY12" fmla="*/ 2575609 h 2832100"/>
                <a:gd name="connsiteX13" fmla="*/ 1158512 w 2241554"/>
                <a:gd name="connsiteY13" fmla="*/ 1621429 h 2832100"/>
                <a:gd name="connsiteX14" fmla="*/ 1120777 w 2241554"/>
                <a:gd name="connsiteY14" fmla="*/ 2832100 h 2832100"/>
                <a:gd name="connsiteX15" fmla="*/ 1083042 w 2241554"/>
                <a:gd name="connsiteY15" fmla="*/ 1621429 h 2832100"/>
                <a:gd name="connsiteX16" fmla="*/ 428096 w 2241554"/>
                <a:gd name="connsiteY16" fmla="*/ 2575609 h 2832100"/>
                <a:gd name="connsiteX17" fmla="*/ 1021987 w 2241554"/>
                <a:gd name="connsiteY17" fmla="*/ 1570874 h 2832100"/>
                <a:gd name="connsiteX18" fmla="*/ 0 w 2241554"/>
                <a:gd name="connsiteY18" fmla="*/ 1904097 h 2832100"/>
                <a:gd name="connsiteX19" fmla="*/ 998666 w 2241554"/>
                <a:gd name="connsiteY19" fmla="*/ 1489075 h 2832100"/>
                <a:gd name="connsiteX20" fmla="*/ 0 w 2241554"/>
                <a:gd name="connsiteY20" fmla="*/ 1074053 h 2832100"/>
                <a:gd name="connsiteX0" fmla="*/ 0 w 2241554"/>
                <a:gd name="connsiteY0" fmla="*/ 1074053 h 2832100"/>
                <a:gd name="connsiteX1" fmla="*/ 1021987 w 2241554"/>
                <a:gd name="connsiteY1" fmla="*/ 1407276 h 2832100"/>
                <a:gd name="connsiteX2" fmla="*/ 485246 w 2241554"/>
                <a:gd name="connsiteY2" fmla="*/ 186641 h 2832100"/>
                <a:gd name="connsiteX3" fmla="*/ 1083042 w 2241554"/>
                <a:gd name="connsiteY3" fmla="*/ 1356721 h 2832100"/>
                <a:gd name="connsiteX4" fmla="*/ 1120777 w 2241554"/>
                <a:gd name="connsiteY4" fmla="*/ 0 h 2832100"/>
                <a:gd name="connsiteX5" fmla="*/ 1158512 w 2241554"/>
                <a:gd name="connsiteY5" fmla="*/ 1356721 h 2832100"/>
                <a:gd name="connsiteX6" fmla="*/ 1813458 w 2241554"/>
                <a:gd name="connsiteY6" fmla="*/ 402541 h 2832100"/>
                <a:gd name="connsiteX7" fmla="*/ 1219567 w 2241554"/>
                <a:gd name="connsiteY7" fmla="*/ 1407276 h 2832100"/>
                <a:gd name="connsiteX8" fmla="*/ 2241554 w 2241554"/>
                <a:gd name="connsiteY8" fmla="*/ 1074053 h 2832100"/>
                <a:gd name="connsiteX9" fmla="*/ 1242888 w 2241554"/>
                <a:gd name="connsiteY9" fmla="*/ 1489075 h 2832100"/>
                <a:gd name="connsiteX10" fmla="*/ 2241554 w 2241554"/>
                <a:gd name="connsiteY10" fmla="*/ 1904097 h 2832100"/>
                <a:gd name="connsiteX11" fmla="*/ 1219567 w 2241554"/>
                <a:gd name="connsiteY11" fmla="*/ 1570874 h 2832100"/>
                <a:gd name="connsiteX12" fmla="*/ 1813458 w 2241554"/>
                <a:gd name="connsiteY12" fmla="*/ 2575609 h 2832100"/>
                <a:gd name="connsiteX13" fmla="*/ 1158512 w 2241554"/>
                <a:gd name="connsiteY13" fmla="*/ 1621429 h 2832100"/>
                <a:gd name="connsiteX14" fmla="*/ 1120777 w 2241554"/>
                <a:gd name="connsiteY14" fmla="*/ 2832100 h 2832100"/>
                <a:gd name="connsiteX15" fmla="*/ 1083042 w 2241554"/>
                <a:gd name="connsiteY15" fmla="*/ 1621429 h 2832100"/>
                <a:gd name="connsiteX16" fmla="*/ 428096 w 2241554"/>
                <a:gd name="connsiteY16" fmla="*/ 2575609 h 2832100"/>
                <a:gd name="connsiteX17" fmla="*/ 1021987 w 2241554"/>
                <a:gd name="connsiteY17" fmla="*/ 1570874 h 2832100"/>
                <a:gd name="connsiteX18" fmla="*/ 0 w 2241554"/>
                <a:gd name="connsiteY18" fmla="*/ 1904097 h 2832100"/>
                <a:gd name="connsiteX19" fmla="*/ 998666 w 2241554"/>
                <a:gd name="connsiteY19" fmla="*/ 1489075 h 2832100"/>
                <a:gd name="connsiteX20" fmla="*/ 0 w 2241554"/>
                <a:gd name="connsiteY20" fmla="*/ 1074053 h 2832100"/>
                <a:gd name="connsiteX0" fmla="*/ 0 w 2298704"/>
                <a:gd name="connsiteY0" fmla="*/ 534303 h 2832100"/>
                <a:gd name="connsiteX1" fmla="*/ 1079137 w 2298704"/>
                <a:gd name="connsiteY1" fmla="*/ 1407276 h 2832100"/>
                <a:gd name="connsiteX2" fmla="*/ 542396 w 2298704"/>
                <a:gd name="connsiteY2" fmla="*/ 186641 h 2832100"/>
                <a:gd name="connsiteX3" fmla="*/ 1140192 w 2298704"/>
                <a:gd name="connsiteY3" fmla="*/ 1356721 h 2832100"/>
                <a:gd name="connsiteX4" fmla="*/ 1177927 w 2298704"/>
                <a:gd name="connsiteY4" fmla="*/ 0 h 2832100"/>
                <a:gd name="connsiteX5" fmla="*/ 1215662 w 2298704"/>
                <a:gd name="connsiteY5" fmla="*/ 1356721 h 2832100"/>
                <a:gd name="connsiteX6" fmla="*/ 1870608 w 2298704"/>
                <a:gd name="connsiteY6" fmla="*/ 402541 h 2832100"/>
                <a:gd name="connsiteX7" fmla="*/ 1276717 w 2298704"/>
                <a:gd name="connsiteY7" fmla="*/ 1407276 h 2832100"/>
                <a:gd name="connsiteX8" fmla="*/ 2298704 w 2298704"/>
                <a:gd name="connsiteY8" fmla="*/ 1074053 h 2832100"/>
                <a:gd name="connsiteX9" fmla="*/ 1300038 w 2298704"/>
                <a:gd name="connsiteY9" fmla="*/ 1489075 h 2832100"/>
                <a:gd name="connsiteX10" fmla="*/ 2298704 w 2298704"/>
                <a:gd name="connsiteY10" fmla="*/ 1904097 h 2832100"/>
                <a:gd name="connsiteX11" fmla="*/ 1276717 w 2298704"/>
                <a:gd name="connsiteY11" fmla="*/ 1570874 h 2832100"/>
                <a:gd name="connsiteX12" fmla="*/ 1870608 w 2298704"/>
                <a:gd name="connsiteY12" fmla="*/ 2575609 h 2832100"/>
                <a:gd name="connsiteX13" fmla="*/ 1215662 w 2298704"/>
                <a:gd name="connsiteY13" fmla="*/ 1621429 h 2832100"/>
                <a:gd name="connsiteX14" fmla="*/ 1177927 w 2298704"/>
                <a:gd name="connsiteY14" fmla="*/ 2832100 h 2832100"/>
                <a:gd name="connsiteX15" fmla="*/ 1140192 w 2298704"/>
                <a:gd name="connsiteY15" fmla="*/ 1621429 h 2832100"/>
                <a:gd name="connsiteX16" fmla="*/ 485246 w 2298704"/>
                <a:gd name="connsiteY16" fmla="*/ 2575609 h 2832100"/>
                <a:gd name="connsiteX17" fmla="*/ 1079137 w 2298704"/>
                <a:gd name="connsiteY17" fmla="*/ 1570874 h 2832100"/>
                <a:gd name="connsiteX18" fmla="*/ 57150 w 2298704"/>
                <a:gd name="connsiteY18" fmla="*/ 1904097 h 2832100"/>
                <a:gd name="connsiteX19" fmla="*/ 1055816 w 2298704"/>
                <a:gd name="connsiteY19" fmla="*/ 1489075 h 2832100"/>
                <a:gd name="connsiteX20" fmla="*/ 0 w 2298704"/>
                <a:gd name="connsiteY20" fmla="*/ 534303 h 2832100"/>
                <a:gd name="connsiteX0" fmla="*/ 0 w 2298704"/>
                <a:gd name="connsiteY0" fmla="*/ 534303 h 2832100"/>
                <a:gd name="connsiteX1" fmla="*/ 1079137 w 2298704"/>
                <a:gd name="connsiteY1" fmla="*/ 1407276 h 2832100"/>
                <a:gd name="connsiteX2" fmla="*/ 542396 w 2298704"/>
                <a:gd name="connsiteY2" fmla="*/ 186641 h 2832100"/>
                <a:gd name="connsiteX3" fmla="*/ 1140192 w 2298704"/>
                <a:gd name="connsiteY3" fmla="*/ 1356721 h 2832100"/>
                <a:gd name="connsiteX4" fmla="*/ 1177927 w 2298704"/>
                <a:gd name="connsiteY4" fmla="*/ 0 h 2832100"/>
                <a:gd name="connsiteX5" fmla="*/ 1215662 w 2298704"/>
                <a:gd name="connsiteY5" fmla="*/ 1356721 h 2832100"/>
                <a:gd name="connsiteX6" fmla="*/ 1832508 w 2298704"/>
                <a:gd name="connsiteY6" fmla="*/ 110441 h 2832100"/>
                <a:gd name="connsiteX7" fmla="*/ 1276717 w 2298704"/>
                <a:gd name="connsiteY7" fmla="*/ 1407276 h 2832100"/>
                <a:gd name="connsiteX8" fmla="*/ 2298704 w 2298704"/>
                <a:gd name="connsiteY8" fmla="*/ 1074053 h 2832100"/>
                <a:gd name="connsiteX9" fmla="*/ 1300038 w 2298704"/>
                <a:gd name="connsiteY9" fmla="*/ 1489075 h 2832100"/>
                <a:gd name="connsiteX10" fmla="*/ 2298704 w 2298704"/>
                <a:gd name="connsiteY10" fmla="*/ 1904097 h 2832100"/>
                <a:gd name="connsiteX11" fmla="*/ 1276717 w 2298704"/>
                <a:gd name="connsiteY11" fmla="*/ 1570874 h 2832100"/>
                <a:gd name="connsiteX12" fmla="*/ 1870608 w 2298704"/>
                <a:gd name="connsiteY12" fmla="*/ 2575609 h 2832100"/>
                <a:gd name="connsiteX13" fmla="*/ 1215662 w 2298704"/>
                <a:gd name="connsiteY13" fmla="*/ 1621429 h 2832100"/>
                <a:gd name="connsiteX14" fmla="*/ 1177927 w 2298704"/>
                <a:gd name="connsiteY14" fmla="*/ 2832100 h 2832100"/>
                <a:gd name="connsiteX15" fmla="*/ 1140192 w 2298704"/>
                <a:gd name="connsiteY15" fmla="*/ 1621429 h 2832100"/>
                <a:gd name="connsiteX16" fmla="*/ 485246 w 2298704"/>
                <a:gd name="connsiteY16" fmla="*/ 2575609 h 2832100"/>
                <a:gd name="connsiteX17" fmla="*/ 1079137 w 2298704"/>
                <a:gd name="connsiteY17" fmla="*/ 1570874 h 2832100"/>
                <a:gd name="connsiteX18" fmla="*/ 57150 w 2298704"/>
                <a:gd name="connsiteY18" fmla="*/ 1904097 h 2832100"/>
                <a:gd name="connsiteX19" fmla="*/ 1055816 w 2298704"/>
                <a:gd name="connsiteY19" fmla="*/ 1489075 h 2832100"/>
                <a:gd name="connsiteX20" fmla="*/ 0 w 2298704"/>
                <a:gd name="connsiteY20" fmla="*/ 534303 h 2832100"/>
                <a:gd name="connsiteX0" fmla="*/ 0 w 2387604"/>
                <a:gd name="connsiteY0" fmla="*/ 534303 h 2832100"/>
                <a:gd name="connsiteX1" fmla="*/ 1079137 w 2387604"/>
                <a:gd name="connsiteY1" fmla="*/ 1407276 h 2832100"/>
                <a:gd name="connsiteX2" fmla="*/ 542396 w 2387604"/>
                <a:gd name="connsiteY2" fmla="*/ 186641 h 2832100"/>
                <a:gd name="connsiteX3" fmla="*/ 1140192 w 2387604"/>
                <a:gd name="connsiteY3" fmla="*/ 1356721 h 2832100"/>
                <a:gd name="connsiteX4" fmla="*/ 1177927 w 2387604"/>
                <a:gd name="connsiteY4" fmla="*/ 0 h 2832100"/>
                <a:gd name="connsiteX5" fmla="*/ 1215662 w 2387604"/>
                <a:gd name="connsiteY5" fmla="*/ 1356721 h 2832100"/>
                <a:gd name="connsiteX6" fmla="*/ 1832508 w 2387604"/>
                <a:gd name="connsiteY6" fmla="*/ 110441 h 2832100"/>
                <a:gd name="connsiteX7" fmla="*/ 1276717 w 2387604"/>
                <a:gd name="connsiteY7" fmla="*/ 1407276 h 2832100"/>
                <a:gd name="connsiteX8" fmla="*/ 2387604 w 2387604"/>
                <a:gd name="connsiteY8" fmla="*/ 496203 h 2832100"/>
                <a:gd name="connsiteX9" fmla="*/ 1300038 w 2387604"/>
                <a:gd name="connsiteY9" fmla="*/ 1489075 h 2832100"/>
                <a:gd name="connsiteX10" fmla="*/ 2298704 w 2387604"/>
                <a:gd name="connsiteY10" fmla="*/ 1904097 h 2832100"/>
                <a:gd name="connsiteX11" fmla="*/ 1276717 w 2387604"/>
                <a:gd name="connsiteY11" fmla="*/ 1570874 h 2832100"/>
                <a:gd name="connsiteX12" fmla="*/ 1870608 w 2387604"/>
                <a:gd name="connsiteY12" fmla="*/ 2575609 h 2832100"/>
                <a:gd name="connsiteX13" fmla="*/ 1215662 w 2387604"/>
                <a:gd name="connsiteY13" fmla="*/ 1621429 h 2832100"/>
                <a:gd name="connsiteX14" fmla="*/ 1177927 w 2387604"/>
                <a:gd name="connsiteY14" fmla="*/ 2832100 h 2832100"/>
                <a:gd name="connsiteX15" fmla="*/ 1140192 w 2387604"/>
                <a:gd name="connsiteY15" fmla="*/ 1621429 h 2832100"/>
                <a:gd name="connsiteX16" fmla="*/ 485246 w 2387604"/>
                <a:gd name="connsiteY16" fmla="*/ 2575609 h 2832100"/>
                <a:gd name="connsiteX17" fmla="*/ 1079137 w 2387604"/>
                <a:gd name="connsiteY17" fmla="*/ 1570874 h 2832100"/>
                <a:gd name="connsiteX18" fmla="*/ 57150 w 2387604"/>
                <a:gd name="connsiteY18" fmla="*/ 1904097 h 2832100"/>
                <a:gd name="connsiteX19" fmla="*/ 1055816 w 2387604"/>
                <a:gd name="connsiteY19" fmla="*/ 1489075 h 2832100"/>
                <a:gd name="connsiteX20" fmla="*/ 0 w 2387604"/>
                <a:gd name="connsiteY20" fmla="*/ 534303 h 2832100"/>
                <a:gd name="connsiteX0" fmla="*/ 0 w 2762254"/>
                <a:gd name="connsiteY0" fmla="*/ 534303 h 2832100"/>
                <a:gd name="connsiteX1" fmla="*/ 1079137 w 2762254"/>
                <a:gd name="connsiteY1" fmla="*/ 1407276 h 2832100"/>
                <a:gd name="connsiteX2" fmla="*/ 542396 w 2762254"/>
                <a:gd name="connsiteY2" fmla="*/ 186641 h 2832100"/>
                <a:gd name="connsiteX3" fmla="*/ 1140192 w 2762254"/>
                <a:gd name="connsiteY3" fmla="*/ 1356721 h 2832100"/>
                <a:gd name="connsiteX4" fmla="*/ 1177927 w 2762254"/>
                <a:gd name="connsiteY4" fmla="*/ 0 h 2832100"/>
                <a:gd name="connsiteX5" fmla="*/ 1215662 w 2762254"/>
                <a:gd name="connsiteY5" fmla="*/ 1356721 h 2832100"/>
                <a:gd name="connsiteX6" fmla="*/ 1832508 w 2762254"/>
                <a:gd name="connsiteY6" fmla="*/ 110441 h 2832100"/>
                <a:gd name="connsiteX7" fmla="*/ 1276717 w 2762254"/>
                <a:gd name="connsiteY7" fmla="*/ 1407276 h 2832100"/>
                <a:gd name="connsiteX8" fmla="*/ 2387604 w 2762254"/>
                <a:gd name="connsiteY8" fmla="*/ 496203 h 2832100"/>
                <a:gd name="connsiteX9" fmla="*/ 1300038 w 2762254"/>
                <a:gd name="connsiteY9" fmla="*/ 1489075 h 2832100"/>
                <a:gd name="connsiteX10" fmla="*/ 2762254 w 2762254"/>
                <a:gd name="connsiteY10" fmla="*/ 1053197 h 2832100"/>
                <a:gd name="connsiteX11" fmla="*/ 1276717 w 2762254"/>
                <a:gd name="connsiteY11" fmla="*/ 1570874 h 2832100"/>
                <a:gd name="connsiteX12" fmla="*/ 1870608 w 2762254"/>
                <a:gd name="connsiteY12" fmla="*/ 2575609 h 2832100"/>
                <a:gd name="connsiteX13" fmla="*/ 1215662 w 2762254"/>
                <a:gd name="connsiteY13" fmla="*/ 1621429 h 2832100"/>
                <a:gd name="connsiteX14" fmla="*/ 1177927 w 2762254"/>
                <a:gd name="connsiteY14" fmla="*/ 2832100 h 2832100"/>
                <a:gd name="connsiteX15" fmla="*/ 1140192 w 2762254"/>
                <a:gd name="connsiteY15" fmla="*/ 1621429 h 2832100"/>
                <a:gd name="connsiteX16" fmla="*/ 485246 w 2762254"/>
                <a:gd name="connsiteY16" fmla="*/ 2575609 h 2832100"/>
                <a:gd name="connsiteX17" fmla="*/ 1079137 w 2762254"/>
                <a:gd name="connsiteY17" fmla="*/ 1570874 h 2832100"/>
                <a:gd name="connsiteX18" fmla="*/ 57150 w 2762254"/>
                <a:gd name="connsiteY18" fmla="*/ 1904097 h 2832100"/>
                <a:gd name="connsiteX19" fmla="*/ 1055816 w 2762254"/>
                <a:gd name="connsiteY19" fmla="*/ 1489075 h 2832100"/>
                <a:gd name="connsiteX20" fmla="*/ 0 w 2762254"/>
                <a:gd name="connsiteY20" fmla="*/ 534303 h 2832100"/>
                <a:gd name="connsiteX0" fmla="*/ 0 w 2829458"/>
                <a:gd name="connsiteY0" fmla="*/ 534303 h 2832100"/>
                <a:gd name="connsiteX1" fmla="*/ 1079137 w 2829458"/>
                <a:gd name="connsiteY1" fmla="*/ 1407276 h 2832100"/>
                <a:gd name="connsiteX2" fmla="*/ 542396 w 2829458"/>
                <a:gd name="connsiteY2" fmla="*/ 186641 h 2832100"/>
                <a:gd name="connsiteX3" fmla="*/ 1140192 w 2829458"/>
                <a:gd name="connsiteY3" fmla="*/ 1356721 h 2832100"/>
                <a:gd name="connsiteX4" fmla="*/ 1177927 w 2829458"/>
                <a:gd name="connsiteY4" fmla="*/ 0 h 2832100"/>
                <a:gd name="connsiteX5" fmla="*/ 1215662 w 2829458"/>
                <a:gd name="connsiteY5" fmla="*/ 1356721 h 2832100"/>
                <a:gd name="connsiteX6" fmla="*/ 1832508 w 2829458"/>
                <a:gd name="connsiteY6" fmla="*/ 110441 h 2832100"/>
                <a:gd name="connsiteX7" fmla="*/ 1276717 w 2829458"/>
                <a:gd name="connsiteY7" fmla="*/ 1407276 h 2832100"/>
                <a:gd name="connsiteX8" fmla="*/ 2387604 w 2829458"/>
                <a:gd name="connsiteY8" fmla="*/ 496203 h 2832100"/>
                <a:gd name="connsiteX9" fmla="*/ 1300038 w 2829458"/>
                <a:gd name="connsiteY9" fmla="*/ 1489075 h 2832100"/>
                <a:gd name="connsiteX10" fmla="*/ 2762254 w 2829458"/>
                <a:gd name="connsiteY10" fmla="*/ 1053197 h 2832100"/>
                <a:gd name="connsiteX11" fmla="*/ 1276717 w 2829458"/>
                <a:gd name="connsiteY11" fmla="*/ 1570874 h 2832100"/>
                <a:gd name="connsiteX12" fmla="*/ 2829458 w 2829458"/>
                <a:gd name="connsiteY12" fmla="*/ 1699309 h 2832100"/>
                <a:gd name="connsiteX13" fmla="*/ 1215662 w 2829458"/>
                <a:gd name="connsiteY13" fmla="*/ 1621429 h 2832100"/>
                <a:gd name="connsiteX14" fmla="*/ 1177927 w 2829458"/>
                <a:gd name="connsiteY14" fmla="*/ 2832100 h 2832100"/>
                <a:gd name="connsiteX15" fmla="*/ 1140192 w 2829458"/>
                <a:gd name="connsiteY15" fmla="*/ 1621429 h 2832100"/>
                <a:gd name="connsiteX16" fmla="*/ 485246 w 2829458"/>
                <a:gd name="connsiteY16" fmla="*/ 2575609 h 2832100"/>
                <a:gd name="connsiteX17" fmla="*/ 1079137 w 2829458"/>
                <a:gd name="connsiteY17" fmla="*/ 1570874 h 2832100"/>
                <a:gd name="connsiteX18" fmla="*/ 57150 w 2829458"/>
                <a:gd name="connsiteY18" fmla="*/ 1904097 h 2832100"/>
                <a:gd name="connsiteX19" fmla="*/ 1055816 w 2829458"/>
                <a:gd name="connsiteY19" fmla="*/ 1489075 h 2832100"/>
                <a:gd name="connsiteX20" fmla="*/ 0 w 2829458"/>
                <a:gd name="connsiteY20" fmla="*/ 534303 h 2832100"/>
                <a:gd name="connsiteX0" fmla="*/ 342900 w 3172358"/>
                <a:gd name="connsiteY0" fmla="*/ 534303 h 2832100"/>
                <a:gd name="connsiteX1" fmla="*/ 1422037 w 3172358"/>
                <a:gd name="connsiteY1" fmla="*/ 1407276 h 2832100"/>
                <a:gd name="connsiteX2" fmla="*/ 885296 w 3172358"/>
                <a:gd name="connsiteY2" fmla="*/ 186641 h 2832100"/>
                <a:gd name="connsiteX3" fmla="*/ 1483092 w 3172358"/>
                <a:gd name="connsiteY3" fmla="*/ 1356721 h 2832100"/>
                <a:gd name="connsiteX4" fmla="*/ 1520827 w 3172358"/>
                <a:gd name="connsiteY4" fmla="*/ 0 h 2832100"/>
                <a:gd name="connsiteX5" fmla="*/ 1558562 w 3172358"/>
                <a:gd name="connsiteY5" fmla="*/ 1356721 h 2832100"/>
                <a:gd name="connsiteX6" fmla="*/ 2175408 w 3172358"/>
                <a:gd name="connsiteY6" fmla="*/ 110441 h 2832100"/>
                <a:gd name="connsiteX7" fmla="*/ 1619617 w 3172358"/>
                <a:gd name="connsiteY7" fmla="*/ 1407276 h 2832100"/>
                <a:gd name="connsiteX8" fmla="*/ 2730504 w 3172358"/>
                <a:gd name="connsiteY8" fmla="*/ 496203 h 2832100"/>
                <a:gd name="connsiteX9" fmla="*/ 1642938 w 3172358"/>
                <a:gd name="connsiteY9" fmla="*/ 1489075 h 2832100"/>
                <a:gd name="connsiteX10" fmla="*/ 3105154 w 3172358"/>
                <a:gd name="connsiteY10" fmla="*/ 1053197 h 2832100"/>
                <a:gd name="connsiteX11" fmla="*/ 1619617 w 3172358"/>
                <a:gd name="connsiteY11" fmla="*/ 1570874 h 2832100"/>
                <a:gd name="connsiteX12" fmla="*/ 3172358 w 3172358"/>
                <a:gd name="connsiteY12" fmla="*/ 1699309 h 2832100"/>
                <a:gd name="connsiteX13" fmla="*/ 1558562 w 3172358"/>
                <a:gd name="connsiteY13" fmla="*/ 1621429 h 2832100"/>
                <a:gd name="connsiteX14" fmla="*/ 1520827 w 3172358"/>
                <a:gd name="connsiteY14" fmla="*/ 2832100 h 2832100"/>
                <a:gd name="connsiteX15" fmla="*/ 1483092 w 3172358"/>
                <a:gd name="connsiteY15" fmla="*/ 1621429 h 2832100"/>
                <a:gd name="connsiteX16" fmla="*/ 828146 w 3172358"/>
                <a:gd name="connsiteY16" fmla="*/ 2575609 h 2832100"/>
                <a:gd name="connsiteX17" fmla="*/ 1422037 w 3172358"/>
                <a:gd name="connsiteY17" fmla="*/ 1570874 h 2832100"/>
                <a:gd name="connsiteX18" fmla="*/ 0 w 3172358"/>
                <a:gd name="connsiteY18" fmla="*/ 1078597 h 2832100"/>
                <a:gd name="connsiteX19" fmla="*/ 1398716 w 3172358"/>
                <a:gd name="connsiteY19" fmla="*/ 1489075 h 2832100"/>
                <a:gd name="connsiteX20" fmla="*/ 342900 w 3172358"/>
                <a:gd name="connsiteY20" fmla="*/ 534303 h 2832100"/>
                <a:gd name="connsiteX0" fmla="*/ 479954 w 3309412"/>
                <a:gd name="connsiteY0" fmla="*/ 534303 h 2832100"/>
                <a:gd name="connsiteX1" fmla="*/ 1559091 w 3309412"/>
                <a:gd name="connsiteY1" fmla="*/ 1407276 h 2832100"/>
                <a:gd name="connsiteX2" fmla="*/ 1022350 w 3309412"/>
                <a:gd name="connsiteY2" fmla="*/ 186641 h 2832100"/>
                <a:gd name="connsiteX3" fmla="*/ 1620146 w 3309412"/>
                <a:gd name="connsiteY3" fmla="*/ 1356721 h 2832100"/>
                <a:gd name="connsiteX4" fmla="*/ 1657881 w 3309412"/>
                <a:gd name="connsiteY4" fmla="*/ 0 h 2832100"/>
                <a:gd name="connsiteX5" fmla="*/ 1695616 w 3309412"/>
                <a:gd name="connsiteY5" fmla="*/ 1356721 h 2832100"/>
                <a:gd name="connsiteX6" fmla="*/ 2312462 w 3309412"/>
                <a:gd name="connsiteY6" fmla="*/ 110441 h 2832100"/>
                <a:gd name="connsiteX7" fmla="*/ 1756671 w 3309412"/>
                <a:gd name="connsiteY7" fmla="*/ 1407276 h 2832100"/>
                <a:gd name="connsiteX8" fmla="*/ 2867558 w 3309412"/>
                <a:gd name="connsiteY8" fmla="*/ 496203 h 2832100"/>
                <a:gd name="connsiteX9" fmla="*/ 1779992 w 3309412"/>
                <a:gd name="connsiteY9" fmla="*/ 1489075 h 2832100"/>
                <a:gd name="connsiteX10" fmla="*/ 3242208 w 3309412"/>
                <a:gd name="connsiteY10" fmla="*/ 1053197 h 2832100"/>
                <a:gd name="connsiteX11" fmla="*/ 1756671 w 3309412"/>
                <a:gd name="connsiteY11" fmla="*/ 1570874 h 2832100"/>
                <a:gd name="connsiteX12" fmla="*/ 3309412 w 3309412"/>
                <a:gd name="connsiteY12" fmla="*/ 1699309 h 2832100"/>
                <a:gd name="connsiteX13" fmla="*/ 1695616 w 3309412"/>
                <a:gd name="connsiteY13" fmla="*/ 1621429 h 2832100"/>
                <a:gd name="connsiteX14" fmla="*/ 1657881 w 3309412"/>
                <a:gd name="connsiteY14" fmla="*/ 2832100 h 2832100"/>
                <a:gd name="connsiteX15" fmla="*/ 1620146 w 3309412"/>
                <a:gd name="connsiteY15" fmla="*/ 1621429 h 2832100"/>
                <a:gd name="connsiteX16" fmla="*/ 0 w 3309412"/>
                <a:gd name="connsiteY16" fmla="*/ 1718359 h 2832100"/>
                <a:gd name="connsiteX17" fmla="*/ 1559091 w 3309412"/>
                <a:gd name="connsiteY17" fmla="*/ 1570874 h 2832100"/>
                <a:gd name="connsiteX18" fmla="*/ 137054 w 3309412"/>
                <a:gd name="connsiteY18" fmla="*/ 1078597 h 2832100"/>
                <a:gd name="connsiteX19" fmla="*/ 1535770 w 3309412"/>
                <a:gd name="connsiteY19" fmla="*/ 1489075 h 2832100"/>
                <a:gd name="connsiteX20" fmla="*/ 479954 w 3309412"/>
                <a:gd name="connsiteY20" fmla="*/ 534303 h 2832100"/>
                <a:gd name="connsiteX0" fmla="*/ 479954 w 3309412"/>
                <a:gd name="connsiteY0" fmla="*/ 534303 h 2832100"/>
                <a:gd name="connsiteX1" fmla="*/ 1559091 w 3309412"/>
                <a:gd name="connsiteY1" fmla="*/ 1407276 h 2832100"/>
                <a:gd name="connsiteX2" fmla="*/ 1022350 w 3309412"/>
                <a:gd name="connsiteY2" fmla="*/ 186641 h 2832100"/>
                <a:gd name="connsiteX3" fmla="*/ 1620146 w 3309412"/>
                <a:gd name="connsiteY3" fmla="*/ 1356721 h 2832100"/>
                <a:gd name="connsiteX4" fmla="*/ 1657881 w 3309412"/>
                <a:gd name="connsiteY4" fmla="*/ 0 h 2832100"/>
                <a:gd name="connsiteX5" fmla="*/ 1695616 w 3309412"/>
                <a:gd name="connsiteY5" fmla="*/ 1356721 h 2832100"/>
                <a:gd name="connsiteX6" fmla="*/ 2312462 w 3309412"/>
                <a:gd name="connsiteY6" fmla="*/ 110441 h 2832100"/>
                <a:gd name="connsiteX7" fmla="*/ 1756671 w 3309412"/>
                <a:gd name="connsiteY7" fmla="*/ 1407276 h 2832100"/>
                <a:gd name="connsiteX8" fmla="*/ 2867558 w 3309412"/>
                <a:gd name="connsiteY8" fmla="*/ 496203 h 2832100"/>
                <a:gd name="connsiteX9" fmla="*/ 1779992 w 3309412"/>
                <a:gd name="connsiteY9" fmla="*/ 1489075 h 2832100"/>
                <a:gd name="connsiteX10" fmla="*/ 3242208 w 3309412"/>
                <a:gd name="connsiteY10" fmla="*/ 1053197 h 2832100"/>
                <a:gd name="connsiteX11" fmla="*/ 1756671 w 3309412"/>
                <a:gd name="connsiteY11" fmla="*/ 1570874 h 2832100"/>
                <a:gd name="connsiteX12" fmla="*/ 3309412 w 3309412"/>
                <a:gd name="connsiteY12" fmla="*/ 1699309 h 2832100"/>
                <a:gd name="connsiteX13" fmla="*/ 1695616 w 3309412"/>
                <a:gd name="connsiteY13" fmla="*/ 1621429 h 2832100"/>
                <a:gd name="connsiteX14" fmla="*/ 1657881 w 3309412"/>
                <a:gd name="connsiteY14" fmla="*/ 2832100 h 2832100"/>
                <a:gd name="connsiteX15" fmla="*/ 1537596 w 3309412"/>
                <a:gd name="connsiteY15" fmla="*/ 1748429 h 2832100"/>
                <a:gd name="connsiteX16" fmla="*/ 0 w 3309412"/>
                <a:gd name="connsiteY16" fmla="*/ 1718359 h 2832100"/>
                <a:gd name="connsiteX17" fmla="*/ 1559091 w 3309412"/>
                <a:gd name="connsiteY17" fmla="*/ 1570874 h 2832100"/>
                <a:gd name="connsiteX18" fmla="*/ 137054 w 3309412"/>
                <a:gd name="connsiteY18" fmla="*/ 1078597 h 2832100"/>
                <a:gd name="connsiteX19" fmla="*/ 1535770 w 3309412"/>
                <a:gd name="connsiteY19" fmla="*/ 1489075 h 2832100"/>
                <a:gd name="connsiteX20" fmla="*/ 479954 w 3309412"/>
                <a:gd name="connsiteY20" fmla="*/ 534303 h 28321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695616 w 3309412"/>
                <a:gd name="connsiteY13" fmla="*/ 1621429 h 1778000"/>
                <a:gd name="connsiteX14" fmla="*/ 1657881 w 3309412"/>
                <a:gd name="connsiteY14" fmla="*/ 1778000 h 1778000"/>
                <a:gd name="connsiteX15" fmla="*/ 1537596 w 3309412"/>
                <a:gd name="connsiteY15" fmla="*/ 1748429 h 1778000"/>
                <a:gd name="connsiteX16" fmla="*/ 0 w 3309412"/>
                <a:gd name="connsiteY16" fmla="*/ 1718359 h 1778000"/>
                <a:gd name="connsiteX17" fmla="*/ 1559091 w 3309412"/>
                <a:gd name="connsiteY17" fmla="*/ 157087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537596 w 3309412"/>
                <a:gd name="connsiteY15" fmla="*/ 1748429 h 1778000"/>
                <a:gd name="connsiteX16" fmla="*/ 0 w 3309412"/>
                <a:gd name="connsiteY16" fmla="*/ 1718359 h 1778000"/>
                <a:gd name="connsiteX17" fmla="*/ 1559091 w 3309412"/>
                <a:gd name="connsiteY17" fmla="*/ 157087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559091 w 3309412"/>
                <a:gd name="connsiteY17" fmla="*/ 157087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3437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34170 w 3309412"/>
                <a:gd name="connsiteY19" fmla="*/ 15271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34170 w 3309412"/>
                <a:gd name="connsiteY19" fmla="*/ 15271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34170 w 3309412"/>
                <a:gd name="connsiteY19" fmla="*/ 15271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21470 w 3309412"/>
                <a:gd name="connsiteY19" fmla="*/ 15462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601096 w 3309412"/>
                <a:gd name="connsiteY3" fmla="*/ 14456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21470 w 3309412"/>
                <a:gd name="connsiteY19" fmla="*/ 15462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607446 w 3309412"/>
                <a:gd name="connsiteY3" fmla="*/ 15281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21470 w 3309412"/>
                <a:gd name="connsiteY19" fmla="*/ 15462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626496 w 3309412"/>
                <a:gd name="connsiteY3" fmla="*/ 15218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21470 w 3309412"/>
                <a:gd name="connsiteY19" fmla="*/ 15462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21470 w 3309412"/>
                <a:gd name="connsiteY19" fmla="*/ 15462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91320 w 3309412"/>
                <a:gd name="connsiteY19" fmla="*/ 16033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510370 w 3309412"/>
                <a:gd name="connsiteY19" fmla="*/ 15970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65920 w 3309412"/>
                <a:gd name="connsiteY19" fmla="*/ 15906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9391 w 3309412"/>
                <a:gd name="connsiteY17" fmla="*/ 1701049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7247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82916 w 3309412"/>
                <a:gd name="connsiteY5" fmla="*/ 149007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896371 w 3309412"/>
                <a:gd name="connsiteY11" fmla="*/ 164072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91596 w 3309412"/>
                <a:gd name="connsiteY11" fmla="*/ 166294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95867 w 3309412"/>
                <a:gd name="connsiteY9" fmla="*/ 1644650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89517 w 3309412"/>
                <a:gd name="connsiteY9" fmla="*/ 1600200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804296 w 3309412"/>
                <a:gd name="connsiteY7" fmla="*/ 149617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78620 w 3309412"/>
                <a:gd name="connsiteY19" fmla="*/ 158115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59774 h 1778000"/>
                <a:gd name="connsiteX18" fmla="*/ 137054 w 3309412"/>
                <a:gd name="connsiteY18" fmla="*/ 1078597 h 1778000"/>
                <a:gd name="connsiteX19" fmla="*/ 1478620 w 3309412"/>
                <a:gd name="connsiteY19" fmla="*/ 158115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58271 w 3309412"/>
                <a:gd name="connsiteY11" fmla="*/ 166294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59774 h 1778000"/>
                <a:gd name="connsiteX18" fmla="*/ 137054 w 3309412"/>
                <a:gd name="connsiteY18" fmla="*/ 1078597 h 1778000"/>
                <a:gd name="connsiteX19" fmla="*/ 1478620 w 3309412"/>
                <a:gd name="connsiteY19" fmla="*/ 158115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30792 w 3309412"/>
                <a:gd name="connsiteY9" fmla="*/ 1584325 h 1778000"/>
                <a:gd name="connsiteX10" fmla="*/ 3242208 w 3309412"/>
                <a:gd name="connsiteY10" fmla="*/ 1053197 h 1778000"/>
                <a:gd name="connsiteX11" fmla="*/ 1858271 w 3309412"/>
                <a:gd name="connsiteY11" fmla="*/ 166294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59774 h 1778000"/>
                <a:gd name="connsiteX18" fmla="*/ 137054 w 3309412"/>
                <a:gd name="connsiteY18" fmla="*/ 1078597 h 1778000"/>
                <a:gd name="connsiteX19" fmla="*/ 1478620 w 3309412"/>
                <a:gd name="connsiteY19" fmla="*/ 158115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78896 w 3309412"/>
                <a:gd name="connsiteY7" fmla="*/ 1518401 h 1778000"/>
                <a:gd name="connsiteX8" fmla="*/ 2867558 w 3309412"/>
                <a:gd name="connsiteY8" fmla="*/ 496203 h 1778000"/>
                <a:gd name="connsiteX9" fmla="*/ 1830792 w 3309412"/>
                <a:gd name="connsiteY9" fmla="*/ 1584325 h 1778000"/>
                <a:gd name="connsiteX10" fmla="*/ 3242208 w 3309412"/>
                <a:gd name="connsiteY10" fmla="*/ 1053197 h 1778000"/>
                <a:gd name="connsiteX11" fmla="*/ 1858271 w 3309412"/>
                <a:gd name="connsiteY11" fmla="*/ 166294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59774 h 1778000"/>
                <a:gd name="connsiteX18" fmla="*/ 137054 w 3309412"/>
                <a:gd name="connsiteY18" fmla="*/ 1078597 h 1778000"/>
                <a:gd name="connsiteX19" fmla="*/ 1478620 w 3309412"/>
                <a:gd name="connsiteY19" fmla="*/ 158115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17480 w 3309412"/>
                <a:gd name="connsiteY4" fmla="*/ 1175995 h 1778000"/>
                <a:gd name="connsiteX5" fmla="*/ 1657881 w 3309412"/>
                <a:gd name="connsiteY5" fmla="*/ 0 h 1778000"/>
                <a:gd name="connsiteX6" fmla="*/ 1698791 w 3309412"/>
                <a:gd name="connsiteY6" fmla="*/ 1480546 h 1778000"/>
                <a:gd name="connsiteX7" fmla="*/ 2312462 w 3309412"/>
                <a:gd name="connsiteY7" fmla="*/ 110441 h 1778000"/>
                <a:gd name="connsiteX8" fmla="*/ 1778896 w 3309412"/>
                <a:gd name="connsiteY8" fmla="*/ 1518401 h 1778000"/>
                <a:gd name="connsiteX9" fmla="*/ 2867558 w 3309412"/>
                <a:gd name="connsiteY9" fmla="*/ 496203 h 1778000"/>
                <a:gd name="connsiteX10" fmla="*/ 1830792 w 3309412"/>
                <a:gd name="connsiteY10" fmla="*/ 1584325 h 1778000"/>
                <a:gd name="connsiteX11" fmla="*/ 3242208 w 3309412"/>
                <a:gd name="connsiteY11" fmla="*/ 1053197 h 1778000"/>
                <a:gd name="connsiteX12" fmla="*/ 1858271 w 3309412"/>
                <a:gd name="connsiteY12" fmla="*/ 1662949 h 1778000"/>
                <a:gd name="connsiteX13" fmla="*/ 3309412 w 3309412"/>
                <a:gd name="connsiteY13" fmla="*/ 1699309 h 1778000"/>
                <a:gd name="connsiteX14" fmla="*/ 1943266 w 3309412"/>
                <a:gd name="connsiteY14" fmla="*/ 1742079 h 1778000"/>
                <a:gd name="connsiteX15" fmla="*/ 1657881 w 3309412"/>
                <a:gd name="connsiteY15" fmla="*/ 1778000 h 1778000"/>
                <a:gd name="connsiteX16" fmla="*/ 1499496 w 3309412"/>
                <a:gd name="connsiteY16" fmla="*/ 1761129 h 1778000"/>
                <a:gd name="connsiteX17" fmla="*/ 0 w 3309412"/>
                <a:gd name="connsiteY17" fmla="*/ 1718359 h 1778000"/>
                <a:gd name="connsiteX18" fmla="*/ 1444791 w 3309412"/>
                <a:gd name="connsiteY18" fmla="*/ 1659774 h 1778000"/>
                <a:gd name="connsiteX19" fmla="*/ 137054 w 3309412"/>
                <a:gd name="connsiteY19" fmla="*/ 1078597 h 1778000"/>
                <a:gd name="connsiteX20" fmla="*/ 1478620 w 3309412"/>
                <a:gd name="connsiteY20" fmla="*/ 1581150 h 1778000"/>
                <a:gd name="connsiteX21" fmla="*/ 479954 w 3309412"/>
                <a:gd name="connsiteY21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17480 w 3309412"/>
                <a:gd name="connsiteY4" fmla="*/ 1175995 h 1778000"/>
                <a:gd name="connsiteX5" fmla="*/ 1657881 w 3309412"/>
                <a:gd name="connsiteY5" fmla="*/ 0 h 1778000"/>
                <a:gd name="connsiteX6" fmla="*/ 1698791 w 3309412"/>
                <a:gd name="connsiteY6" fmla="*/ 1480546 h 1778000"/>
                <a:gd name="connsiteX7" fmla="*/ 2312462 w 3309412"/>
                <a:gd name="connsiteY7" fmla="*/ 110441 h 1778000"/>
                <a:gd name="connsiteX8" fmla="*/ 1778896 w 3309412"/>
                <a:gd name="connsiteY8" fmla="*/ 1518401 h 1778000"/>
                <a:gd name="connsiteX9" fmla="*/ 2867558 w 3309412"/>
                <a:gd name="connsiteY9" fmla="*/ 496203 h 1778000"/>
                <a:gd name="connsiteX10" fmla="*/ 1830792 w 3309412"/>
                <a:gd name="connsiteY10" fmla="*/ 1584325 h 1778000"/>
                <a:gd name="connsiteX11" fmla="*/ 3242208 w 3309412"/>
                <a:gd name="connsiteY11" fmla="*/ 1053197 h 1778000"/>
                <a:gd name="connsiteX12" fmla="*/ 1858271 w 3309412"/>
                <a:gd name="connsiteY12" fmla="*/ 1662949 h 1778000"/>
                <a:gd name="connsiteX13" fmla="*/ 3309412 w 3309412"/>
                <a:gd name="connsiteY13" fmla="*/ 1699309 h 1778000"/>
                <a:gd name="connsiteX14" fmla="*/ 1943266 w 3309412"/>
                <a:gd name="connsiteY14" fmla="*/ 1742079 h 1778000"/>
                <a:gd name="connsiteX15" fmla="*/ 1657881 w 3309412"/>
                <a:gd name="connsiteY15" fmla="*/ 1778000 h 1778000"/>
                <a:gd name="connsiteX16" fmla="*/ 1499496 w 3309412"/>
                <a:gd name="connsiteY16" fmla="*/ 1761129 h 1778000"/>
                <a:gd name="connsiteX17" fmla="*/ 0 w 3309412"/>
                <a:gd name="connsiteY17" fmla="*/ 1718359 h 1778000"/>
                <a:gd name="connsiteX18" fmla="*/ 1444791 w 3309412"/>
                <a:gd name="connsiteY18" fmla="*/ 1659774 h 1778000"/>
                <a:gd name="connsiteX19" fmla="*/ 137054 w 3309412"/>
                <a:gd name="connsiteY19" fmla="*/ 1078597 h 1778000"/>
                <a:gd name="connsiteX20" fmla="*/ 1478620 w 3309412"/>
                <a:gd name="connsiteY20" fmla="*/ 1581150 h 1778000"/>
                <a:gd name="connsiteX21" fmla="*/ 479954 w 3309412"/>
                <a:gd name="connsiteY21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17480 w 3309412"/>
                <a:gd name="connsiteY4" fmla="*/ 1175995 h 1778000"/>
                <a:gd name="connsiteX5" fmla="*/ 1657881 w 3309412"/>
                <a:gd name="connsiteY5" fmla="*/ 0 h 1778000"/>
                <a:gd name="connsiteX6" fmla="*/ 1698791 w 3309412"/>
                <a:gd name="connsiteY6" fmla="*/ 1480546 h 1778000"/>
                <a:gd name="connsiteX7" fmla="*/ 2312462 w 3309412"/>
                <a:gd name="connsiteY7" fmla="*/ 110441 h 1778000"/>
                <a:gd name="connsiteX8" fmla="*/ 1778896 w 3309412"/>
                <a:gd name="connsiteY8" fmla="*/ 1518401 h 1778000"/>
                <a:gd name="connsiteX9" fmla="*/ 2867558 w 3309412"/>
                <a:gd name="connsiteY9" fmla="*/ 496203 h 1778000"/>
                <a:gd name="connsiteX10" fmla="*/ 1830792 w 3309412"/>
                <a:gd name="connsiteY10" fmla="*/ 1584325 h 1778000"/>
                <a:gd name="connsiteX11" fmla="*/ 3242208 w 3309412"/>
                <a:gd name="connsiteY11" fmla="*/ 1053197 h 1778000"/>
                <a:gd name="connsiteX12" fmla="*/ 1858271 w 3309412"/>
                <a:gd name="connsiteY12" fmla="*/ 1662949 h 1778000"/>
                <a:gd name="connsiteX13" fmla="*/ 3309412 w 3309412"/>
                <a:gd name="connsiteY13" fmla="*/ 1699309 h 1778000"/>
                <a:gd name="connsiteX14" fmla="*/ 1943266 w 3309412"/>
                <a:gd name="connsiteY14" fmla="*/ 1742079 h 1778000"/>
                <a:gd name="connsiteX15" fmla="*/ 1657881 w 3309412"/>
                <a:gd name="connsiteY15" fmla="*/ 1778000 h 1778000"/>
                <a:gd name="connsiteX16" fmla="*/ 1499496 w 3309412"/>
                <a:gd name="connsiteY16" fmla="*/ 1761129 h 1778000"/>
                <a:gd name="connsiteX17" fmla="*/ 0 w 3309412"/>
                <a:gd name="connsiteY17" fmla="*/ 1718359 h 1778000"/>
                <a:gd name="connsiteX18" fmla="*/ 1444791 w 3309412"/>
                <a:gd name="connsiteY18" fmla="*/ 1659774 h 1778000"/>
                <a:gd name="connsiteX19" fmla="*/ 137054 w 3309412"/>
                <a:gd name="connsiteY19" fmla="*/ 1078597 h 1778000"/>
                <a:gd name="connsiteX20" fmla="*/ 1478620 w 3309412"/>
                <a:gd name="connsiteY20" fmla="*/ 1581150 h 1778000"/>
                <a:gd name="connsiteX21" fmla="*/ 479954 w 3309412"/>
                <a:gd name="connsiteY21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10336 w 3309412"/>
                <a:gd name="connsiteY4" fmla="*/ 1216476 h 1778000"/>
                <a:gd name="connsiteX5" fmla="*/ 1657881 w 3309412"/>
                <a:gd name="connsiteY5" fmla="*/ 0 h 1778000"/>
                <a:gd name="connsiteX6" fmla="*/ 1698791 w 3309412"/>
                <a:gd name="connsiteY6" fmla="*/ 1480546 h 1778000"/>
                <a:gd name="connsiteX7" fmla="*/ 2312462 w 3309412"/>
                <a:gd name="connsiteY7" fmla="*/ 110441 h 1778000"/>
                <a:gd name="connsiteX8" fmla="*/ 1778896 w 3309412"/>
                <a:gd name="connsiteY8" fmla="*/ 1518401 h 1778000"/>
                <a:gd name="connsiteX9" fmla="*/ 2867558 w 3309412"/>
                <a:gd name="connsiteY9" fmla="*/ 496203 h 1778000"/>
                <a:gd name="connsiteX10" fmla="*/ 1830792 w 3309412"/>
                <a:gd name="connsiteY10" fmla="*/ 1584325 h 1778000"/>
                <a:gd name="connsiteX11" fmla="*/ 3242208 w 3309412"/>
                <a:gd name="connsiteY11" fmla="*/ 1053197 h 1778000"/>
                <a:gd name="connsiteX12" fmla="*/ 1858271 w 3309412"/>
                <a:gd name="connsiteY12" fmla="*/ 1662949 h 1778000"/>
                <a:gd name="connsiteX13" fmla="*/ 3309412 w 3309412"/>
                <a:gd name="connsiteY13" fmla="*/ 1699309 h 1778000"/>
                <a:gd name="connsiteX14" fmla="*/ 1943266 w 3309412"/>
                <a:gd name="connsiteY14" fmla="*/ 1742079 h 1778000"/>
                <a:gd name="connsiteX15" fmla="*/ 1657881 w 3309412"/>
                <a:gd name="connsiteY15" fmla="*/ 1778000 h 1778000"/>
                <a:gd name="connsiteX16" fmla="*/ 1499496 w 3309412"/>
                <a:gd name="connsiteY16" fmla="*/ 1761129 h 1778000"/>
                <a:gd name="connsiteX17" fmla="*/ 0 w 3309412"/>
                <a:gd name="connsiteY17" fmla="*/ 1718359 h 1778000"/>
                <a:gd name="connsiteX18" fmla="*/ 1444791 w 3309412"/>
                <a:gd name="connsiteY18" fmla="*/ 1659774 h 1778000"/>
                <a:gd name="connsiteX19" fmla="*/ 137054 w 3309412"/>
                <a:gd name="connsiteY19" fmla="*/ 1078597 h 1778000"/>
                <a:gd name="connsiteX20" fmla="*/ 1478620 w 3309412"/>
                <a:gd name="connsiteY20" fmla="*/ 1581150 h 1778000"/>
                <a:gd name="connsiteX21" fmla="*/ 479954 w 3309412"/>
                <a:gd name="connsiteY21" fmla="*/ 534303 h 1778000"/>
                <a:gd name="connsiteX0" fmla="*/ 479954 w 3309412"/>
                <a:gd name="connsiteY0" fmla="*/ 537148 h 1780845"/>
                <a:gd name="connsiteX1" fmla="*/ 1530516 w 3309412"/>
                <a:gd name="connsiteY1" fmla="*/ 1524421 h 1780845"/>
                <a:gd name="connsiteX2" fmla="*/ 1022350 w 3309412"/>
                <a:gd name="connsiteY2" fmla="*/ 189486 h 1780845"/>
                <a:gd name="connsiteX3" fmla="*/ 1607446 w 3309412"/>
                <a:gd name="connsiteY3" fmla="*/ 1489741 h 1780845"/>
                <a:gd name="connsiteX4" fmla="*/ 1610336 w 3309412"/>
                <a:gd name="connsiteY4" fmla="*/ 1219321 h 1780845"/>
                <a:gd name="connsiteX5" fmla="*/ 1586523 w 3309412"/>
                <a:gd name="connsiteY5" fmla="*/ 1121690 h 1780845"/>
                <a:gd name="connsiteX6" fmla="*/ 1657881 w 3309412"/>
                <a:gd name="connsiteY6" fmla="*/ 2845 h 1780845"/>
                <a:gd name="connsiteX7" fmla="*/ 1698791 w 3309412"/>
                <a:gd name="connsiteY7" fmla="*/ 1483391 h 1780845"/>
                <a:gd name="connsiteX8" fmla="*/ 2312462 w 3309412"/>
                <a:gd name="connsiteY8" fmla="*/ 113286 h 1780845"/>
                <a:gd name="connsiteX9" fmla="*/ 1778896 w 3309412"/>
                <a:gd name="connsiteY9" fmla="*/ 1521246 h 1780845"/>
                <a:gd name="connsiteX10" fmla="*/ 2867558 w 3309412"/>
                <a:gd name="connsiteY10" fmla="*/ 499048 h 1780845"/>
                <a:gd name="connsiteX11" fmla="*/ 1830792 w 3309412"/>
                <a:gd name="connsiteY11" fmla="*/ 1587170 h 1780845"/>
                <a:gd name="connsiteX12" fmla="*/ 3242208 w 3309412"/>
                <a:gd name="connsiteY12" fmla="*/ 1056042 h 1780845"/>
                <a:gd name="connsiteX13" fmla="*/ 1858271 w 3309412"/>
                <a:gd name="connsiteY13" fmla="*/ 1665794 h 1780845"/>
                <a:gd name="connsiteX14" fmla="*/ 3309412 w 3309412"/>
                <a:gd name="connsiteY14" fmla="*/ 1702154 h 1780845"/>
                <a:gd name="connsiteX15" fmla="*/ 1943266 w 3309412"/>
                <a:gd name="connsiteY15" fmla="*/ 1744924 h 1780845"/>
                <a:gd name="connsiteX16" fmla="*/ 1657881 w 3309412"/>
                <a:gd name="connsiteY16" fmla="*/ 1780845 h 1780845"/>
                <a:gd name="connsiteX17" fmla="*/ 1499496 w 3309412"/>
                <a:gd name="connsiteY17" fmla="*/ 1763974 h 1780845"/>
                <a:gd name="connsiteX18" fmla="*/ 0 w 3309412"/>
                <a:gd name="connsiteY18" fmla="*/ 1721204 h 1780845"/>
                <a:gd name="connsiteX19" fmla="*/ 1444791 w 3309412"/>
                <a:gd name="connsiteY19" fmla="*/ 1662619 h 1780845"/>
                <a:gd name="connsiteX20" fmla="*/ 137054 w 3309412"/>
                <a:gd name="connsiteY20" fmla="*/ 1081442 h 1780845"/>
                <a:gd name="connsiteX21" fmla="*/ 1478620 w 3309412"/>
                <a:gd name="connsiteY21" fmla="*/ 1583995 h 1780845"/>
                <a:gd name="connsiteX22" fmla="*/ 479954 w 3309412"/>
                <a:gd name="connsiteY22" fmla="*/ 537148 h 1780845"/>
                <a:gd name="connsiteX0" fmla="*/ 479954 w 3309412"/>
                <a:gd name="connsiteY0" fmla="*/ 537148 h 1780845"/>
                <a:gd name="connsiteX1" fmla="*/ 1530516 w 3309412"/>
                <a:gd name="connsiteY1" fmla="*/ 1524421 h 1780845"/>
                <a:gd name="connsiteX2" fmla="*/ 1022350 w 3309412"/>
                <a:gd name="connsiteY2" fmla="*/ 189486 h 1780845"/>
                <a:gd name="connsiteX3" fmla="*/ 1607446 w 3309412"/>
                <a:gd name="connsiteY3" fmla="*/ 1489741 h 1780845"/>
                <a:gd name="connsiteX4" fmla="*/ 1610336 w 3309412"/>
                <a:gd name="connsiteY4" fmla="*/ 1219321 h 1780845"/>
                <a:gd name="connsiteX5" fmla="*/ 1586523 w 3309412"/>
                <a:gd name="connsiteY5" fmla="*/ 1121690 h 1780845"/>
                <a:gd name="connsiteX6" fmla="*/ 1657881 w 3309412"/>
                <a:gd name="connsiteY6" fmla="*/ 2845 h 1780845"/>
                <a:gd name="connsiteX7" fmla="*/ 1698791 w 3309412"/>
                <a:gd name="connsiteY7" fmla="*/ 1483391 h 1780845"/>
                <a:gd name="connsiteX8" fmla="*/ 2312462 w 3309412"/>
                <a:gd name="connsiteY8" fmla="*/ 113286 h 1780845"/>
                <a:gd name="connsiteX9" fmla="*/ 1778896 w 3309412"/>
                <a:gd name="connsiteY9" fmla="*/ 1521246 h 1780845"/>
                <a:gd name="connsiteX10" fmla="*/ 2867558 w 3309412"/>
                <a:gd name="connsiteY10" fmla="*/ 499048 h 1780845"/>
                <a:gd name="connsiteX11" fmla="*/ 1830792 w 3309412"/>
                <a:gd name="connsiteY11" fmla="*/ 1587170 h 1780845"/>
                <a:gd name="connsiteX12" fmla="*/ 3242208 w 3309412"/>
                <a:gd name="connsiteY12" fmla="*/ 1056042 h 1780845"/>
                <a:gd name="connsiteX13" fmla="*/ 1858271 w 3309412"/>
                <a:gd name="connsiteY13" fmla="*/ 1665794 h 1780845"/>
                <a:gd name="connsiteX14" fmla="*/ 3309412 w 3309412"/>
                <a:gd name="connsiteY14" fmla="*/ 1702154 h 1780845"/>
                <a:gd name="connsiteX15" fmla="*/ 1943266 w 3309412"/>
                <a:gd name="connsiteY15" fmla="*/ 1744924 h 1780845"/>
                <a:gd name="connsiteX16" fmla="*/ 1657881 w 3309412"/>
                <a:gd name="connsiteY16" fmla="*/ 1780845 h 1780845"/>
                <a:gd name="connsiteX17" fmla="*/ 1499496 w 3309412"/>
                <a:gd name="connsiteY17" fmla="*/ 1763974 h 1780845"/>
                <a:gd name="connsiteX18" fmla="*/ 0 w 3309412"/>
                <a:gd name="connsiteY18" fmla="*/ 1721204 h 1780845"/>
                <a:gd name="connsiteX19" fmla="*/ 1444791 w 3309412"/>
                <a:gd name="connsiteY19" fmla="*/ 1662619 h 1780845"/>
                <a:gd name="connsiteX20" fmla="*/ 137054 w 3309412"/>
                <a:gd name="connsiteY20" fmla="*/ 1081442 h 1780845"/>
                <a:gd name="connsiteX21" fmla="*/ 1478620 w 3309412"/>
                <a:gd name="connsiteY21" fmla="*/ 1583995 h 1780845"/>
                <a:gd name="connsiteX22" fmla="*/ 479954 w 3309412"/>
                <a:gd name="connsiteY22" fmla="*/ 537148 h 1780845"/>
                <a:gd name="connsiteX0" fmla="*/ 479954 w 3309412"/>
                <a:gd name="connsiteY0" fmla="*/ 536678 h 1780375"/>
                <a:gd name="connsiteX1" fmla="*/ 1530516 w 3309412"/>
                <a:gd name="connsiteY1" fmla="*/ 1523951 h 1780375"/>
                <a:gd name="connsiteX2" fmla="*/ 1022350 w 3309412"/>
                <a:gd name="connsiteY2" fmla="*/ 189016 h 1780375"/>
                <a:gd name="connsiteX3" fmla="*/ 1607446 w 3309412"/>
                <a:gd name="connsiteY3" fmla="*/ 1489271 h 1780375"/>
                <a:gd name="connsiteX4" fmla="*/ 1610336 w 3309412"/>
                <a:gd name="connsiteY4" fmla="*/ 1218851 h 1780375"/>
                <a:gd name="connsiteX5" fmla="*/ 1586523 w 3309412"/>
                <a:gd name="connsiteY5" fmla="*/ 1121220 h 1780375"/>
                <a:gd name="connsiteX6" fmla="*/ 1657881 w 3309412"/>
                <a:gd name="connsiteY6" fmla="*/ 2375 h 1780375"/>
                <a:gd name="connsiteX7" fmla="*/ 1698791 w 3309412"/>
                <a:gd name="connsiteY7" fmla="*/ 1482921 h 1780375"/>
                <a:gd name="connsiteX8" fmla="*/ 2312462 w 3309412"/>
                <a:gd name="connsiteY8" fmla="*/ 112816 h 1780375"/>
                <a:gd name="connsiteX9" fmla="*/ 1778896 w 3309412"/>
                <a:gd name="connsiteY9" fmla="*/ 1520776 h 1780375"/>
                <a:gd name="connsiteX10" fmla="*/ 2867558 w 3309412"/>
                <a:gd name="connsiteY10" fmla="*/ 498578 h 1780375"/>
                <a:gd name="connsiteX11" fmla="*/ 1830792 w 3309412"/>
                <a:gd name="connsiteY11" fmla="*/ 1586700 h 1780375"/>
                <a:gd name="connsiteX12" fmla="*/ 3242208 w 3309412"/>
                <a:gd name="connsiteY12" fmla="*/ 1055572 h 1780375"/>
                <a:gd name="connsiteX13" fmla="*/ 1858271 w 3309412"/>
                <a:gd name="connsiteY13" fmla="*/ 1665324 h 1780375"/>
                <a:gd name="connsiteX14" fmla="*/ 3309412 w 3309412"/>
                <a:gd name="connsiteY14" fmla="*/ 1701684 h 1780375"/>
                <a:gd name="connsiteX15" fmla="*/ 1943266 w 3309412"/>
                <a:gd name="connsiteY15" fmla="*/ 1744454 h 1780375"/>
                <a:gd name="connsiteX16" fmla="*/ 1657881 w 3309412"/>
                <a:gd name="connsiteY16" fmla="*/ 1780375 h 1780375"/>
                <a:gd name="connsiteX17" fmla="*/ 1499496 w 3309412"/>
                <a:gd name="connsiteY17" fmla="*/ 1763504 h 1780375"/>
                <a:gd name="connsiteX18" fmla="*/ 0 w 3309412"/>
                <a:gd name="connsiteY18" fmla="*/ 1720734 h 1780375"/>
                <a:gd name="connsiteX19" fmla="*/ 1444791 w 3309412"/>
                <a:gd name="connsiteY19" fmla="*/ 1662149 h 1780375"/>
                <a:gd name="connsiteX20" fmla="*/ 137054 w 3309412"/>
                <a:gd name="connsiteY20" fmla="*/ 1080972 h 1780375"/>
                <a:gd name="connsiteX21" fmla="*/ 1478620 w 3309412"/>
                <a:gd name="connsiteY21" fmla="*/ 1583525 h 1780375"/>
                <a:gd name="connsiteX22" fmla="*/ 479954 w 3309412"/>
                <a:gd name="connsiteY22" fmla="*/ 536678 h 1780375"/>
                <a:gd name="connsiteX0" fmla="*/ 479954 w 3309412"/>
                <a:gd name="connsiteY0" fmla="*/ 536714 h 1780411"/>
                <a:gd name="connsiteX1" fmla="*/ 1530516 w 3309412"/>
                <a:gd name="connsiteY1" fmla="*/ 1523987 h 1780411"/>
                <a:gd name="connsiteX2" fmla="*/ 1022350 w 3309412"/>
                <a:gd name="connsiteY2" fmla="*/ 189052 h 1780411"/>
                <a:gd name="connsiteX3" fmla="*/ 1607446 w 3309412"/>
                <a:gd name="connsiteY3" fmla="*/ 1489307 h 1780411"/>
                <a:gd name="connsiteX4" fmla="*/ 1610336 w 3309412"/>
                <a:gd name="connsiteY4" fmla="*/ 1218887 h 1780411"/>
                <a:gd name="connsiteX5" fmla="*/ 1615098 w 3309412"/>
                <a:gd name="connsiteY5" fmla="*/ 1102206 h 1780411"/>
                <a:gd name="connsiteX6" fmla="*/ 1657881 w 3309412"/>
                <a:gd name="connsiteY6" fmla="*/ 2411 h 1780411"/>
                <a:gd name="connsiteX7" fmla="*/ 1698791 w 3309412"/>
                <a:gd name="connsiteY7" fmla="*/ 1482957 h 1780411"/>
                <a:gd name="connsiteX8" fmla="*/ 2312462 w 3309412"/>
                <a:gd name="connsiteY8" fmla="*/ 112852 h 1780411"/>
                <a:gd name="connsiteX9" fmla="*/ 1778896 w 3309412"/>
                <a:gd name="connsiteY9" fmla="*/ 1520812 h 1780411"/>
                <a:gd name="connsiteX10" fmla="*/ 2867558 w 3309412"/>
                <a:gd name="connsiteY10" fmla="*/ 498614 h 1780411"/>
                <a:gd name="connsiteX11" fmla="*/ 1830792 w 3309412"/>
                <a:gd name="connsiteY11" fmla="*/ 1586736 h 1780411"/>
                <a:gd name="connsiteX12" fmla="*/ 3242208 w 3309412"/>
                <a:gd name="connsiteY12" fmla="*/ 1055608 h 1780411"/>
                <a:gd name="connsiteX13" fmla="*/ 1858271 w 3309412"/>
                <a:gd name="connsiteY13" fmla="*/ 1665360 h 1780411"/>
                <a:gd name="connsiteX14" fmla="*/ 3309412 w 3309412"/>
                <a:gd name="connsiteY14" fmla="*/ 1701720 h 1780411"/>
                <a:gd name="connsiteX15" fmla="*/ 1943266 w 3309412"/>
                <a:gd name="connsiteY15" fmla="*/ 1744490 h 1780411"/>
                <a:gd name="connsiteX16" fmla="*/ 1657881 w 3309412"/>
                <a:gd name="connsiteY16" fmla="*/ 1780411 h 1780411"/>
                <a:gd name="connsiteX17" fmla="*/ 1499496 w 3309412"/>
                <a:gd name="connsiteY17" fmla="*/ 1763540 h 1780411"/>
                <a:gd name="connsiteX18" fmla="*/ 0 w 3309412"/>
                <a:gd name="connsiteY18" fmla="*/ 1720770 h 1780411"/>
                <a:gd name="connsiteX19" fmla="*/ 1444791 w 3309412"/>
                <a:gd name="connsiteY19" fmla="*/ 1662185 h 1780411"/>
                <a:gd name="connsiteX20" fmla="*/ 137054 w 3309412"/>
                <a:gd name="connsiteY20" fmla="*/ 1081008 h 1780411"/>
                <a:gd name="connsiteX21" fmla="*/ 1478620 w 3309412"/>
                <a:gd name="connsiteY21" fmla="*/ 1583561 h 1780411"/>
                <a:gd name="connsiteX22" fmla="*/ 479954 w 3309412"/>
                <a:gd name="connsiteY22" fmla="*/ 536714 h 1780411"/>
                <a:gd name="connsiteX0" fmla="*/ 479954 w 3309412"/>
                <a:gd name="connsiteY0" fmla="*/ 536714 h 1780411"/>
                <a:gd name="connsiteX1" fmla="*/ 1530516 w 3309412"/>
                <a:gd name="connsiteY1" fmla="*/ 1523987 h 1780411"/>
                <a:gd name="connsiteX2" fmla="*/ 1022350 w 3309412"/>
                <a:gd name="connsiteY2" fmla="*/ 189052 h 1780411"/>
                <a:gd name="connsiteX3" fmla="*/ 1607446 w 3309412"/>
                <a:gd name="connsiteY3" fmla="*/ 1489307 h 1780411"/>
                <a:gd name="connsiteX4" fmla="*/ 1610336 w 3309412"/>
                <a:gd name="connsiteY4" fmla="*/ 1218887 h 1780411"/>
                <a:gd name="connsiteX5" fmla="*/ 1615098 w 3309412"/>
                <a:gd name="connsiteY5" fmla="*/ 1102206 h 1780411"/>
                <a:gd name="connsiteX6" fmla="*/ 1657881 w 3309412"/>
                <a:gd name="connsiteY6" fmla="*/ 2411 h 1780411"/>
                <a:gd name="connsiteX7" fmla="*/ 1698791 w 3309412"/>
                <a:gd name="connsiteY7" fmla="*/ 1482957 h 1780411"/>
                <a:gd name="connsiteX8" fmla="*/ 2312462 w 3309412"/>
                <a:gd name="connsiteY8" fmla="*/ 112852 h 1780411"/>
                <a:gd name="connsiteX9" fmla="*/ 1778896 w 3309412"/>
                <a:gd name="connsiteY9" fmla="*/ 1520812 h 1780411"/>
                <a:gd name="connsiteX10" fmla="*/ 2867558 w 3309412"/>
                <a:gd name="connsiteY10" fmla="*/ 498614 h 1780411"/>
                <a:gd name="connsiteX11" fmla="*/ 1830792 w 3309412"/>
                <a:gd name="connsiteY11" fmla="*/ 1586736 h 1780411"/>
                <a:gd name="connsiteX12" fmla="*/ 3242208 w 3309412"/>
                <a:gd name="connsiteY12" fmla="*/ 1055608 h 1780411"/>
                <a:gd name="connsiteX13" fmla="*/ 1858271 w 3309412"/>
                <a:gd name="connsiteY13" fmla="*/ 1665360 h 1780411"/>
                <a:gd name="connsiteX14" fmla="*/ 3309412 w 3309412"/>
                <a:gd name="connsiteY14" fmla="*/ 1701720 h 1780411"/>
                <a:gd name="connsiteX15" fmla="*/ 1943266 w 3309412"/>
                <a:gd name="connsiteY15" fmla="*/ 1744490 h 1780411"/>
                <a:gd name="connsiteX16" fmla="*/ 1657881 w 3309412"/>
                <a:gd name="connsiteY16" fmla="*/ 1780411 h 1780411"/>
                <a:gd name="connsiteX17" fmla="*/ 1499496 w 3309412"/>
                <a:gd name="connsiteY17" fmla="*/ 1763540 h 1780411"/>
                <a:gd name="connsiteX18" fmla="*/ 0 w 3309412"/>
                <a:gd name="connsiteY18" fmla="*/ 1720770 h 1780411"/>
                <a:gd name="connsiteX19" fmla="*/ 1444791 w 3309412"/>
                <a:gd name="connsiteY19" fmla="*/ 1662185 h 1780411"/>
                <a:gd name="connsiteX20" fmla="*/ 137054 w 3309412"/>
                <a:gd name="connsiteY20" fmla="*/ 1081008 h 1780411"/>
                <a:gd name="connsiteX21" fmla="*/ 1478620 w 3309412"/>
                <a:gd name="connsiteY21" fmla="*/ 1583561 h 1780411"/>
                <a:gd name="connsiteX22" fmla="*/ 479954 w 3309412"/>
                <a:gd name="connsiteY22" fmla="*/ 536714 h 1780411"/>
                <a:gd name="connsiteX0" fmla="*/ 479954 w 3309412"/>
                <a:gd name="connsiteY0" fmla="*/ 536687 h 1780384"/>
                <a:gd name="connsiteX1" fmla="*/ 1530516 w 3309412"/>
                <a:gd name="connsiteY1" fmla="*/ 1523960 h 1780384"/>
                <a:gd name="connsiteX2" fmla="*/ 1022350 w 3309412"/>
                <a:gd name="connsiteY2" fmla="*/ 189025 h 1780384"/>
                <a:gd name="connsiteX3" fmla="*/ 1607446 w 3309412"/>
                <a:gd name="connsiteY3" fmla="*/ 1489280 h 1780384"/>
                <a:gd name="connsiteX4" fmla="*/ 1610336 w 3309412"/>
                <a:gd name="connsiteY4" fmla="*/ 1218860 h 1780384"/>
                <a:gd name="connsiteX5" fmla="*/ 1615098 w 3309412"/>
                <a:gd name="connsiteY5" fmla="*/ 1102179 h 1780384"/>
                <a:gd name="connsiteX6" fmla="*/ 1657881 w 3309412"/>
                <a:gd name="connsiteY6" fmla="*/ 2384 h 1780384"/>
                <a:gd name="connsiteX7" fmla="*/ 1698791 w 3309412"/>
                <a:gd name="connsiteY7" fmla="*/ 1482930 h 1780384"/>
                <a:gd name="connsiteX8" fmla="*/ 2312462 w 3309412"/>
                <a:gd name="connsiteY8" fmla="*/ 112825 h 1780384"/>
                <a:gd name="connsiteX9" fmla="*/ 1778896 w 3309412"/>
                <a:gd name="connsiteY9" fmla="*/ 1520785 h 1780384"/>
                <a:gd name="connsiteX10" fmla="*/ 2867558 w 3309412"/>
                <a:gd name="connsiteY10" fmla="*/ 498587 h 1780384"/>
                <a:gd name="connsiteX11" fmla="*/ 1830792 w 3309412"/>
                <a:gd name="connsiteY11" fmla="*/ 1586709 h 1780384"/>
                <a:gd name="connsiteX12" fmla="*/ 3242208 w 3309412"/>
                <a:gd name="connsiteY12" fmla="*/ 1055581 h 1780384"/>
                <a:gd name="connsiteX13" fmla="*/ 1858271 w 3309412"/>
                <a:gd name="connsiteY13" fmla="*/ 1665333 h 1780384"/>
                <a:gd name="connsiteX14" fmla="*/ 3309412 w 3309412"/>
                <a:gd name="connsiteY14" fmla="*/ 1701693 h 1780384"/>
                <a:gd name="connsiteX15" fmla="*/ 1943266 w 3309412"/>
                <a:gd name="connsiteY15" fmla="*/ 1744463 h 1780384"/>
                <a:gd name="connsiteX16" fmla="*/ 1657881 w 3309412"/>
                <a:gd name="connsiteY16" fmla="*/ 1780384 h 1780384"/>
                <a:gd name="connsiteX17" fmla="*/ 1499496 w 3309412"/>
                <a:gd name="connsiteY17" fmla="*/ 1763513 h 1780384"/>
                <a:gd name="connsiteX18" fmla="*/ 0 w 3309412"/>
                <a:gd name="connsiteY18" fmla="*/ 1720743 h 1780384"/>
                <a:gd name="connsiteX19" fmla="*/ 1444791 w 3309412"/>
                <a:gd name="connsiteY19" fmla="*/ 1662158 h 1780384"/>
                <a:gd name="connsiteX20" fmla="*/ 137054 w 3309412"/>
                <a:gd name="connsiteY20" fmla="*/ 1080981 h 1780384"/>
                <a:gd name="connsiteX21" fmla="*/ 1478620 w 3309412"/>
                <a:gd name="connsiteY21" fmla="*/ 1583534 h 1780384"/>
                <a:gd name="connsiteX22" fmla="*/ 479954 w 3309412"/>
                <a:gd name="connsiteY22" fmla="*/ 536687 h 1780384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10336 w 3309412"/>
                <a:gd name="connsiteY4" fmla="*/ 1218754 h 1780278"/>
                <a:gd name="connsiteX5" fmla="*/ 1619861 w 3309412"/>
                <a:gd name="connsiteY5" fmla="*/ 1159223 h 1780278"/>
                <a:gd name="connsiteX6" fmla="*/ 1657881 w 3309412"/>
                <a:gd name="connsiteY6" fmla="*/ 2278 h 1780278"/>
                <a:gd name="connsiteX7" fmla="*/ 1698791 w 3309412"/>
                <a:gd name="connsiteY7" fmla="*/ 1482824 h 1780278"/>
                <a:gd name="connsiteX8" fmla="*/ 2312462 w 3309412"/>
                <a:gd name="connsiteY8" fmla="*/ 112719 h 1780278"/>
                <a:gd name="connsiteX9" fmla="*/ 1778896 w 3309412"/>
                <a:gd name="connsiteY9" fmla="*/ 1520679 h 1780278"/>
                <a:gd name="connsiteX10" fmla="*/ 2867558 w 3309412"/>
                <a:gd name="connsiteY10" fmla="*/ 498481 h 1780278"/>
                <a:gd name="connsiteX11" fmla="*/ 1830792 w 3309412"/>
                <a:gd name="connsiteY11" fmla="*/ 1586603 h 1780278"/>
                <a:gd name="connsiteX12" fmla="*/ 3242208 w 3309412"/>
                <a:gd name="connsiteY12" fmla="*/ 1055475 h 1780278"/>
                <a:gd name="connsiteX13" fmla="*/ 1858271 w 3309412"/>
                <a:gd name="connsiteY13" fmla="*/ 1665227 h 1780278"/>
                <a:gd name="connsiteX14" fmla="*/ 3309412 w 3309412"/>
                <a:gd name="connsiteY14" fmla="*/ 1701587 h 1780278"/>
                <a:gd name="connsiteX15" fmla="*/ 1943266 w 3309412"/>
                <a:gd name="connsiteY15" fmla="*/ 1744357 h 1780278"/>
                <a:gd name="connsiteX16" fmla="*/ 1657881 w 3309412"/>
                <a:gd name="connsiteY16" fmla="*/ 1780278 h 1780278"/>
                <a:gd name="connsiteX17" fmla="*/ 1499496 w 3309412"/>
                <a:gd name="connsiteY17" fmla="*/ 1763407 h 1780278"/>
                <a:gd name="connsiteX18" fmla="*/ 0 w 3309412"/>
                <a:gd name="connsiteY18" fmla="*/ 1720637 h 1780278"/>
                <a:gd name="connsiteX19" fmla="*/ 1444791 w 3309412"/>
                <a:gd name="connsiteY19" fmla="*/ 1662052 h 1780278"/>
                <a:gd name="connsiteX20" fmla="*/ 137054 w 3309412"/>
                <a:gd name="connsiteY20" fmla="*/ 1080875 h 1780278"/>
                <a:gd name="connsiteX21" fmla="*/ 1478620 w 3309412"/>
                <a:gd name="connsiteY21" fmla="*/ 1583428 h 1780278"/>
                <a:gd name="connsiteX22" fmla="*/ 479954 w 3309412"/>
                <a:gd name="connsiteY22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619861 w 3309412"/>
                <a:gd name="connsiteY5" fmla="*/ 1159223 h 1780278"/>
                <a:gd name="connsiteX6" fmla="*/ 1657881 w 3309412"/>
                <a:gd name="connsiteY6" fmla="*/ 2278 h 1780278"/>
                <a:gd name="connsiteX7" fmla="*/ 1698791 w 3309412"/>
                <a:gd name="connsiteY7" fmla="*/ 1482824 h 1780278"/>
                <a:gd name="connsiteX8" fmla="*/ 2312462 w 3309412"/>
                <a:gd name="connsiteY8" fmla="*/ 112719 h 1780278"/>
                <a:gd name="connsiteX9" fmla="*/ 1778896 w 3309412"/>
                <a:gd name="connsiteY9" fmla="*/ 1520679 h 1780278"/>
                <a:gd name="connsiteX10" fmla="*/ 2867558 w 3309412"/>
                <a:gd name="connsiteY10" fmla="*/ 498481 h 1780278"/>
                <a:gd name="connsiteX11" fmla="*/ 1830792 w 3309412"/>
                <a:gd name="connsiteY11" fmla="*/ 1586603 h 1780278"/>
                <a:gd name="connsiteX12" fmla="*/ 3242208 w 3309412"/>
                <a:gd name="connsiteY12" fmla="*/ 1055475 h 1780278"/>
                <a:gd name="connsiteX13" fmla="*/ 1858271 w 3309412"/>
                <a:gd name="connsiteY13" fmla="*/ 1665227 h 1780278"/>
                <a:gd name="connsiteX14" fmla="*/ 3309412 w 3309412"/>
                <a:gd name="connsiteY14" fmla="*/ 1701587 h 1780278"/>
                <a:gd name="connsiteX15" fmla="*/ 1943266 w 3309412"/>
                <a:gd name="connsiteY15" fmla="*/ 1744357 h 1780278"/>
                <a:gd name="connsiteX16" fmla="*/ 1657881 w 3309412"/>
                <a:gd name="connsiteY16" fmla="*/ 1780278 h 1780278"/>
                <a:gd name="connsiteX17" fmla="*/ 1499496 w 3309412"/>
                <a:gd name="connsiteY17" fmla="*/ 1763407 h 1780278"/>
                <a:gd name="connsiteX18" fmla="*/ 0 w 3309412"/>
                <a:gd name="connsiteY18" fmla="*/ 1720637 h 1780278"/>
                <a:gd name="connsiteX19" fmla="*/ 1444791 w 3309412"/>
                <a:gd name="connsiteY19" fmla="*/ 1662052 h 1780278"/>
                <a:gd name="connsiteX20" fmla="*/ 137054 w 3309412"/>
                <a:gd name="connsiteY20" fmla="*/ 1080875 h 1780278"/>
                <a:gd name="connsiteX21" fmla="*/ 1478620 w 3309412"/>
                <a:gd name="connsiteY21" fmla="*/ 1583428 h 1780278"/>
                <a:gd name="connsiteX22" fmla="*/ 479954 w 3309412"/>
                <a:gd name="connsiteY22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619861 w 3309412"/>
                <a:gd name="connsiteY5" fmla="*/ 1159223 h 1780278"/>
                <a:gd name="connsiteX6" fmla="*/ 1657881 w 3309412"/>
                <a:gd name="connsiteY6" fmla="*/ 2278 h 1780278"/>
                <a:gd name="connsiteX7" fmla="*/ 1698791 w 3309412"/>
                <a:gd name="connsiteY7" fmla="*/ 1482824 h 1780278"/>
                <a:gd name="connsiteX8" fmla="*/ 2312462 w 3309412"/>
                <a:gd name="connsiteY8" fmla="*/ 112719 h 1780278"/>
                <a:gd name="connsiteX9" fmla="*/ 1778896 w 3309412"/>
                <a:gd name="connsiteY9" fmla="*/ 1520679 h 1780278"/>
                <a:gd name="connsiteX10" fmla="*/ 2867558 w 3309412"/>
                <a:gd name="connsiteY10" fmla="*/ 498481 h 1780278"/>
                <a:gd name="connsiteX11" fmla="*/ 1830792 w 3309412"/>
                <a:gd name="connsiteY11" fmla="*/ 1586603 h 1780278"/>
                <a:gd name="connsiteX12" fmla="*/ 3242208 w 3309412"/>
                <a:gd name="connsiteY12" fmla="*/ 1055475 h 1780278"/>
                <a:gd name="connsiteX13" fmla="*/ 1858271 w 3309412"/>
                <a:gd name="connsiteY13" fmla="*/ 1665227 h 1780278"/>
                <a:gd name="connsiteX14" fmla="*/ 3309412 w 3309412"/>
                <a:gd name="connsiteY14" fmla="*/ 1701587 h 1780278"/>
                <a:gd name="connsiteX15" fmla="*/ 1943266 w 3309412"/>
                <a:gd name="connsiteY15" fmla="*/ 1744357 h 1780278"/>
                <a:gd name="connsiteX16" fmla="*/ 1657881 w 3309412"/>
                <a:gd name="connsiteY16" fmla="*/ 1780278 h 1780278"/>
                <a:gd name="connsiteX17" fmla="*/ 1499496 w 3309412"/>
                <a:gd name="connsiteY17" fmla="*/ 1763407 h 1780278"/>
                <a:gd name="connsiteX18" fmla="*/ 0 w 3309412"/>
                <a:gd name="connsiteY18" fmla="*/ 1720637 h 1780278"/>
                <a:gd name="connsiteX19" fmla="*/ 1444791 w 3309412"/>
                <a:gd name="connsiteY19" fmla="*/ 1662052 h 1780278"/>
                <a:gd name="connsiteX20" fmla="*/ 137054 w 3309412"/>
                <a:gd name="connsiteY20" fmla="*/ 1080875 h 1780278"/>
                <a:gd name="connsiteX21" fmla="*/ 1478620 w 3309412"/>
                <a:gd name="connsiteY21" fmla="*/ 1583428 h 1780278"/>
                <a:gd name="connsiteX22" fmla="*/ 479954 w 3309412"/>
                <a:gd name="connsiteY22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41280 w 3309412"/>
                <a:gd name="connsiteY5" fmla="*/ 1230660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29374 w 3309412"/>
                <a:gd name="connsiteY5" fmla="*/ 1211610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6518 w 3309412"/>
                <a:gd name="connsiteY5" fmla="*/ 980629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17468 w 3309412"/>
                <a:gd name="connsiteY5" fmla="*/ 102587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17468 w 3309412"/>
                <a:gd name="connsiteY5" fmla="*/ 102587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17468 w 3309412"/>
                <a:gd name="connsiteY5" fmla="*/ 102587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17468 w 3309412"/>
                <a:gd name="connsiteY5" fmla="*/ 102587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22230 w 3309412"/>
                <a:gd name="connsiteY5" fmla="*/ 1256855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209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209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3680 w 3309412"/>
                <a:gd name="connsiteY8" fmla="*/ 1252091 h 1780278"/>
                <a:gd name="connsiteX9" fmla="*/ 1698791 w 3309412"/>
                <a:gd name="connsiteY9" fmla="*/ 1482824 h 1780278"/>
                <a:gd name="connsiteX10" fmla="*/ 2312462 w 3309412"/>
                <a:gd name="connsiteY10" fmla="*/ 112719 h 1780278"/>
                <a:gd name="connsiteX11" fmla="*/ 1778896 w 3309412"/>
                <a:gd name="connsiteY11" fmla="*/ 1520679 h 1780278"/>
                <a:gd name="connsiteX12" fmla="*/ 2867558 w 3309412"/>
                <a:gd name="connsiteY12" fmla="*/ 498481 h 1780278"/>
                <a:gd name="connsiteX13" fmla="*/ 1830792 w 3309412"/>
                <a:gd name="connsiteY13" fmla="*/ 1586603 h 1780278"/>
                <a:gd name="connsiteX14" fmla="*/ 3242208 w 3309412"/>
                <a:gd name="connsiteY14" fmla="*/ 1055475 h 1780278"/>
                <a:gd name="connsiteX15" fmla="*/ 1858271 w 3309412"/>
                <a:gd name="connsiteY15" fmla="*/ 1665227 h 1780278"/>
                <a:gd name="connsiteX16" fmla="*/ 3309412 w 3309412"/>
                <a:gd name="connsiteY16" fmla="*/ 1701587 h 1780278"/>
                <a:gd name="connsiteX17" fmla="*/ 1943266 w 3309412"/>
                <a:gd name="connsiteY17" fmla="*/ 1744357 h 1780278"/>
                <a:gd name="connsiteX18" fmla="*/ 1657881 w 3309412"/>
                <a:gd name="connsiteY18" fmla="*/ 1780278 h 1780278"/>
                <a:gd name="connsiteX19" fmla="*/ 1499496 w 3309412"/>
                <a:gd name="connsiteY19" fmla="*/ 1763407 h 1780278"/>
                <a:gd name="connsiteX20" fmla="*/ 0 w 3309412"/>
                <a:gd name="connsiteY20" fmla="*/ 1720637 h 1780278"/>
                <a:gd name="connsiteX21" fmla="*/ 1444791 w 3309412"/>
                <a:gd name="connsiteY21" fmla="*/ 1662052 h 1780278"/>
                <a:gd name="connsiteX22" fmla="*/ 137054 w 3309412"/>
                <a:gd name="connsiteY22" fmla="*/ 1080875 h 1780278"/>
                <a:gd name="connsiteX23" fmla="*/ 1478620 w 3309412"/>
                <a:gd name="connsiteY23" fmla="*/ 1583428 h 1780278"/>
                <a:gd name="connsiteX24" fmla="*/ 479954 w 3309412"/>
                <a:gd name="connsiteY24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693680 w 3309412"/>
                <a:gd name="connsiteY9" fmla="*/ 1252091 h 1780278"/>
                <a:gd name="connsiteX10" fmla="*/ 1698791 w 3309412"/>
                <a:gd name="connsiteY10" fmla="*/ 1482824 h 1780278"/>
                <a:gd name="connsiteX11" fmla="*/ 2312462 w 3309412"/>
                <a:gd name="connsiteY11" fmla="*/ 112719 h 1780278"/>
                <a:gd name="connsiteX12" fmla="*/ 1778896 w 3309412"/>
                <a:gd name="connsiteY12" fmla="*/ 1520679 h 1780278"/>
                <a:gd name="connsiteX13" fmla="*/ 2867558 w 3309412"/>
                <a:gd name="connsiteY13" fmla="*/ 498481 h 1780278"/>
                <a:gd name="connsiteX14" fmla="*/ 1830792 w 3309412"/>
                <a:gd name="connsiteY14" fmla="*/ 1586603 h 1780278"/>
                <a:gd name="connsiteX15" fmla="*/ 3242208 w 3309412"/>
                <a:gd name="connsiteY15" fmla="*/ 1055475 h 1780278"/>
                <a:gd name="connsiteX16" fmla="*/ 1858271 w 3309412"/>
                <a:gd name="connsiteY16" fmla="*/ 1665227 h 1780278"/>
                <a:gd name="connsiteX17" fmla="*/ 3309412 w 3309412"/>
                <a:gd name="connsiteY17" fmla="*/ 1701587 h 1780278"/>
                <a:gd name="connsiteX18" fmla="*/ 1943266 w 3309412"/>
                <a:gd name="connsiteY18" fmla="*/ 1744357 h 1780278"/>
                <a:gd name="connsiteX19" fmla="*/ 1657881 w 3309412"/>
                <a:gd name="connsiteY19" fmla="*/ 1780278 h 1780278"/>
                <a:gd name="connsiteX20" fmla="*/ 1499496 w 3309412"/>
                <a:gd name="connsiteY20" fmla="*/ 1763407 h 1780278"/>
                <a:gd name="connsiteX21" fmla="*/ 0 w 3309412"/>
                <a:gd name="connsiteY21" fmla="*/ 1720637 h 1780278"/>
                <a:gd name="connsiteX22" fmla="*/ 1444791 w 3309412"/>
                <a:gd name="connsiteY22" fmla="*/ 1662052 h 1780278"/>
                <a:gd name="connsiteX23" fmla="*/ 137054 w 3309412"/>
                <a:gd name="connsiteY23" fmla="*/ 1080875 h 1780278"/>
                <a:gd name="connsiteX24" fmla="*/ 1478620 w 3309412"/>
                <a:gd name="connsiteY24" fmla="*/ 1583428 h 1780278"/>
                <a:gd name="connsiteX25" fmla="*/ 479954 w 3309412"/>
                <a:gd name="connsiteY25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693680 w 3309412"/>
                <a:gd name="connsiteY9" fmla="*/ 1252091 h 1780278"/>
                <a:gd name="connsiteX10" fmla="*/ 1698791 w 3309412"/>
                <a:gd name="connsiteY10" fmla="*/ 1482824 h 1780278"/>
                <a:gd name="connsiteX11" fmla="*/ 2312462 w 3309412"/>
                <a:gd name="connsiteY11" fmla="*/ 112719 h 1780278"/>
                <a:gd name="connsiteX12" fmla="*/ 1778896 w 3309412"/>
                <a:gd name="connsiteY12" fmla="*/ 1520679 h 1780278"/>
                <a:gd name="connsiteX13" fmla="*/ 2867558 w 3309412"/>
                <a:gd name="connsiteY13" fmla="*/ 498481 h 1780278"/>
                <a:gd name="connsiteX14" fmla="*/ 1830792 w 3309412"/>
                <a:gd name="connsiteY14" fmla="*/ 1586603 h 1780278"/>
                <a:gd name="connsiteX15" fmla="*/ 3242208 w 3309412"/>
                <a:gd name="connsiteY15" fmla="*/ 1055475 h 1780278"/>
                <a:gd name="connsiteX16" fmla="*/ 1858271 w 3309412"/>
                <a:gd name="connsiteY16" fmla="*/ 1665227 h 1780278"/>
                <a:gd name="connsiteX17" fmla="*/ 3309412 w 3309412"/>
                <a:gd name="connsiteY17" fmla="*/ 1701587 h 1780278"/>
                <a:gd name="connsiteX18" fmla="*/ 1943266 w 3309412"/>
                <a:gd name="connsiteY18" fmla="*/ 1744357 h 1780278"/>
                <a:gd name="connsiteX19" fmla="*/ 1657881 w 3309412"/>
                <a:gd name="connsiteY19" fmla="*/ 1780278 h 1780278"/>
                <a:gd name="connsiteX20" fmla="*/ 1499496 w 3309412"/>
                <a:gd name="connsiteY20" fmla="*/ 1763407 h 1780278"/>
                <a:gd name="connsiteX21" fmla="*/ 0 w 3309412"/>
                <a:gd name="connsiteY21" fmla="*/ 1720637 h 1780278"/>
                <a:gd name="connsiteX22" fmla="*/ 1444791 w 3309412"/>
                <a:gd name="connsiteY22" fmla="*/ 1662052 h 1780278"/>
                <a:gd name="connsiteX23" fmla="*/ 137054 w 3309412"/>
                <a:gd name="connsiteY23" fmla="*/ 1080875 h 1780278"/>
                <a:gd name="connsiteX24" fmla="*/ 1478620 w 3309412"/>
                <a:gd name="connsiteY24" fmla="*/ 1583428 h 1780278"/>
                <a:gd name="connsiteX25" fmla="*/ 479954 w 3309412"/>
                <a:gd name="connsiteY25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693680 w 3309412"/>
                <a:gd name="connsiteY9" fmla="*/ 1252091 h 1780278"/>
                <a:gd name="connsiteX10" fmla="*/ 1698791 w 3309412"/>
                <a:gd name="connsiteY10" fmla="*/ 1482824 h 1780278"/>
                <a:gd name="connsiteX11" fmla="*/ 2312462 w 3309412"/>
                <a:gd name="connsiteY11" fmla="*/ 112719 h 1780278"/>
                <a:gd name="connsiteX12" fmla="*/ 1778896 w 3309412"/>
                <a:gd name="connsiteY12" fmla="*/ 1520679 h 1780278"/>
                <a:gd name="connsiteX13" fmla="*/ 2867558 w 3309412"/>
                <a:gd name="connsiteY13" fmla="*/ 498481 h 1780278"/>
                <a:gd name="connsiteX14" fmla="*/ 1830792 w 3309412"/>
                <a:gd name="connsiteY14" fmla="*/ 1586603 h 1780278"/>
                <a:gd name="connsiteX15" fmla="*/ 3242208 w 3309412"/>
                <a:gd name="connsiteY15" fmla="*/ 1055475 h 1780278"/>
                <a:gd name="connsiteX16" fmla="*/ 1858271 w 3309412"/>
                <a:gd name="connsiteY16" fmla="*/ 1665227 h 1780278"/>
                <a:gd name="connsiteX17" fmla="*/ 3309412 w 3309412"/>
                <a:gd name="connsiteY17" fmla="*/ 1701587 h 1780278"/>
                <a:gd name="connsiteX18" fmla="*/ 1943266 w 3309412"/>
                <a:gd name="connsiteY18" fmla="*/ 1744357 h 1780278"/>
                <a:gd name="connsiteX19" fmla="*/ 1657881 w 3309412"/>
                <a:gd name="connsiteY19" fmla="*/ 1780278 h 1780278"/>
                <a:gd name="connsiteX20" fmla="*/ 1499496 w 3309412"/>
                <a:gd name="connsiteY20" fmla="*/ 1763407 h 1780278"/>
                <a:gd name="connsiteX21" fmla="*/ 0 w 3309412"/>
                <a:gd name="connsiteY21" fmla="*/ 1720637 h 1780278"/>
                <a:gd name="connsiteX22" fmla="*/ 1444791 w 3309412"/>
                <a:gd name="connsiteY22" fmla="*/ 1662052 h 1780278"/>
                <a:gd name="connsiteX23" fmla="*/ 137054 w 3309412"/>
                <a:gd name="connsiteY23" fmla="*/ 1080875 h 1780278"/>
                <a:gd name="connsiteX24" fmla="*/ 1478620 w 3309412"/>
                <a:gd name="connsiteY24" fmla="*/ 1583428 h 1780278"/>
                <a:gd name="connsiteX25" fmla="*/ 479954 w 3309412"/>
                <a:gd name="connsiteY25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693680 w 3309412"/>
                <a:gd name="connsiteY9" fmla="*/ 1252091 h 1780278"/>
                <a:gd name="connsiteX10" fmla="*/ 1698791 w 3309412"/>
                <a:gd name="connsiteY10" fmla="*/ 1482824 h 1780278"/>
                <a:gd name="connsiteX11" fmla="*/ 2312462 w 3309412"/>
                <a:gd name="connsiteY11" fmla="*/ 112719 h 1780278"/>
                <a:gd name="connsiteX12" fmla="*/ 1778896 w 3309412"/>
                <a:gd name="connsiteY12" fmla="*/ 1520679 h 1780278"/>
                <a:gd name="connsiteX13" fmla="*/ 2867558 w 3309412"/>
                <a:gd name="connsiteY13" fmla="*/ 498481 h 1780278"/>
                <a:gd name="connsiteX14" fmla="*/ 1830792 w 3309412"/>
                <a:gd name="connsiteY14" fmla="*/ 1586603 h 1780278"/>
                <a:gd name="connsiteX15" fmla="*/ 3242208 w 3309412"/>
                <a:gd name="connsiteY15" fmla="*/ 1055475 h 1780278"/>
                <a:gd name="connsiteX16" fmla="*/ 1858271 w 3309412"/>
                <a:gd name="connsiteY16" fmla="*/ 1665227 h 1780278"/>
                <a:gd name="connsiteX17" fmla="*/ 3309412 w 3309412"/>
                <a:gd name="connsiteY17" fmla="*/ 1701587 h 1780278"/>
                <a:gd name="connsiteX18" fmla="*/ 1943266 w 3309412"/>
                <a:gd name="connsiteY18" fmla="*/ 1744357 h 1780278"/>
                <a:gd name="connsiteX19" fmla="*/ 1657881 w 3309412"/>
                <a:gd name="connsiteY19" fmla="*/ 1780278 h 1780278"/>
                <a:gd name="connsiteX20" fmla="*/ 1499496 w 3309412"/>
                <a:gd name="connsiteY20" fmla="*/ 1763407 h 1780278"/>
                <a:gd name="connsiteX21" fmla="*/ 0 w 3309412"/>
                <a:gd name="connsiteY21" fmla="*/ 1720637 h 1780278"/>
                <a:gd name="connsiteX22" fmla="*/ 1444791 w 3309412"/>
                <a:gd name="connsiteY22" fmla="*/ 1662052 h 1780278"/>
                <a:gd name="connsiteX23" fmla="*/ 137054 w 3309412"/>
                <a:gd name="connsiteY23" fmla="*/ 1080875 h 1780278"/>
                <a:gd name="connsiteX24" fmla="*/ 1478620 w 3309412"/>
                <a:gd name="connsiteY24" fmla="*/ 1583428 h 1780278"/>
                <a:gd name="connsiteX25" fmla="*/ 479954 w 3309412"/>
                <a:gd name="connsiteY25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693680 w 3309412"/>
                <a:gd name="connsiteY9" fmla="*/ 1252091 h 1780278"/>
                <a:gd name="connsiteX10" fmla="*/ 1698791 w 3309412"/>
                <a:gd name="connsiteY10" fmla="*/ 1482824 h 1780278"/>
                <a:gd name="connsiteX11" fmla="*/ 2312462 w 3309412"/>
                <a:gd name="connsiteY11" fmla="*/ 112719 h 1780278"/>
                <a:gd name="connsiteX12" fmla="*/ 1778896 w 3309412"/>
                <a:gd name="connsiteY12" fmla="*/ 1520679 h 1780278"/>
                <a:gd name="connsiteX13" fmla="*/ 2867558 w 3309412"/>
                <a:gd name="connsiteY13" fmla="*/ 498481 h 1780278"/>
                <a:gd name="connsiteX14" fmla="*/ 1830792 w 3309412"/>
                <a:gd name="connsiteY14" fmla="*/ 1586603 h 1780278"/>
                <a:gd name="connsiteX15" fmla="*/ 3242208 w 3309412"/>
                <a:gd name="connsiteY15" fmla="*/ 1055475 h 1780278"/>
                <a:gd name="connsiteX16" fmla="*/ 1858271 w 3309412"/>
                <a:gd name="connsiteY16" fmla="*/ 1665227 h 1780278"/>
                <a:gd name="connsiteX17" fmla="*/ 3309412 w 3309412"/>
                <a:gd name="connsiteY17" fmla="*/ 1701587 h 1780278"/>
                <a:gd name="connsiteX18" fmla="*/ 1943266 w 3309412"/>
                <a:gd name="connsiteY18" fmla="*/ 1744357 h 1780278"/>
                <a:gd name="connsiteX19" fmla="*/ 1657881 w 3309412"/>
                <a:gd name="connsiteY19" fmla="*/ 1780278 h 1780278"/>
                <a:gd name="connsiteX20" fmla="*/ 1499496 w 3309412"/>
                <a:gd name="connsiteY20" fmla="*/ 1763407 h 1780278"/>
                <a:gd name="connsiteX21" fmla="*/ 0 w 3309412"/>
                <a:gd name="connsiteY21" fmla="*/ 1720637 h 1780278"/>
                <a:gd name="connsiteX22" fmla="*/ 1444791 w 3309412"/>
                <a:gd name="connsiteY22" fmla="*/ 1662052 h 1780278"/>
                <a:gd name="connsiteX23" fmla="*/ 137054 w 3309412"/>
                <a:gd name="connsiteY23" fmla="*/ 1080875 h 1780278"/>
                <a:gd name="connsiteX24" fmla="*/ 1478620 w 3309412"/>
                <a:gd name="connsiteY24" fmla="*/ 1583428 h 1780278"/>
                <a:gd name="connsiteX25" fmla="*/ 479954 w 3309412"/>
                <a:gd name="connsiteY25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49698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56841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49697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53211 w 3309412"/>
                <a:gd name="connsiteY9" fmla="*/ 1218754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74642 w 3309412"/>
                <a:gd name="connsiteY9" fmla="*/ 1254473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74642 w 3309412"/>
                <a:gd name="connsiteY9" fmla="*/ 1254473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74642 w 3309412"/>
                <a:gd name="connsiteY9" fmla="*/ 1254473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74642 w 3309412"/>
                <a:gd name="connsiteY9" fmla="*/ 1254473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74642 w 3309412"/>
                <a:gd name="connsiteY9" fmla="*/ 1254473 h 1780278"/>
                <a:gd name="connsiteX10" fmla="*/ 1693680 w 3309412"/>
                <a:gd name="connsiteY10" fmla="*/ 1261616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309412" h="1780278">
                  <a:moveTo>
                    <a:pt x="479954" y="536581"/>
                  </a:moveTo>
                  <a:lnTo>
                    <a:pt x="1530516" y="1523854"/>
                  </a:lnTo>
                  <a:lnTo>
                    <a:pt x="1022350" y="188919"/>
                  </a:lnTo>
                  <a:lnTo>
                    <a:pt x="1607446" y="1489174"/>
                  </a:lnTo>
                  <a:cubicBezTo>
                    <a:pt x="1609203" y="1385540"/>
                    <a:pt x="1613341" y="1253332"/>
                    <a:pt x="1603192" y="1263998"/>
                  </a:cubicBezTo>
                  <a:cubicBezTo>
                    <a:pt x="1613199" y="1259807"/>
                    <a:pt x="1531358" y="1257648"/>
                    <a:pt x="1534136" y="1254474"/>
                  </a:cubicBezTo>
                  <a:cubicBezTo>
                    <a:pt x="1534532" y="1248919"/>
                    <a:pt x="1619081" y="1155197"/>
                    <a:pt x="1619861" y="1159223"/>
                  </a:cubicBezTo>
                  <a:cubicBezTo>
                    <a:pt x="1620641" y="1175551"/>
                    <a:pt x="1644329" y="-59990"/>
                    <a:pt x="1657881" y="2278"/>
                  </a:cubicBezTo>
                  <a:cubicBezTo>
                    <a:pt x="1669787" y="-2882"/>
                    <a:pt x="1687714" y="1172376"/>
                    <a:pt x="1686536" y="1166366"/>
                  </a:cubicBezTo>
                  <a:cubicBezTo>
                    <a:pt x="1689723" y="1176628"/>
                    <a:pt x="1773451" y="1252886"/>
                    <a:pt x="1774642" y="1254473"/>
                  </a:cubicBezTo>
                  <a:cubicBezTo>
                    <a:pt x="1773451" y="1260822"/>
                    <a:pt x="1697193" y="1268007"/>
                    <a:pt x="1693680" y="1261616"/>
                  </a:cubicBezTo>
                  <a:cubicBezTo>
                    <a:pt x="1690621" y="1264708"/>
                    <a:pt x="1697087" y="1405913"/>
                    <a:pt x="1698791" y="1482824"/>
                  </a:cubicBezTo>
                  <a:lnTo>
                    <a:pt x="2312462" y="112719"/>
                  </a:lnTo>
                  <a:lnTo>
                    <a:pt x="1778896" y="1520679"/>
                  </a:lnTo>
                  <a:lnTo>
                    <a:pt x="2867558" y="498481"/>
                  </a:lnTo>
                  <a:lnTo>
                    <a:pt x="1830792" y="1586603"/>
                  </a:lnTo>
                  <a:lnTo>
                    <a:pt x="3242208" y="1055475"/>
                  </a:lnTo>
                  <a:lnTo>
                    <a:pt x="1858271" y="1665227"/>
                  </a:lnTo>
                  <a:lnTo>
                    <a:pt x="3309412" y="1701587"/>
                  </a:lnTo>
                  <a:lnTo>
                    <a:pt x="1943266" y="1744357"/>
                  </a:lnTo>
                  <a:lnTo>
                    <a:pt x="1657881" y="1780278"/>
                  </a:lnTo>
                  <a:lnTo>
                    <a:pt x="1499496" y="1763407"/>
                  </a:lnTo>
                  <a:lnTo>
                    <a:pt x="0" y="1720637"/>
                  </a:lnTo>
                  <a:lnTo>
                    <a:pt x="1444791" y="1662052"/>
                  </a:lnTo>
                  <a:lnTo>
                    <a:pt x="137054" y="1080875"/>
                  </a:lnTo>
                  <a:lnTo>
                    <a:pt x="1478620" y="1583428"/>
                  </a:lnTo>
                  <a:lnTo>
                    <a:pt x="479954" y="536581"/>
                  </a:lnTo>
                  <a:close/>
                </a:path>
              </a:pathLst>
            </a:custGeom>
            <a:grpFill/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solidFill>
                  <a:schemeClr val="bg1"/>
                </a:solidFill>
              </a:endParaRP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A565C945-5C3F-6B2D-D4DD-743459A127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43814" y="2143126"/>
              <a:ext cx="501650" cy="490538"/>
            </a:xfrm>
            <a:prstGeom prst="ellips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bg1"/>
                </a:solidFill>
              </a:endParaRPr>
            </a:p>
          </p:txBody>
        </p:sp>
        <p:sp>
          <p:nvSpPr>
            <p:cNvPr id="22" name="Diagrama de flujo: retraso 21">
              <a:extLst>
                <a:ext uri="{FF2B5EF4-FFF2-40B4-BE49-F238E27FC236}">
                  <a16:creationId xmlns:a16="http://schemas.microsoft.com/office/drawing/2014/main" id="{E2228244-E211-AD9B-82A4-AD24B468FA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899758" y="2868670"/>
              <a:ext cx="2597671" cy="2150290"/>
            </a:xfrm>
            <a:custGeom>
              <a:avLst/>
              <a:gdLst>
                <a:gd name="connsiteX0" fmla="*/ 0 w 2597581"/>
                <a:gd name="connsiteY0" fmla="*/ 0 h 2138037"/>
                <a:gd name="connsiteX1" fmla="*/ 1298791 w 2597581"/>
                <a:gd name="connsiteY1" fmla="*/ 0 h 2138037"/>
                <a:gd name="connsiteX2" fmla="*/ 2597582 w 2597581"/>
                <a:gd name="connsiteY2" fmla="*/ 1069019 h 2138037"/>
                <a:gd name="connsiteX3" fmla="*/ 1298791 w 2597581"/>
                <a:gd name="connsiteY3" fmla="*/ 2138038 h 2138037"/>
                <a:gd name="connsiteX4" fmla="*/ 0 w 2597581"/>
                <a:gd name="connsiteY4" fmla="*/ 2138037 h 2138037"/>
                <a:gd name="connsiteX5" fmla="*/ 0 w 2597581"/>
                <a:gd name="connsiteY5" fmla="*/ 0 h 2138037"/>
                <a:gd name="connsiteX0" fmla="*/ 0 w 2601103"/>
                <a:gd name="connsiteY0" fmla="*/ 4762 h 2142800"/>
                <a:gd name="connsiteX1" fmla="*/ 1560729 w 2601103"/>
                <a:gd name="connsiteY1" fmla="*/ 0 h 2142800"/>
                <a:gd name="connsiteX2" fmla="*/ 2597582 w 2601103"/>
                <a:gd name="connsiteY2" fmla="*/ 1073781 h 2142800"/>
                <a:gd name="connsiteX3" fmla="*/ 1298791 w 2601103"/>
                <a:gd name="connsiteY3" fmla="*/ 2142800 h 2142800"/>
                <a:gd name="connsiteX4" fmla="*/ 0 w 2601103"/>
                <a:gd name="connsiteY4" fmla="*/ 2142799 h 2142800"/>
                <a:gd name="connsiteX5" fmla="*/ 0 w 2601103"/>
                <a:gd name="connsiteY5" fmla="*/ 4762 h 2142800"/>
                <a:gd name="connsiteX0" fmla="*/ 0 w 2597638"/>
                <a:gd name="connsiteY0" fmla="*/ 4762 h 2161850"/>
                <a:gd name="connsiteX1" fmla="*/ 1560729 w 2597638"/>
                <a:gd name="connsiteY1" fmla="*/ 0 h 2161850"/>
                <a:gd name="connsiteX2" fmla="*/ 2597582 w 2597638"/>
                <a:gd name="connsiteY2" fmla="*/ 1073781 h 2161850"/>
                <a:gd name="connsiteX3" fmla="*/ 1589307 w 2597638"/>
                <a:gd name="connsiteY3" fmla="*/ 2161850 h 2161850"/>
                <a:gd name="connsiteX4" fmla="*/ 0 w 2597638"/>
                <a:gd name="connsiteY4" fmla="*/ 2142799 h 2161850"/>
                <a:gd name="connsiteX5" fmla="*/ 0 w 2597638"/>
                <a:gd name="connsiteY5" fmla="*/ 4762 h 2161850"/>
                <a:gd name="connsiteX0" fmla="*/ 0 w 2597620"/>
                <a:gd name="connsiteY0" fmla="*/ 4762 h 2142799"/>
                <a:gd name="connsiteX1" fmla="*/ 1560729 w 2597620"/>
                <a:gd name="connsiteY1" fmla="*/ 0 h 2142799"/>
                <a:gd name="connsiteX2" fmla="*/ 2597582 w 2597620"/>
                <a:gd name="connsiteY2" fmla="*/ 1073781 h 2142799"/>
                <a:gd name="connsiteX3" fmla="*/ 1584545 w 2597620"/>
                <a:gd name="connsiteY3" fmla="*/ 2138037 h 2142799"/>
                <a:gd name="connsiteX4" fmla="*/ 0 w 2597620"/>
                <a:gd name="connsiteY4" fmla="*/ 2142799 h 2142799"/>
                <a:gd name="connsiteX5" fmla="*/ 0 w 2597620"/>
                <a:gd name="connsiteY5" fmla="*/ 4762 h 2142799"/>
                <a:gd name="connsiteX0" fmla="*/ 0 w 2597620"/>
                <a:gd name="connsiteY0" fmla="*/ 4762 h 2148194"/>
                <a:gd name="connsiteX1" fmla="*/ 1560729 w 2597620"/>
                <a:gd name="connsiteY1" fmla="*/ 0 h 2148194"/>
                <a:gd name="connsiteX2" fmla="*/ 2597582 w 2597620"/>
                <a:gd name="connsiteY2" fmla="*/ 1073781 h 2148194"/>
                <a:gd name="connsiteX3" fmla="*/ 1584545 w 2597620"/>
                <a:gd name="connsiteY3" fmla="*/ 2138037 h 2148194"/>
                <a:gd name="connsiteX4" fmla="*/ 0 w 2597620"/>
                <a:gd name="connsiteY4" fmla="*/ 2142799 h 2148194"/>
                <a:gd name="connsiteX5" fmla="*/ 0 w 2597620"/>
                <a:gd name="connsiteY5" fmla="*/ 4762 h 2148194"/>
                <a:gd name="connsiteX0" fmla="*/ 0 w 2597659"/>
                <a:gd name="connsiteY0" fmla="*/ 4762 h 2148194"/>
                <a:gd name="connsiteX1" fmla="*/ 1560729 w 2597659"/>
                <a:gd name="connsiteY1" fmla="*/ 0 h 2148194"/>
                <a:gd name="connsiteX2" fmla="*/ 2597582 w 2597659"/>
                <a:gd name="connsiteY2" fmla="*/ 1073781 h 2148194"/>
                <a:gd name="connsiteX3" fmla="*/ 1594070 w 2597659"/>
                <a:gd name="connsiteY3" fmla="*/ 2138037 h 2148194"/>
                <a:gd name="connsiteX4" fmla="*/ 0 w 2597659"/>
                <a:gd name="connsiteY4" fmla="*/ 2142799 h 2148194"/>
                <a:gd name="connsiteX5" fmla="*/ 0 w 2597659"/>
                <a:gd name="connsiteY5" fmla="*/ 4762 h 2148194"/>
                <a:gd name="connsiteX0" fmla="*/ 0 w 2597659"/>
                <a:gd name="connsiteY0" fmla="*/ 4762 h 2142799"/>
                <a:gd name="connsiteX1" fmla="*/ 1560729 w 2597659"/>
                <a:gd name="connsiteY1" fmla="*/ 0 h 2142799"/>
                <a:gd name="connsiteX2" fmla="*/ 2597582 w 2597659"/>
                <a:gd name="connsiteY2" fmla="*/ 1073781 h 2142799"/>
                <a:gd name="connsiteX3" fmla="*/ 1594070 w 2597659"/>
                <a:gd name="connsiteY3" fmla="*/ 2138037 h 2142799"/>
                <a:gd name="connsiteX4" fmla="*/ 0 w 2597659"/>
                <a:gd name="connsiteY4" fmla="*/ 2142799 h 2142799"/>
                <a:gd name="connsiteX5" fmla="*/ 0 w 2597659"/>
                <a:gd name="connsiteY5" fmla="*/ 4762 h 2142799"/>
                <a:gd name="connsiteX0" fmla="*/ 0 w 2597659"/>
                <a:gd name="connsiteY0" fmla="*/ 4762 h 2150290"/>
                <a:gd name="connsiteX1" fmla="*/ 1560729 w 2597659"/>
                <a:gd name="connsiteY1" fmla="*/ 0 h 2150290"/>
                <a:gd name="connsiteX2" fmla="*/ 2597582 w 2597659"/>
                <a:gd name="connsiteY2" fmla="*/ 1073781 h 2150290"/>
                <a:gd name="connsiteX3" fmla="*/ 1594070 w 2597659"/>
                <a:gd name="connsiteY3" fmla="*/ 2138037 h 2150290"/>
                <a:gd name="connsiteX4" fmla="*/ 0 w 2597659"/>
                <a:gd name="connsiteY4" fmla="*/ 2142799 h 2150290"/>
                <a:gd name="connsiteX5" fmla="*/ 0 w 2597659"/>
                <a:gd name="connsiteY5" fmla="*/ 4762 h 2150290"/>
                <a:gd name="connsiteX0" fmla="*/ 0 w 2597671"/>
                <a:gd name="connsiteY0" fmla="*/ 4762 h 2150290"/>
                <a:gd name="connsiteX1" fmla="*/ 1560729 w 2597671"/>
                <a:gd name="connsiteY1" fmla="*/ 0 h 2150290"/>
                <a:gd name="connsiteX2" fmla="*/ 2597582 w 2597671"/>
                <a:gd name="connsiteY2" fmla="*/ 1073781 h 2150290"/>
                <a:gd name="connsiteX3" fmla="*/ 1594070 w 2597671"/>
                <a:gd name="connsiteY3" fmla="*/ 2138037 h 2150290"/>
                <a:gd name="connsiteX4" fmla="*/ 0 w 2597671"/>
                <a:gd name="connsiteY4" fmla="*/ 2142799 h 2150290"/>
                <a:gd name="connsiteX5" fmla="*/ 0 w 2597671"/>
                <a:gd name="connsiteY5" fmla="*/ 4762 h 2150290"/>
                <a:gd name="connsiteX0" fmla="*/ 0 w 2597671"/>
                <a:gd name="connsiteY0" fmla="*/ 4762 h 2150290"/>
                <a:gd name="connsiteX1" fmla="*/ 1560729 w 2597671"/>
                <a:gd name="connsiteY1" fmla="*/ 0 h 2150290"/>
                <a:gd name="connsiteX2" fmla="*/ 2597582 w 2597671"/>
                <a:gd name="connsiteY2" fmla="*/ 1073781 h 2150290"/>
                <a:gd name="connsiteX3" fmla="*/ 1594070 w 2597671"/>
                <a:gd name="connsiteY3" fmla="*/ 2138037 h 2150290"/>
                <a:gd name="connsiteX4" fmla="*/ 0 w 2597671"/>
                <a:gd name="connsiteY4" fmla="*/ 2142799 h 2150290"/>
                <a:gd name="connsiteX5" fmla="*/ 0 w 2597671"/>
                <a:gd name="connsiteY5" fmla="*/ 4762 h 2150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7671" h="2150290">
                  <a:moveTo>
                    <a:pt x="0" y="4762"/>
                  </a:moveTo>
                  <a:lnTo>
                    <a:pt x="1560729" y="0"/>
                  </a:lnTo>
                  <a:cubicBezTo>
                    <a:pt x="2292322" y="0"/>
                    <a:pt x="2592025" y="717442"/>
                    <a:pt x="2597582" y="1073781"/>
                  </a:cubicBezTo>
                  <a:cubicBezTo>
                    <a:pt x="2603139" y="1430120"/>
                    <a:pt x="2349475" y="2138037"/>
                    <a:pt x="1594070" y="2138037"/>
                  </a:cubicBezTo>
                  <a:cubicBezTo>
                    <a:pt x="1062713" y="2163437"/>
                    <a:pt x="531357" y="2141212"/>
                    <a:pt x="0" y="2142799"/>
                  </a:cubicBezTo>
                  <a:lnTo>
                    <a:pt x="0" y="4762"/>
                  </a:lnTo>
                  <a:close/>
                </a:path>
              </a:pathLst>
            </a:custGeom>
            <a:grpFill/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>
                <a:lnSpc>
                  <a:spcPct val="200000"/>
                </a:lnSpc>
              </a:pPr>
              <a:r>
                <a:rPr lang="es-ES" sz="7200" dirty="0">
                  <a:solidFill>
                    <a:schemeClr val="bg1"/>
                  </a:solidFill>
                  <a:latin typeface="Georgia" panose="02040502050405020303" pitchFamily="18" charset="0"/>
                </a:rPr>
                <a:t>2026</a:t>
              </a:r>
              <a:endParaRPr lang="es-CO" sz="7200" dirty="0">
                <a:solidFill>
                  <a:schemeClr val="bg1"/>
                </a:solidFill>
                <a:latin typeface="Georgia" panose="02040502050405020303" pitchFamily="18" charset="0"/>
              </a:endParaRPr>
            </a:p>
          </p:txBody>
        </p:sp>
      </p:grpSp>
      <p:sp>
        <p:nvSpPr>
          <p:cNvPr id="24" name="Diagrama de flujo: preparación 23">
            <a:extLst>
              <a:ext uri="{FF2B5EF4-FFF2-40B4-BE49-F238E27FC236}">
                <a16:creationId xmlns:a16="http://schemas.microsoft.com/office/drawing/2014/main" id="{9B77320D-D9C9-B95C-7E00-887C3902B847}"/>
              </a:ext>
            </a:extLst>
          </p:cNvPr>
          <p:cNvSpPr/>
          <p:nvPr/>
        </p:nvSpPr>
        <p:spPr>
          <a:xfrm>
            <a:off x="2715410" y="3085848"/>
            <a:ext cx="6570477" cy="1301513"/>
          </a:xfrm>
          <a:custGeom>
            <a:avLst/>
            <a:gdLst>
              <a:gd name="connsiteX0" fmla="*/ 0 w 10000"/>
              <a:gd name="connsiteY0" fmla="*/ 5000 h 10000"/>
              <a:gd name="connsiteX1" fmla="*/ 2000 w 10000"/>
              <a:gd name="connsiteY1" fmla="*/ 0 h 10000"/>
              <a:gd name="connsiteX2" fmla="*/ 8000 w 10000"/>
              <a:gd name="connsiteY2" fmla="*/ 0 h 10000"/>
              <a:gd name="connsiteX3" fmla="*/ 10000 w 10000"/>
              <a:gd name="connsiteY3" fmla="*/ 5000 h 10000"/>
              <a:gd name="connsiteX4" fmla="*/ 8000 w 10000"/>
              <a:gd name="connsiteY4" fmla="*/ 10000 h 10000"/>
              <a:gd name="connsiteX5" fmla="*/ 2000 w 10000"/>
              <a:gd name="connsiteY5" fmla="*/ 10000 h 10000"/>
              <a:gd name="connsiteX6" fmla="*/ 0 w 10000"/>
              <a:gd name="connsiteY6" fmla="*/ 5000 h 10000"/>
              <a:gd name="connsiteX0" fmla="*/ 1646 w 8000"/>
              <a:gd name="connsiteY0" fmla="*/ 5100 h 10000"/>
              <a:gd name="connsiteX1" fmla="*/ 0 w 8000"/>
              <a:gd name="connsiteY1" fmla="*/ 0 h 10000"/>
              <a:gd name="connsiteX2" fmla="*/ 6000 w 8000"/>
              <a:gd name="connsiteY2" fmla="*/ 0 h 10000"/>
              <a:gd name="connsiteX3" fmla="*/ 8000 w 8000"/>
              <a:gd name="connsiteY3" fmla="*/ 5000 h 10000"/>
              <a:gd name="connsiteX4" fmla="*/ 6000 w 8000"/>
              <a:gd name="connsiteY4" fmla="*/ 10000 h 10000"/>
              <a:gd name="connsiteX5" fmla="*/ 0 w 8000"/>
              <a:gd name="connsiteY5" fmla="*/ 10000 h 10000"/>
              <a:gd name="connsiteX6" fmla="*/ 1646 w 8000"/>
              <a:gd name="connsiteY6" fmla="*/ 5100 h 10000"/>
              <a:gd name="connsiteX0" fmla="*/ 2058 w 7500"/>
              <a:gd name="connsiteY0" fmla="*/ 5100 h 10000"/>
              <a:gd name="connsiteX1" fmla="*/ 0 w 7500"/>
              <a:gd name="connsiteY1" fmla="*/ 0 h 10000"/>
              <a:gd name="connsiteX2" fmla="*/ 7500 w 7500"/>
              <a:gd name="connsiteY2" fmla="*/ 0 h 10000"/>
              <a:gd name="connsiteX3" fmla="*/ 6703 w 7500"/>
              <a:gd name="connsiteY3" fmla="*/ 5601 h 10000"/>
              <a:gd name="connsiteX4" fmla="*/ 7500 w 7500"/>
              <a:gd name="connsiteY4" fmla="*/ 10000 h 10000"/>
              <a:gd name="connsiteX5" fmla="*/ 0 w 7500"/>
              <a:gd name="connsiteY5" fmla="*/ 10000 h 10000"/>
              <a:gd name="connsiteX6" fmla="*/ 2058 w 7500"/>
              <a:gd name="connsiteY6" fmla="*/ 5100 h 10000"/>
              <a:gd name="connsiteX0" fmla="*/ 1344 w 10000"/>
              <a:gd name="connsiteY0" fmla="*/ 51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937 w 10000"/>
              <a:gd name="connsiteY3" fmla="*/ 5601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1344 w 10000"/>
              <a:gd name="connsiteY6" fmla="*/ 5100 h 10000"/>
              <a:gd name="connsiteX0" fmla="*/ 1344 w 10000"/>
              <a:gd name="connsiteY0" fmla="*/ 51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853 w 10000"/>
              <a:gd name="connsiteY3" fmla="*/ 52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1344 w 10000"/>
              <a:gd name="connsiteY6" fmla="*/ 5100 h 10000"/>
              <a:gd name="connsiteX0" fmla="*/ 1260 w 10000"/>
              <a:gd name="connsiteY0" fmla="*/ 52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853 w 10000"/>
              <a:gd name="connsiteY3" fmla="*/ 52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1260 w 10000"/>
              <a:gd name="connsiteY6" fmla="*/ 5200 h 10000"/>
              <a:gd name="connsiteX0" fmla="*/ 1260 w 10000"/>
              <a:gd name="connsiteY0" fmla="*/ 52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9077 w 10000"/>
              <a:gd name="connsiteY3" fmla="*/ 54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1260 w 10000"/>
              <a:gd name="connsiteY6" fmla="*/ 5200 h 10000"/>
              <a:gd name="connsiteX0" fmla="*/ 952 w 10000"/>
              <a:gd name="connsiteY0" fmla="*/ 52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9077 w 10000"/>
              <a:gd name="connsiteY3" fmla="*/ 54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952 w 10000"/>
              <a:gd name="connsiteY6" fmla="*/ 5200 h 10000"/>
              <a:gd name="connsiteX0" fmla="*/ 952 w 10000"/>
              <a:gd name="connsiteY0" fmla="*/ 52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9161 w 10000"/>
              <a:gd name="connsiteY3" fmla="*/ 52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952 w 10000"/>
              <a:gd name="connsiteY6" fmla="*/ 5200 h 10000"/>
              <a:gd name="connsiteX0" fmla="*/ 840 w 10000"/>
              <a:gd name="connsiteY0" fmla="*/ 53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9161 w 10000"/>
              <a:gd name="connsiteY3" fmla="*/ 52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840 w 10000"/>
              <a:gd name="connsiteY6" fmla="*/ 53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0">
                <a:moveTo>
                  <a:pt x="840" y="5300"/>
                </a:moveTo>
                <a:lnTo>
                  <a:pt x="0" y="0"/>
                </a:lnTo>
                <a:lnTo>
                  <a:pt x="10000" y="0"/>
                </a:lnTo>
                <a:lnTo>
                  <a:pt x="9161" y="5200"/>
                </a:lnTo>
                <a:lnTo>
                  <a:pt x="10000" y="10000"/>
                </a:lnTo>
                <a:lnTo>
                  <a:pt x="0" y="10000"/>
                </a:lnTo>
                <a:lnTo>
                  <a:pt x="840" y="5300"/>
                </a:lnTo>
                <a:close/>
              </a:path>
            </a:pathLst>
          </a:custGeom>
          <a:solidFill>
            <a:srgbClr val="B49739"/>
          </a:solid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600" b="1" i="0" dirty="0">
                <a:solidFill>
                  <a:schemeClr val="bg1"/>
                </a:solidFill>
                <a:latin typeface="Georgia"/>
              </a:rPr>
              <a:t>Resultados generales</a:t>
            </a:r>
          </a:p>
        </p:txBody>
      </p:sp>
    </p:spTree>
    <p:extLst>
      <p:ext uri="{BB962C8B-B14F-4D97-AF65-F5344CB8AC3E}">
        <p14:creationId xmlns:p14="http://schemas.microsoft.com/office/powerpoint/2010/main" val="6880064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54995"/>
            <a:ext cx="341760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 dirty="0">
                <a:solidFill>
                  <a:srgbClr val="B03853"/>
                </a:solidFill>
                <a:latin typeface="Arial"/>
              </a:rPr>
              <a:t>0</a:t>
            </a:r>
            <a:r>
              <a:rPr lang="es-ES" sz="1100" b="1" i="0" dirty="0">
                <a:solidFill>
                  <a:srgbClr val="B03853"/>
                </a:solidFill>
                <a:latin typeface="Arial"/>
              </a:rPr>
              <a:t>5</a:t>
            </a:r>
            <a:endParaRPr sz="1100" b="1" i="0" dirty="0">
              <a:solidFill>
                <a:srgbClr val="B03853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310930"/>
            <a:ext cx="4855845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3600" b="1" i="0" dirty="0">
                <a:solidFill>
                  <a:srgbClr val="BBA04A"/>
                </a:solidFill>
                <a:latin typeface="Georgia"/>
              </a:rPr>
              <a:t>PROPUESTAS PROYECTOS 202</a:t>
            </a:r>
            <a:r>
              <a:rPr lang="es-ES" sz="3600" b="1" dirty="0">
                <a:solidFill>
                  <a:srgbClr val="BBA04A"/>
                </a:solidFill>
                <a:latin typeface="Georgia"/>
              </a:rPr>
              <a:t>6</a:t>
            </a:r>
            <a:endParaRPr lang="es-ES" sz="3600" b="1" i="0" dirty="0">
              <a:solidFill>
                <a:srgbClr val="BBA04A"/>
              </a:solidFill>
              <a:latin typeface="Georg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0782" y="2511259"/>
            <a:ext cx="1901952" cy="25400"/>
          </a:xfrm>
          <a:prstGeom prst="rect">
            <a:avLst/>
          </a:prstGeom>
          <a:solidFill>
            <a:srgbClr val="B03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B4973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14213" y="1053351"/>
            <a:ext cx="5842001" cy="4367831"/>
          </a:xfrm>
          <a:prstGeom prst="rect">
            <a:avLst/>
          </a:prstGeom>
          <a:solidFill>
            <a:srgbClr val="E8E1D0"/>
          </a:solidFill>
          <a:ln>
            <a:solidFill>
              <a:srgbClr val="E8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0782" y="2821769"/>
            <a:ext cx="2747889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1600" b="1" i="0" dirty="0">
                <a:solidFill>
                  <a:srgbClr val="B03853"/>
                </a:solidFill>
                <a:latin typeface="Arial"/>
              </a:rPr>
              <a:t>Grupo de Investigación en Multimedia Interactiva y Animación Digital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D8CD96E3-9C8A-B584-BC00-0AA8841CB4EE}"/>
              </a:ext>
            </a:extLst>
          </p:cNvPr>
          <p:cNvSpPr txBox="1"/>
          <p:nvPr/>
        </p:nvSpPr>
        <p:spPr>
          <a:xfrm>
            <a:off x="981840" y="577596"/>
            <a:ext cx="1888659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O" sz="1000" b="1" i="0" dirty="0">
                <a:solidFill>
                  <a:srgbClr val="B03853"/>
                </a:solidFill>
                <a:latin typeface="Arial"/>
              </a:rPr>
              <a:t>MULTIMEDIA INTERACTIVA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EAE423BF-DC06-8CFF-88A6-43CEDB9A3B9E}"/>
              </a:ext>
            </a:extLst>
          </p:cNvPr>
          <p:cNvSpPr txBox="1"/>
          <p:nvPr/>
        </p:nvSpPr>
        <p:spPr>
          <a:xfrm>
            <a:off x="1693965" y="6478255"/>
            <a:ext cx="6417141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1000" b="1" i="0" dirty="0">
                <a:solidFill>
                  <a:srgbClr val="B03853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  <p:pic>
        <p:nvPicPr>
          <p:cNvPr id="6" name="Google Shape;109;p3">
            <a:extLst>
              <a:ext uri="{FF2B5EF4-FFF2-40B4-BE49-F238E27FC236}">
                <a16:creationId xmlns:a16="http://schemas.microsoft.com/office/drawing/2014/main" id="{122A8AE2-A084-8F73-F987-7DEFA12177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9502" y="1480218"/>
            <a:ext cx="3991421" cy="34102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4879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54995"/>
            <a:ext cx="341760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 dirty="0">
                <a:solidFill>
                  <a:srgbClr val="B03853"/>
                </a:solidFill>
                <a:latin typeface="Arial"/>
              </a:rPr>
              <a:t>0</a:t>
            </a:r>
            <a:r>
              <a:rPr lang="es-ES" sz="1100" b="1" i="0" dirty="0">
                <a:solidFill>
                  <a:srgbClr val="B03853"/>
                </a:solidFill>
                <a:latin typeface="Arial"/>
              </a:rPr>
              <a:t>5</a:t>
            </a:r>
            <a:endParaRPr sz="1100" b="1" i="0" dirty="0">
              <a:solidFill>
                <a:srgbClr val="B03853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965135"/>
            <a:ext cx="6086184" cy="5386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2900" b="1" dirty="0">
                <a:solidFill>
                  <a:srgbClr val="BBA04A"/>
                </a:solidFill>
                <a:latin typeface="Georgia"/>
              </a:rPr>
              <a:t>TOR</a:t>
            </a:r>
            <a:endParaRPr lang="es-ES" sz="2900" b="1" i="0" dirty="0">
              <a:solidFill>
                <a:srgbClr val="BBA04A"/>
              </a:solidFill>
              <a:latin typeface="Georg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664208"/>
            <a:ext cx="1901952" cy="25400"/>
          </a:xfrm>
          <a:prstGeom prst="rect">
            <a:avLst/>
          </a:prstGeom>
          <a:solidFill>
            <a:srgbClr val="B03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B4973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199" y="1015935"/>
            <a:ext cx="5842001" cy="4367831"/>
          </a:xfrm>
          <a:prstGeom prst="rect">
            <a:avLst/>
          </a:prstGeom>
          <a:solidFill>
            <a:srgbClr val="E8E1D0"/>
          </a:solidFill>
          <a:ln>
            <a:solidFill>
              <a:srgbClr val="E8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0" y="2490624"/>
            <a:ext cx="1261884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 i="0" dirty="0">
                <a:solidFill>
                  <a:srgbClr val="B03853"/>
                </a:solidFill>
                <a:latin typeface="Arial"/>
              </a:rPr>
              <a:t>CONCEPTO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3217902"/>
            <a:ext cx="3254417" cy="11079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 i="0" dirty="0">
                <a:solidFill>
                  <a:srgbClr val="192D45"/>
                </a:solidFill>
                <a:latin typeface="Georgia"/>
              </a:rPr>
              <a:t>“Una </a:t>
            </a:r>
            <a:r>
              <a:rPr sz="2200" b="1" i="0" dirty="0" err="1">
                <a:solidFill>
                  <a:srgbClr val="192D45"/>
                </a:solidFill>
                <a:latin typeface="Georgia"/>
              </a:rPr>
              <a:t>frase</a:t>
            </a:r>
            <a:r>
              <a:rPr sz="2200" b="1" i="0" dirty="0">
                <a:solidFill>
                  <a:srgbClr val="192D45"/>
                </a:solidFill>
                <a:latin typeface="Georgia"/>
              </a:rPr>
              <a:t> </a:t>
            </a:r>
            <a:r>
              <a:rPr sz="2200" b="1" i="0" dirty="0" err="1">
                <a:solidFill>
                  <a:srgbClr val="192D45"/>
                </a:solidFill>
                <a:latin typeface="Georgia"/>
              </a:rPr>
              <a:t>destacada</a:t>
            </a:r>
            <a:r>
              <a:rPr sz="2200" b="1" i="0" dirty="0">
                <a:solidFill>
                  <a:srgbClr val="192D45"/>
                </a:solidFill>
                <a:latin typeface="Georgia"/>
              </a:rPr>
              <a:t>
</a:t>
            </a:r>
            <a:r>
              <a:rPr sz="2200" b="1" i="0" dirty="0" err="1">
                <a:solidFill>
                  <a:srgbClr val="192D45"/>
                </a:solidFill>
                <a:latin typeface="Georgia"/>
              </a:rPr>
              <a:t>puede</a:t>
            </a:r>
            <a:r>
              <a:rPr sz="2200" b="1" i="0" dirty="0">
                <a:solidFill>
                  <a:srgbClr val="192D45"/>
                </a:solidFill>
                <a:latin typeface="Georgia"/>
              </a:rPr>
              <a:t> </a:t>
            </a:r>
            <a:r>
              <a:rPr sz="2200" b="1" i="0" dirty="0" err="1">
                <a:solidFill>
                  <a:srgbClr val="192D45"/>
                </a:solidFill>
                <a:latin typeface="Georgia"/>
              </a:rPr>
              <a:t>convertrse</a:t>
            </a:r>
            <a:r>
              <a:rPr sz="2200" b="1" i="0" dirty="0">
                <a:solidFill>
                  <a:srgbClr val="192D45"/>
                </a:solidFill>
                <a:latin typeface="Georgia"/>
              </a:rPr>
              <a:t>
</a:t>
            </a:r>
            <a:r>
              <a:rPr sz="2200" b="1" i="0" dirty="0" err="1">
                <a:solidFill>
                  <a:srgbClr val="192D45"/>
                </a:solidFill>
                <a:latin typeface="Georgia"/>
              </a:rPr>
              <a:t>en</a:t>
            </a:r>
            <a:r>
              <a:rPr sz="2200" b="1" i="0" dirty="0">
                <a:solidFill>
                  <a:srgbClr val="192D45"/>
                </a:solidFill>
                <a:latin typeface="Georgia"/>
              </a:rPr>
              <a:t> </a:t>
            </a:r>
            <a:r>
              <a:rPr sz="2200" b="1" i="0" dirty="0" err="1">
                <a:solidFill>
                  <a:srgbClr val="192D45"/>
                </a:solidFill>
                <a:latin typeface="Georgia"/>
              </a:rPr>
              <a:t>el</a:t>
            </a:r>
            <a:r>
              <a:rPr sz="2200" b="1" i="0" dirty="0">
                <a:solidFill>
                  <a:srgbClr val="192D45"/>
                </a:solidFill>
                <a:latin typeface="Georgia"/>
              </a:rPr>
              <a:t> </a:t>
            </a:r>
            <a:r>
              <a:rPr sz="2200" b="1" i="0" dirty="0" err="1">
                <a:solidFill>
                  <a:srgbClr val="192D45"/>
                </a:solidFill>
                <a:latin typeface="Georgia"/>
              </a:rPr>
              <a:t>ancla</a:t>
            </a:r>
            <a:r>
              <a:rPr sz="2200" b="1" i="0" dirty="0">
                <a:solidFill>
                  <a:srgbClr val="192D45"/>
                </a:solidFill>
                <a:latin typeface="Georgia"/>
              </a:rPr>
              <a:t> visual.”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4617720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 i="1">
                <a:solidFill>
                  <a:srgbClr val="69655D"/>
                </a:solidFill>
                <a:latin typeface="Arial"/>
              </a:rPr>
              <a:t>Autor / fuente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BC0144-E6D4-B0E6-FAFB-63C50B358D4F}"/>
              </a:ext>
            </a:extLst>
          </p:cNvPr>
          <p:cNvSpPr txBox="1"/>
          <p:nvPr/>
        </p:nvSpPr>
        <p:spPr>
          <a:xfrm>
            <a:off x="397465" y="2109093"/>
            <a:ext cx="385748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Prototipo navegación de recorridos y acceso a través de sistemas de reconocimiento Objetos Tangibles.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har char="•"/>
            </a:pPr>
            <a:r>
              <a:rPr lang="es-CO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Nuevo Edificio Ingeniería.</a:t>
            </a:r>
          </a:p>
          <a:p>
            <a:pPr marL="342900" indent="-342900">
              <a:buChar char="•"/>
            </a:pPr>
            <a:r>
              <a:rPr lang="es-CO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Gamificación</a:t>
            </a:r>
          </a:p>
        </p:txBody>
      </p:sp>
      <p:pic>
        <p:nvPicPr>
          <p:cNvPr id="11" name="Online Media 1" title="Platform II - Touch Table by Ideum with Object Recognition">
            <a:hlinkClick r:id="" action="ppaction://media"/>
            <a:extLst>
              <a:ext uri="{FF2B5EF4-FFF2-40B4-BE49-F238E27FC236}">
                <a16:creationId xmlns:a16="http://schemas.microsoft.com/office/drawing/2014/main" id="{F222CF65-6E96-7318-AB53-5C74D9242460}"/>
              </a:ext>
            </a:extLst>
          </p:cNvPr>
          <p:cNvPicPr>
            <a:picLocks noRot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5275" y="1423434"/>
            <a:ext cx="4929386" cy="3514326"/>
          </a:xfrm>
          <a:prstGeom prst="rect">
            <a:avLst/>
          </a:prstGeom>
        </p:spPr>
      </p:pic>
      <p:sp>
        <p:nvSpPr>
          <p:cNvPr id="12" name="TextBox 6">
            <a:extLst>
              <a:ext uri="{FF2B5EF4-FFF2-40B4-BE49-F238E27FC236}">
                <a16:creationId xmlns:a16="http://schemas.microsoft.com/office/drawing/2014/main" id="{EAE423BF-DC06-8CFF-88A6-43CEDB9A3B9E}"/>
              </a:ext>
            </a:extLst>
          </p:cNvPr>
          <p:cNvSpPr txBox="1"/>
          <p:nvPr/>
        </p:nvSpPr>
        <p:spPr>
          <a:xfrm>
            <a:off x="1693965" y="6478255"/>
            <a:ext cx="6417141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1000" b="1" i="0" dirty="0">
                <a:solidFill>
                  <a:srgbClr val="B03853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721E3DF-7106-4FE4-AF1E-15416D48D72C}"/>
              </a:ext>
            </a:extLst>
          </p:cNvPr>
          <p:cNvSpPr txBox="1"/>
          <p:nvPr/>
        </p:nvSpPr>
        <p:spPr>
          <a:xfrm>
            <a:off x="981840" y="549120"/>
            <a:ext cx="34612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000" b="1" dirty="0">
                <a:solidFill>
                  <a:srgbClr val="B137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MULTIMEDIA INTERACTIOVA – TEMAS DE TRABAJO</a:t>
            </a:r>
          </a:p>
        </p:txBody>
      </p:sp>
    </p:spTree>
    <p:extLst>
      <p:ext uri="{BB962C8B-B14F-4D97-AF65-F5344CB8AC3E}">
        <p14:creationId xmlns:p14="http://schemas.microsoft.com/office/powerpoint/2010/main" val="8219750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54995"/>
            <a:ext cx="341760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 dirty="0">
                <a:solidFill>
                  <a:srgbClr val="B03853"/>
                </a:solidFill>
                <a:latin typeface="Arial"/>
              </a:rPr>
              <a:t>0</a:t>
            </a:r>
            <a:r>
              <a:rPr lang="es-ES" sz="1100" b="1" dirty="0">
                <a:solidFill>
                  <a:srgbClr val="B03853"/>
                </a:solidFill>
                <a:latin typeface="Arial"/>
              </a:rPr>
              <a:t>5</a:t>
            </a:r>
            <a:endParaRPr sz="1100" b="1" i="0" dirty="0">
              <a:solidFill>
                <a:srgbClr val="B03853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965135"/>
            <a:ext cx="6086184" cy="5386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2900" b="1" i="0" dirty="0">
                <a:solidFill>
                  <a:srgbClr val="BBA04A"/>
                </a:solidFill>
                <a:latin typeface="Georgia"/>
              </a:rPr>
              <a:t>Escenarios de Gamificación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64208"/>
            <a:ext cx="1901952" cy="25400"/>
          </a:xfrm>
          <a:prstGeom prst="rect">
            <a:avLst/>
          </a:prstGeom>
          <a:solidFill>
            <a:srgbClr val="B03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B4973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16062" y="1791663"/>
            <a:ext cx="5967046" cy="4233999"/>
          </a:xfrm>
          <a:prstGeom prst="rect">
            <a:avLst/>
          </a:prstGeom>
          <a:solidFill>
            <a:srgbClr val="E8E1D0"/>
          </a:solidFill>
          <a:ln>
            <a:solidFill>
              <a:srgbClr val="E8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D8CD96E3-9C8A-B584-BC00-0AA8841CB4EE}"/>
              </a:ext>
            </a:extLst>
          </p:cNvPr>
          <p:cNvSpPr txBox="1"/>
          <p:nvPr/>
        </p:nvSpPr>
        <p:spPr>
          <a:xfrm>
            <a:off x="981840" y="577596"/>
            <a:ext cx="3254417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O" sz="1000" b="1" i="0" dirty="0">
                <a:solidFill>
                  <a:srgbClr val="B03853"/>
                </a:solidFill>
                <a:latin typeface="Arial"/>
              </a:rPr>
              <a:t>MULTIMEDIA INTERACTIVA – TEMAS DE TABAJO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4DFFF6B4-BFDB-EDD3-5DCF-40FF26EE8E6C}"/>
              </a:ext>
            </a:extLst>
          </p:cNvPr>
          <p:cNvSpPr txBox="1"/>
          <p:nvPr/>
        </p:nvSpPr>
        <p:spPr>
          <a:xfrm>
            <a:off x="640080" y="2305950"/>
            <a:ext cx="3334043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de escenarios de gamificación mediante (TOR/VR/AR) para: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har char="•"/>
            </a:pPr>
            <a:r>
              <a:rPr lang="es-CO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Procesos de aprendizaje.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57BD1816-9F41-549C-05FB-BB112F7F9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72191"/>
            <a:ext cx="4802946" cy="27297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6">
            <a:extLst>
              <a:ext uri="{FF2B5EF4-FFF2-40B4-BE49-F238E27FC236}">
                <a16:creationId xmlns:a16="http://schemas.microsoft.com/office/drawing/2014/main" id="{5DBF0D3E-A522-69CE-E672-146B5CAE536C}"/>
              </a:ext>
            </a:extLst>
          </p:cNvPr>
          <p:cNvSpPr txBox="1"/>
          <p:nvPr/>
        </p:nvSpPr>
        <p:spPr>
          <a:xfrm>
            <a:off x="1693965" y="6478255"/>
            <a:ext cx="6417141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1000" b="1" i="0" dirty="0">
                <a:solidFill>
                  <a:srgbClr val="B03853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</p:spTree>
    <p:extLst>
      <p:ext uri="{BB962C8B-B14F-4D97-AF65-F5344CB8AC3E}">
        <p14:creationId xmlns:p14="http://schemas.microsoft.com/office/powerpoint/2010/main" val="1280893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54995"/>
            <a:ext cx="341760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 dirty="0">
                <a:solidFill>
                  <a:srgbClr val="B03853"/>
                </a:solidFill>
                <a:latin typeface="Arial"/>
              </a:rPr>
              <a:t>0</a:t>
            </a:r>
            <a:r>
              <a:rPr lang="es-ES" sz="1100" b="1" dirty="0">
                <a:solidFill>
                  <a:srgbClr val="B03853"/>
                </a:solidFill>
                <a:latin typeface="Arial"/>
              </a:rPr>
              <a:t>5</a:t>
            </a:r>
            <a:endParaRPr sz="1100" b="1" i="0" dirty="0">
              <a:solidFill>
                <a:srgbClr val="B03853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965135"/>
            <a:ext cx="6086184" cy="5386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2900" b="1" i="0" dirty="0">
                <a:solidFill>
                  <a:srgbClr val="BBA04A"/>
                </a:solidFill>
                <a:latin typeface="Georgia"/>
              </a:rPr>
              <a:t>AR-SANDBOX - ERGOSENT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64208"/>
            <a:ext cx="1901952" cy="25400"/>
          </a:xfrm>
          <a:prstGeom prst="rect">
            <a:avLst/>
          </a:prstGeom>
          <a:solidFill>
            <a:srgbClr val="B03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B4973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82862" y="803037"/>
            <a:ext cx="4898177" cy="5185500"/>
          </a:xfrm>
          <a:prstGeom prst="rect">
            <a:avLst/>
          </a:prstGeom>
          <a:solidFill>
            <a:srgbClr val="E8E1D0"/>
          </a:solidFill>
          <a:ln>
            <a:solidFill>
              <a:srgbClr val="E8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88119F-1F92-2CA8-8216-D2904189962F}"/>
              </a:ext>
            </a:extLst>
          </p:cNvPr>
          <p:cNvSpPr txBox="1"/>
          <p:nvPr/>
        </p:nvSpPr>
        <p:spPr>
          <a:xfrm>
            <a:off x="810960" y="2278471"/>
            <a:ext cx="3857480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de escenarios que permitan identificar y promover salud mental y emocional de estudiantes, empleados a través de:</a:t>
            </a:r>
          </a:p>
          <a:p>
            <a:endParaRPr lang="es-CO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har char="•"/>
            </a:pPr>
            <a:r>
              <a:rPr lang="es-CO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AR-Sandbox.</a:t>
            </a:r>
          </a:p>
          <a:p>
            <a:pPr marL="342900" indent="-342900">
              <a:buChar char="•"/>
            </a:pPr>
            <a:r>
              <a:rPr lang="es-CO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Terapias Postura Trabajo.</a:t>
            </a:r>
          </a:p>
        </p:txBody>
      </p:sp>
      <p:pic>
        <p:nvPicPr>
          <p:cNvPr id="8" name="Google Shape;206;gd3a87fed14_0_42">
            <a:extLst>
              <a:ext uri="{FF2B5EF4-FFF2-40B4-BE49-F238E27FC236}">
                <a16:creationId xmlns:a16="http://schemas.microsoft.com/office/drawing/2014/main" id="{D2FB0365-EC47-BE7D-1EB9-D2059ABFBDF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1476" y="1465832"/>
            <a:ext cx="1931256" cy="2732661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EB1C359E-5334-CCED-F2FB-A3F37AF10A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3093" y="3199499"/>
            <a:ext cx="2743200" cy="2277374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817A2D65-83B0-22C8-7CE9-8956307604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1298" y="1741552"/>
            <a:ext cx="1629684" cy="1457947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6">
            <a:extLst>
              <a:ext uri="{FF2B5EF4-FFF2-40B4-BE49-F238E27FC236}">
                <a16:creationId xmlns:a16="http://schemas.microsoft.com/office/drawing/2014/main" id="{A64934B9-A279-F8F0-F41A-D317000FEA99}"/>
              </a:ext>
            </a:extLst>
          </p:cNvPr>
          <p:cNvSpPr txBox="1"/>
          <p:nvPr/>
        </p:nvSpPr>
        <p:spPr>
          <a:xfrm>
            <a:off x="1693965" y="6478255"/>
            <a:ext cx="6417141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1000" b="1" i="0" dirty="0">
                <a:solidFill>
                  <a:srgbClr val="B03853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46BD48F-D04B-B676-E57D-84FC6BB611ED}"/>
              </a:ext>
            </a:extLst>
          </p:cNvPr>
          <p:cNvSpPr txBox="1"/>
          <p:nvPr/>
        </p:nvSpPr>
        <p:spPr>
          <a:xfrm>
            <a:off x="981840" y="549120"/>
            <a:ext cx="34612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000" b="1" dirty="0">
                <a:solidFill>
                  <a:srgbClr val="B137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MULTIMEDIA INTERACTIOVA – TEMAS DE TRABAJO</a:t>
            </a:r>
          </a:p>
        </p:txBody>
      </p:sp>
    </p:spTree>
    <p:extLst>
      <p:ext uri="{BB962C8B-B14F-4D97-AF65-F5344CB8AC3E}">
        <p14:creationId xmlns:p14="http://schemas.microsoft.com/office/powerpoint/2010/main" val="10422977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54995"/>
            <a:ext cx="341760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 dirty="0">
                <a:solidFill>
                  <a:srgbClr val="B03853"/>
                </a:solidFill>
                <a:latin typeface="Arial"/>
              </a:rPr>
              <a:t>0</a:t>
            </a:r>
            <a:r>
              <a:rPr lang="es-ES" sz="1100" b="1" dirty="0">
                <a:solidFill>
                  <a:srgbClr val="B03853"/>
                </a:solidFill>
                <a:latin typeface="Arial"/>
              </a:rPr>
              <a:t>5</a:t>
            </a:r>
            <a:endParaRPr sz="1100" b="1" i="0" dirty="0">
              <a:solidFill>
                <a:srgbClr val="B03853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741997"/>
            <a:ext cx="4951828" cy="9848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2900" b="1" i="0" dirty="0">
                <a:solidFill>
                  <a:srgbClr val="BBA04A"/>
                </a:solidFill>
                <a:latin typeface="Georgia"/>
              </a:rPr>
              <a:t>Herramientas  IA aplicadas al Story Telling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760421"/>
            <a:ext cx="1901952" cy="25400"/>
          </a:xfrm>
          <a:prstGeom prst="rect">
            <a:avLst/>
          </a:prstGeom>
          <a:solidFill>
            <a:srgbClr val="B03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B4973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21152" y="515685"/>
            <a:ext cx="5430768" cy="5618410"/>
          </a:xfrm>
          <a:prstGeom prst="rect">
            <a:avLst/>
          </a:prstGeom>
          <a:solidFill>
            <a:srgbClr val="E8E1D0"/>
          </a:solidFill>
          <a:ln>
            <a:solidFill>
              <a:srgbClr val="E8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88119F-1F92-2CA8-8216-D2904189962F}"/>
              </a:ext>
            </a:extLst>
          </p:cNvPr>
          <p:cNvSpPr txBox="1"/>
          <p:nvPr/>
        </p:nvSpPr>
        <p:spPr>
          <a:xfrm>
            <a:off x="780480" y="2127622"/>
            <a:ext cx="3857480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Replicar el uso de imágenes en historias de literatura que sean ampliamente conocidas.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Comprender el funcionamiento de estas herramientas.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Determinar cuales herramientas son mas favorables en este ámbito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Determinar el tipo de historias que dan mejores resultados en este uso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Comprender la reacción de las personas al usar imágenes generadas por IA.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C3A6FA8-849B-3D96-C440-825979BB3711}"/>
              </a:ext>
            </a:extLst>
          </p:cNvPr>
          <p:cNvSpPr txBox="1"/>
          <p:nvPr/>
        </p:nvSpPr>
        <p:spPr>
          <a:xfrm>
            <a:off x="1693965" y="6478255"/>
            <a:ext cx="6417141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1000" b="1" i="0" dirty="0">
                <a:solidFill>
                  <a:srgbClr val="B03853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96232E9-9E49-87BB-A79F-439527CEAF7E}"/>
              </a:ext>
            </a:extLst>
          </p:cNvPr>
          <p:cNvSpPr txBox="1"/>
          <p:nvPr/>
        </p:nvSpPr>
        <p:spPr>
          <a:xfrm>
            <a:off x="981840" y="549120"/>
            <a:ext cx="34612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000" b="1" dirty="0">
                <a:solidFill>
                  <a:srgbClr val="B137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MULTIMEDIA INTERACTIOVA – TEMAS DE TRABAJO</a:t>
            </a:r>
          </a:p>
        </p:txBody>
      </p:sp>
      <p:pic>
        <p:nvPicPr>
          <p:cNvPr id="2050" name="Picture 2" descr="Qué es el storytelling? Ejemplos y cómo aplicarlo en tu negocio">
            <a:extLst>
              <a:ext uri="{FF2B5EF4-FFF2-40B4-BE49-F238E27FC236}">
                <a16:creationId xmlns:a16="http://schemas.microsoft.com/office/drawing/2014/main" id="{B70EF0D3-70B5-4560-EC46-F692A6277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9971" y="741997"/>
            <a:ext cx="4769586" cy="268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op: las mejores IA generadoras de imágenes">
            <a:extLst>
              <a:ext uri="{FF2B5EF4-FFF2-40B4-BE49-F238E27FC236}">
                <a16:creationId xmlns:a16="http://schemas.microsoft.com/office/drawing/2014/main" id="{647D3204-F051-C71B-8F0A-6056A1220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765" y="3456493"/>
            <a:ext cx="4235997" cy="2541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53439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54995"/>
            <a:ext cx="341760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 dirty="0">
                <a:solidFill>
                  <a:srgbClr val="B03853"/>
                </a:solidFill>
                <a:latin typeface="Arial"/>
              </a:rPr>
              <a:t>0</a:t>
            </a:r>
            <a:r>
              <a:rPr lang="es-ES" sz="1100" b="1" dirty="0">
                <a:solidFill>
                  <a:srgbClr val="B03853"/>
                </a:solidFill>
                <a:latin typeface="Arial"/>
              </a:rPr>
              <a:t>5</a:t>
            </a:r>
            <a:endParaRPr sz="1100" b="1" i="0" dirty="0">
              <a:solidFill>
                <a:srgbClr val="B03853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965135"/>
            <a:ext cx="6086184" cy="5386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2900" b="1" i="0" dirty="0">
                <a:solidFill>
                  <a:srgbClr val="BBA04A"/>
                </a:solidFill>
                <a:latin typeface="Georgia"/>
              </a:rPr>
              <a:t>Laboratorios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64208"/>
            <a:ext cx="1901952" cy="25400"/>
          </a:xfrm>
          <a:prstGeom prst="rect">
            <a:avLst/>
          </a:prstGeom>
          <a:solidFill>
            <a:srgbClr val="B03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B4973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05147" y="308691"/>
            <a:ext cx="4080212" cy="2798662"/>
          </a:xfrm>
          <a:prstGeom prst="rect">
            <a:avLst/>
          </a:prstGeom>
          <a:solidFill>
            <a:srgbClr val="E8E1D0"/>
          </a:solidFill>
          <a:ln>
            <a:solidFill>
              <a:srgbClr val="E8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88119F-1F92-2CA8-8216-D2904189962F}"/>
              </a:ext>
            </a:extLst>
          </p:cNvPr>
          <p:cNvSpPr txBox="1"/>
          <p:nvPr/>
        </p:nvSpPr>
        <p:spPr>
          <a:xfrm>
            <a:off x="810960" y="2278471"/>
            <a:ext cx="385748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  <a:t>Laboratorio teleinformática.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  <a:t>Navegación de contenidos.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  <a:t>Diseño de interfaces.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021428F3-2AF0-3E2F-EFD0-1FD35F4FB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151" y="832164"/>
            <a:ext cx="3294596" cy="1741808"/>
          </a:xfrm>
          <a:prstGeom prst="rect">
            <a:avLst/>
          </a:prstGeom>
        </p:spPr>
      </p:pic>
      <p:sp>
        <p:nvSpPr>
          <p:cNvPr id="9" name="TextBox 6">
            <a:extLst>
              <a:ext uri="{FF2B5EF4-FFF2-40B4-BE49-F238E27FC236}">
                <a16:creationId xmlns:a16="http://schemas.microsoft.com/office/drawing/2014/main" id="{9053BDB3-821C-936E-C7BA-3C07D1874C8D}"/>
              </a:ext>
            </a:extLst>
          </p:cNvPr>
          <p:cNvSpPr txBox="1"/>
          <p:nvPr/>
        </p:nvSpPr>
        <p:spPr>
          <a:xfrm>
            <a:off x="1693965" y="6478255"/>
            <a:ext cx="6417141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1000" b="1" i="0" dirty="0">
                <a:solidFill>
                  <a:srgbClr val="B03853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FA7AA1C6-D653-E7EF-973C-B7BCB288679A}"/>
              </a:ext>
            </a:extLst>
          </p:cNvPr>
          <p:cNvSpPr/>
          <p:nvPr/>
        </p:nvSpPr>
        <p:spPr>
          <a:xfrm>
            <a:off x="6726263" y="2819468"/>
            <a:ext cx="5102321" cy="3358594"/>
          </a:xfrm>
          <a:prstGeom prst="rect">
            <a:avLst/>
          </a:prstGeom>
          <a:solidFill>
            <a:srgbClr val="E8E1D0"/>
          </a:solidFill>
          <a:ln>
            <a:solidFill>
              <a:srgbClr val="E8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975BD3F-30F9-C5FF-11F1-38071B363605}"/>
              </a:ext>
            </a:extLst>
          </p:cNvPr>
          <p:cNvSpPr txBox="1"/>
          <p:nvPr/>
        </p:nvSpPr>
        <p:spPr>
          <a:xfrm>
            <a:off x="981840" y="578248"/>
            <a:ext cx="34612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000" b="1" dirty="0">
                <a:solidFill>
                  <a:srgbClr val="B137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MULTIMEDIA INTERACTIOVA – TEMAS DE TRABAJO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52AA669-47BD-04F2-FAD4-C350280C5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687" y="3227174"/>
            <a:ext cx="4903471" cy="2798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4783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97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59360" y="2865244"/>
            <a:ext cx="4279836" cy="11695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400" b="1" i="0" dirty="0">
                <a:solidFill>
                  <a:schemeClr val="bg1"/>
                </a:solidFill>
                <a:latin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multi@udistrital.edu.co</a:t>
            </a:r>
            <a:r>
              <a:rPr lang="en-US" sz="1400" b="1" i="0" dirty="0">
                <a:solidFill>
                  <a:schemeClr val="bg1"/>
                </a:solidFill>
                <a:latin typeface="Arial"/>
              </a:rPr>
              <a:t> </a:t>
            </a:r>
          </a:p>
          <a:p>
            <a:pPr algn="l"/>
            <a:r>
              <a:rPr lang="en-US" sz="1400" b="1" i="0" dirty="0" err="1">
                <a:solidFill>
                  <a:schemeClr val="bg1"/>
                </a:solidFill>
                <a:latin typeface="Arial"/>
              </a:rPr>
              <a:t>nygelvezg@udistrital.edu.co</a:t>
            </a:r>
            <a:r>
              <a:rPr lang="en-US" sz="1400" b="1" dirty="0">
                <a:solidFill>
                  <a:schemeClr val="bg1"/>
                </a:solidFill>
                <a:latin typeface="Arial"/>
              </a:rPr>
              <a:t> </a:t>
            </a:r>
            <a:endParaRPr lang="en-US" sz="1400" b="1" i="0" dirty="0">
              <a:solidFill>
                <a:schemeClr val="bg1"/>
              </a:solidFill>
              <a:latin typeface="Arial"/>
            </a:endParaRPr>
          </a:p>
          <a:p>
            <a:pPr algn="l"/>
            <a:r>
              <a:rPr lang="en-US" sz="1400" b="1" i="0" dirty="0">
                <a:solidFill>
                  <a:schemeClr val="bg1"/>
                </a:solidFill>
                <a:latin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scvanegasa@udistrital.edu.co</a:t>
            </a:r>
            <a:r>
              <a:rPr lang="en-US" sz="1400" b="1" i="0" dirty="0">
                <a:solidFill>
                  <a:schemeClr val="bg1"/>
                </a:solidFill>
                <a:latin typeface="Arial"/>
              </a:rPr>
              <a:t> </a:t>
            </a:r>
          </a:p>
          <a:p>
            <a:pPr algn="l"/>
            <a:r>
              <a:rPr lang="en-US" sz="1400" b="1" i="0" dirty="0">
                <a:solidFill>
                  <a:schemeClr val="bg1"/>
                </a:solidFill>
                <a:latin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ddleall@udistrital.edu.co</a:t>
            </a:r>
            <a:r>
              <a:rPr lang="en-US" sz="1400" b="1" i="0" dirty="0">
                <a:solidFill>
                  <a:schemeClr val="bg1"/>
                </a:solidFill>
                <a:latin typeface="Arial"/>
              </a:rPr>
              <a:t> </a:t>
            </a:r>
          </a:p>
          <a:p>
            <a:pPr algn="l"/>
            <a:endParaRPr lang="en-US" sz="1400" b="1" i="0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800" b="1" i="0" dirty="0">
                <a:solidFill>
                  <a:srgbClr val="FFFFFF"/>
                </a:solidFill>
                <a:latin typeface="Georgia"/>
              </a:rPr>
              <a:t>Gracias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99603" y="5190251"/>
            <a:ext cx="2880360" cy="25400"/>
          </a:xfrm>
          <a:prstGeom prst="rect">
            <a:avLst/>
          </a:prstGeom>
          <a:solidFill>
            <a:srgbClr val="B03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09760" y="0"/>
            <a:ext cx="2679192" cy="6858000"/>
          </a:xfrm>
          <a:prstGeom prst="rect">
            <a:avLst/>
          </a:prstGeom>
          <a:solidFill>
            <a:srgbClr val="B03853"/>
          </a:solidFill>
          <a:ln>
            <a:solidFill>
              <a:srgbClr val="B0385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829800" y="3063240"/>
            <a:ext cx="20116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Georgia"/>
              </a:rPr>
              <a:t>FIN</a:t>
            </a:r>
          </a:p>
        </p:txBody>
      </p:sp>
      <p:pic>
        <p:nvPicPr>
          <p:cNvPr id="9" name="Google Shape;316;p16" descr="Resultado de imagen para contacto icono png">
            <a:extLst>
              <a:ext uri="{FF2B5EF4-FFF2-40B4-BE49-F238E27FC236}">
                <a16:creationId xmlns:a16="http://schemas.microsoft.com/office/drawing/2014/main" id="{72972A54-62CB-4620-24C8-1EEB2644F0AC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GlowEdges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880670" y="2904308"/>
            <a:ext cx="352759" cy="352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19;p16">
            <a:extLst>
              <a:ext uri="{FF2B5EF4-FFF2-40B4-BE49-F238E27FC236}">
                <a16:creationId xmlns:a16="http://schemas.microsoft.com/office/drawing/2014/main" id="{7C068997-666E-DAD4-1BAB-F0F169E46FE0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0660" y="3591952"/>
            <a:ext cx="372775" cy="365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318;p16">
            <a:extLst>
              <a:ext uri="{FF2B5EF4-FFF2-40B4-BE49-F238E27FC236}">
                <a16:creationId xmlns:a16="http://schemas.microsoft.com/office/drawing/2014/main" id="{7FEBCCF3-B143-DB1B-7E3C-37AD16EF63E3}"/>
              </a:ext>
            </a:extLst>
          </p:cNvPr>
          <p:cNvPicPr preferRelativeResize="0"/>
          <p:nvPr/>
        </p:nvPicPr>
        <p:blipFill>
          <a:blip r:embed="rId8">
            <a:alphaModFix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679" b="94643" l="0" r="96875">
                        <a14:foregroundMark x1="59375" y1="19196" x2="44196" y2="79911"/>
                        <a14:foregroundMark x1="24107" y1="24107" x2="64732" y2="67411"/>
                        <a14:foregroundMark x1="31696" y1="37054" x2="24107" y2="87500"/>
                        <a14:foregroundMark x1="33929" y1="29464" x2="11161" y2="52232"/>
                        <a14:foregroundMark x1="55804" y1="24107" x2="45982" y2="21429"/>
                        <a14:foregroundMark x1="48661" y1="31696" x2="79911" y2="68750"/>
                        <a14:foregroundMark x1="59375" y1="26339" x2="96875" y2="70089"/>
                        <a14:foregroundMark x1="59375" y1="31250" x2="48214" y2="66964"/>
                        <a14:foregroundMark x1="19643" y1="55804" x2="33036" y2="81250"/>
                        <a14:foregroundMark x1="34821" y1="30357" x2="36161" y2="84821"/>
                        <a14:foregroundMark x1="30804" y1="37054" x2="33036" y2="68304"/>
                        <a14:foregroundMark x1="30804" y1="38393" x2="26339" y2="24554"/>
                        <a14:foregroundMark x1="32143" y1="25893" x2="51786" y2="10714"/>
                        <a14:foregroundMark x1="49554" y1="22768" x2="47321" y2="2679"/>
                        <a14:foregroundMark x1="704" y1="69418" x2="601" y2="69508"/>
                        <a14:foregroundMark x1="2647" y1="67722" x2="1866" y2="68404"/>
                        <a14:foregroundMark x1="25000" y1="48214" x2="4669" y2="65958"/>
                        <a14:foregroundMark x1="51786" y1="68750" x2="61161" y2="94643"/>
                        <a14:foregroundMark x1="91071" y1="70089" x2="93750" y2="69643"/>
                        <a14:foregroundMark x1="92411" y1="63393" x2="96429" y2="62946"/>
                        <a14:foregroundMark x1="50893" y1="91518" x2="50000" y2="93304"/>
                        <a14:foregroundMark x1="25446" y1="68750" x2="12946" y2="73661"/>
                        <a14:foregroundMark x1="13839" y1="83929" x2="11161" y2="70982"/>
                        <a14:foregroundMark x1="12500" y1="82589" x2="20982" y2="64286"/>
                        <a14:foregroundMark x1="22321" y1="68750" x2="12946" y2="68750"/>
                        <a14:foregroundMark x1="12946" y1="68750" x2="13839" y2="82589"/>
                        <a14:foregroundMark x1="13839" y1="82589" x2="13839" y2="82589"/>
                        <a14:foregroundMark x1="13839" y1="82589" x2="13839" y2="82589"/>
                        <a14:foregroundMark x1="8929" y1="64286" x2="11607" y2="79018"/>
                        <a14:backgroundMark x1="2682" y1="72377" x2="446" y2="68750"/>
                        <a14:backgroundMark x1="16964" y1="95536" x2="11372" y2="86469"/>
                        <a14:backgroundMark x1="2587" y1="65427" x2="446" y2="62054"/>
                        <a14:backgroundMark x1="15179" y1="85268" x2="13492" y2="82611"/>
                        <a14:backgroundMark x1="16071" y1="90625" x2="10268" y2="84821"/>
                        <a14:backgroundMark x1="7589" y1="90179" x2="11161" y2="94643"/>
                        <a14:backgroundMark x1="8482" y1="90179" x2="8482" y2="90179"/>
                        <a14:backgroundMark x1="8482" y1="90179" x2="8482" y2="90179"/>
                        <a14:backgroundMark x1="8482" y1="90179" x2="13839" y2="94643"/>
                        <a14:backgroundMark x1="8929" y1="89286" x2="446" y2="82143"/>
                        <a14:backgroundMark x1="9821" y1="88839" x2="16071" y2="99107"/>
                        <a14:backgroundMark x1="13839" y1="93304" x2="1786" y2="74107"/>
                        <a14:backgroundMark x1="4911" y1="87500" x2="9821" y2="94196"/>
                        <a14:backgroundMark x1="16964" y1="97321" x2="16964" y2="973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6595" y="3259088"/>
            <a:ext cx="320907" cy="32090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085D689E-C5E0-EDAD-2586-640E40F3D46B}"/>
              </a:ext>
            </a:extLst>
          </p:cNvPr>
          <p:cNvSpPr txBox="1"/>
          <p:nvPr/>
        </p:nvSpPr>
        <p:spPr>
          <a:xfrm>
            <a:off x="602126" y="5758488"/>
            <a:ext cx="6144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https://comunidad.udistrital.edu.co/multimediainteractiva/</a:t>
            </a:r>
            <a:r>
              <a:rPr lang="es-419" sz="1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s-419" sz="500" dirty="0">
              <a:solidFill>
                <a:schemeClr val="bg1"/>
              </a:solidFill>
            </a:endParaRPr>
          </a:p>
        </p:txBody>
      </p:sp>
      <p:pic>
        <p:nvPicPr>
          <p:cNvPr id="19" name="Picture 10" descr="Universidad Distrital | LAUD">
            <a:extLst>
              <a:ext uri="{FF2B5EF4-FFF2-40B4-BE49-F238E27FC236}">
                <a16:creationId xmlns:a16="http://schemas.microsoft.com/office/drawing/2014/main" id="{A9669B70-9ED9-41E3-6CF1-1BF33944D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195" y="276278"/>
            <a:ext cx="1501761" cy="15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6">
            <a:extLst>
              <a:ext uri="{FF2B5EF4-FFF2-40B4-BE49-F238E27FC236}">
                <a16:creationId xmlns:a16="http://schemas.microsoft.com/office/drawing/2014/main" id="{BC08F716-753B-A44B-E910-AAC7E79EE6D9}"/>
              </a:ext>
            </a:extLst>
          </p:cNvPr>
          <p:cNvSpPr txBox="1"/>
          <p:nvPr/>
        </p:nvSpPr>
        <p:spPr>
          <a:xfrm>
            <a:off x="9911098" y="5743095"/>
            <a:ext cx="1967953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1000" b="1" i="0" dirty="0">
                <a:solidFill>
                  <a:srgbClr val="FFFFFF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</TotalTime>
  <Words>1162</Words>
  <Application>Microsoft Macintosh PowerPoint</Application>
  <PresentationFormat>Panorámica</PresentationFormat>
  <Paragraphs>204</Paragraphs>
  <Slides>26</Slides>
  <Notes>6</Notes>
  <HiddenSlides>0</HiddenSlides>
  <MMClips>3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2" baseType="lpstr">
      <vt:lpstr>Aptos</vt:lpstr>
      <vt:lpstr>Arial</vt:lpstr>
      <vt:lpstr>Calibri</vt:lpstr>
      <vt:lpstr>Georgia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Yanira</dc:creator>
  <cp:keywords/>
  <dc:description>generated using python-pptx</dc:description>
  <cp:lastModifiedBy>Paulo Alonso Gaona Garcia</cp:lastModifiedBy>
  <cp:revision>56</cp:revision>
  <dcterms:created xsi:type="dcterms:W3CDTF">2013-01-27T09:14:16Z</dcterms:created>
  <dcterms:modified xsi:type="dcterms:W3CDTF">2026-08-20T20:44:00Z</dcterms:modified>
  <cp:category/>
</cp:coreProperties>
</file>