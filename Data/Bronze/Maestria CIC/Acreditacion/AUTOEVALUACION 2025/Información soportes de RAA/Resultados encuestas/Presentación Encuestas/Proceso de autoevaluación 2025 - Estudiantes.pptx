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charts/chart27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charts/chart28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charts/chart29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7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D34E25-A28D-2D68-C962-E7B7750F27D6}" v="5" dt="2025-04-09T13:56:56.633"/>
    <p1510:client id="{CF8FC437-2277-01AF-CE32-2EEFA3DC2AC7}" v="141" dt="2025-04-09T15:03:50.4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IMAN URQUIJO CAMILO ANDRES" userId="S::cacaimanu@udistrital.edu.co::2c0bd90d-4cc1-413b-b889-cd7efd29559f" providerId="AD" clId="Web-{CF8FC437-2277-01AF-CE32-2EEFA3DC2AC7}"/>
    <pc:docChg chg="modSld addMainMaster delMainMaster modMainMaster">
      <pc:chgData name="CAIMAN URQUIJO CAMILO ANDRES" userId="S::cacaimanu@udistrital.edu.co::2c0bd90d-4cc1-413b-b889-cd7efd29559f" providerId="AD" clId="Web-{CF8FC437-2277-01AF-CE32-2EEFA3DC2AC7}" dt="2025-04-09T15:04:03.234" v="184" actId="14100"/>
      <pc:docMkLst>
        <pc:docMk/>
      </pc:docMkLst>
      <pc:sldChg chg="addSp delSp modSp mod setBg modClrScheme delDesignElem chgLayout">
        <pc:chgData name="CAIMAN URQUIJO CAMILO ANDRES" userId="S::cacaimanu@udistrital.edu.co::2c0bd90d-4cc1-413b-b889-cd7efd29559f" providerId="AD" clId="Web-{CF8FC437-2277-01AF-CE32-2EEFA3DC2AC7}" dt="2025-04-09T14:11:29.863" v="47"/>
        <pc:sldMkLst>
          <pc:docMk/>
          <pc:sldMk cId="2668113752" sldId="256"/>
        </pc:sldMkLst>
        <pc:spChg chg="mod ord">
          <ac:chgData name="CAIMAN URQUIJO CAMILO ANDRES" userId="S::cacaimanu@udistrital.edu.co::2c0bd90d-4cc1-413b-b889-cd7efd29559f" providerId="AD" clId="Web-{CF8FC437-2277-01AF-CE32-2EEFA3DC2AC7}" dt="2025-04-09T14:11:29.863" v="47"/>
          <ac:spMkLst>
            <pc:docMk/>
            <pc:sldMk cId="2668113752" sldId="256"/>
            <ac:spMk id="2" creationId="{4E6F0BAA-DD3D-16D1-F6B5-EDFE8803281E}"/>
          </ac:spMkLst>
        </pc:spChg>
        <pc:spChg chg="mod ord">
          <ac:chgData name="CAIMAN URQUIJO CAMILO ANDRES" userId="S::cacaimanu@udistrital.edu.co::2c0bd90d-4cc1-413b-b889-cd7efd29559f" providerId="AD" clId="Web-{CF8FC437-2277-01AF-CE32-2EEFA3DC2AC7}" dt="2025-04-09T14:11:29.863" v="47"/>
          <ac:spMkLst>
            <pc:docMk/>
            <pc:sldMk cId="2668113752" sldId="256"/>
            <ac:spMk id="3" creationId="{262FE017-7A5C-8C37-E5F7-533AF5F80583}"/>
          </ac:spMkLst>
        </pc:spChg>
        <pc:spChg chg="add del">
          <ac:chgData name="CAIMAN URQUIJO CAMILO ANDRES" userId="S::cacaimanu@udistrital.edu.co::2c0bd90d-4cc1-413b-b889-cd7efd29559f" providerId="AD" clId="Web-{CF8FC437-2277-01AF-CE32-2EEFA3DC2AC7}" dt="2025-04-09T14:11:14.269" v="43"/>
          <ac:spMkLst>
            <pc:docMk/>
            <pc:sldMk cId="2668113752" sldId="256"/>
            <ac:spMk id="5" creationId="{FFD48BC7-DC40-47DE-87EE-9F4B6ECB9ABB}"/>
          </ac:spMkLst>
        </pc:spChg>
        <pc:spChg chg="add del">
          <ac:chgData name="CAIMAN URQUIJO CAMILO ANDRES" userId="S::cacaimanu@udistrital.edu.co::2c0bd90d-4cc1-413b-b889-cd7efd29559f" providerId="AD" clId="Web-{CF8FC437-2277-01AF-CE32-2EEFA3DC2AC7}" dt="2025-04-09T14:11:14.269" v="43"/>
          <ac:spMkLst>
            <pc:docMk/>
            <pc:sldMk cId="2668113752" sldId="256"/>
            <ac:spMk id="6" creationId="{E502BBC7-2C76-46F3-BC24-5985BC13DB88}"/>
          </ac:spMkLst>
        </pc:spChg>
        <pc:spChg chg="add del">
          <ac:chgData name="CAIMAN URQUIJO CAMILO ANDRES" userId="S::cacaimanu@udistrital.edu.co::2c0bd90d-4cc1-413b-b889-cd7efd29559f" providerId="AD" clId="Web-{CF8FC437-2277-01AF-CE32-2EEFA3DC2AC7}" dt="2025-04-09T14:11:14.269" v="43"/>
          <ac:spMkLst>
            <pc:docMk/>
            <pc:sldMk cId="2668113752" sldId="256"/>
            <ac:spMk id="7" creationId="{C7F28D52-2A5F-4D23-81AE-7CB8B591C7AF}"/>
          </ac:spMkLst>
        </pc:spChg>
        <pc:spChg chg="add del">
          <ac:chgData name="CAIMAN URQUIJO CAMILO ANDRES" userId="S::cacaimanu@udistrital.edu.co::2c0bd90d-4cc1-413b-b889-cd7efd29559f" providerId="AD" clId="Web-{CF8FC437-2277-01AF-CE32-2EEFA3DC2AC7}" dt="2025-04-09T14:01:52.743" v="7"/>
          <ac:spMkLst>
            <pc:docMk/>
            <pc:sldMk cId="2668113752" sldId="256"/>
            <ac:spMk id="8" creationId="{FFD48BC7-DC40-47DE-87EE-9F4B6ECB9ABB}"/>
          </ac:spMkLst>
        </pc:spChg>
        <pc:spChg chg="add del">
          <ac:chgData name="CAIMAN URQUIJO CAMILO ANDRES" userId="S::cacaimanu@udistrital.edu.co::2c0bd90d-4cc1-413b-b889-cd7efd29559f" providerId="AD" clId="Web-{CF8FC437-2277-01AF-CE32-2EEFA3DC2AC7}" dt="2025-04-09T14:11:14.269" v="43"/>
          <ac:spMkLst>
            <pc:docMk/>
            <pc:sldMk cId="2668113752" sldId="256"/>
            <ac:spMk id="9" creationId="{3629484E-3792-4B3D-89AD-7C8A1ED0E0D4}"/>
          </ac:spMkLst>
        </pc:spChg>
        <pc:spChg chg="add del">
          <ac:chgData name="CAIMAN URQUIJO CAMILO ANDRES" userId="S::cacaimanu@udistrital.edu.co::2c0bd90d-4cc1-413b-b889-cd7efd29559f" providerId="AD" clId="Web-{CF8FC437-2277-01AF-CE32-2EEFA3DC2AC7}" dt="2025-04-09T14:01:52.743" v="7"/>
          <ac:spMkLst>
            <pc:docMk/>
            <pc:sldMk cId="2668113752" sldId="256"/>
            <ac:spMk id="10" creationId="{E502BBC7-2C76-46F3-BC24-5985BC13DB88}"/>
          </ac:spMkLst>
        </pc:spChg>
        <pc:spChg chg="add del">
          <ac:chgData name="CAIMAN URQUIJO CAMILO ANDRES" userId="S::cacaimanu@udistrital.edu.co::2c0bd90d-4cc1-413b-b889-cd7efd29559f" providerId="AD" clId="Web-{CF8FC437-2277-01AF-CE32-2EEFA3DC2AC7}" dt="2025-04-09T14:01:52.743" v="7"/>
          <ac:spMkLst>
            <pc:docMk/>
            <pc:sldMk cId="2668113752" sldId="256"/>
            <ac:spMk id="12" creationId="{C7F28D52-2A5F-4D23-81AE-7CB8B591C7AF}"/>
          </ac:spMkLst>
        </pc:spChg>
        <pc:spChg chg="add del">
          <ac:chgData name="CAIMAN URQUIJO CAMILO ANDRES" userId="S::cacaimanu@udistrital.edu.co::2c0bd90d-4cc1-413b-b889-cd7efd29559f" providerId="AD" clId="Web-{CF8FC437-2277-01AF-CE32-2EEFA3DC2AC7}" dt="2025-04-09T14:01:52.743" v="7"/>
          <ac:spMkLst>
            <pc:docMk/>
            <pc:sldMk cId="2668113752" sldId="256"/>
            <ac:spMk id="14" creationId="{3629484E-3792-4B3D-89AD-7C8A1ED0E0D4}"/>
          </ac:spMkLst>
        </pc:spChg>
      </pc:sldChg>
      <pc:sldChg chg="addSp delSp modSp mod setBg modClrScheme delDesignElem chgLayout">
        <pc:chgData name="CAIMAN URQUIJO CAMILO ANDRES" userId="S::cacaimanu@udistrital.edu.co::2c0bd90d-4cc1-413b-b889-cd7efd29559f" providerId="AD" clId="Web-{CF8FC437-2277-01AF-CE32-2EEFA3DC2AC7}" dt="2025-04-09T14:11:29.863" v="47"/>
        <pc:sldMkLst>
          <pc:docMk/>
          <pc:sldMk cId="2468297432" sldId="257"/>
        </pc:sldMkLst>
        <pc:spChg chg="mod ord">
          <ac:chgData name="CAIMAN URQUIJO CAMILO ANDRES" userId="S::cacaimanu@udistrital.edu.co::2c0bd90d-4cc1-413b-b889-cd7efd29559f" providerId="AD" clId="Web-{CF8FC437-2277-01AF-CE32-2EEFA3DC2AC7}" dt="2025-04-09T14:11:29.863" v="47"/>
          <ac:spMkLst>
            <pc:docMk/>
            <pc:sldMk cId="2468297432" sldId="257"/>
            <ac:spMk id="2" creationId="{91081464-D9F0-0A2C-A4C7-A3ABA36ADB3F}"/>
          </ac:spMkLst>
        </pc:spChg>
        <pc:spChg chg="add del">
          <ac:chgData name="CAIMAN URQUIJO CAMILO ANDRES" userId="S::cacaimanu@udistrital.edu.co::2c0bd90d-4cc1-413b-b889-cd7efd29559f" providerId="AD" clId="Web-{CF8FC437-2277-01AF-CE32-2EEFA3DC2AC7}" dt="2025-04-09T14:01:52.743" v="7"/>
          <ac:spMkLst>
            <pc:docMk/>
            <pc:sldMk cId="2468297432" sldId="257"/>
            <ac:spMk id="11" creationId="{345A976A-8DE3-4B67-B94B-2044FDD12899}"/>
          </ac:spMkLst>
        </pc:spChg>
        <pc:spChg chg="add del">
          <ac:chgData name="CAIMAN URQUIJO CAMILO ANDRES" userId="S::cacaimanu@udistrital.edu.co::2c0bd90d-4cc1-413b-b889-cd7efd29559f" providerId="AD" clId="Web-{CF8FC437-2277-01AF-CE32-2EEFA3DC2AC7}" dt="2025-04-09T14:01:52.743" v="7"/>
          <ac:spMkLst>
            <pc:docMk/>
            <pc:sldMk cId="2468297432" sldId="257"/>
            <ac:spMk id="13" creationId="{6EAAA1B9-2DDB-49C9-A037-A523D2F13C15}"/>
          </ac:spMkLst>
        </pc:spChg>
        <pc:grpChg chg="add del">
          <ac:chgData name="CAIMAN URQUIJO CAMILO ANDRES" userId="S::cacaimanu@udistrital.edu.co::2c0bd90d-4cc1-413b-b889-cd7efd29559f" providerId="AD" clId="Web-{CF8FC437-2277-01AF-CE32-2EEFA3DC2AC7}" dt="2025-04-09T14:01:52.743" v="7"/>
          <ac:grpSpMkLst>
            <pc:docMk/>
            <pc:sldMk cId="2468297432" sldId="257"/>
            <ac:grpSpMk id="15" creationId="{B441F8D5-EBCE-4FB9-91A9-3425971C1F99}"/>
          </ac:grpSpMkLst>
        </pc:grpChg>
        <pc:grpChg chg="add del">
          <ac:chgData name="CAIMAN URQUIJO CAMILO ANDRES" userId="S::cacaimanu@udistrital.edu.co::2c0bd90d-4cc1-413b-b889-cd7efd29559f" providerId="AD" clId="Web-{CF8FC437-2277-01AF-CE32-2EEFA3DC2AC7}" dt="2025-04-09T14:01:52.743" v="7"/>
          <ac:grpSpMkLst>
            <pc:docMk/>
            <pc:sldMk cId="2468297432" sldId="257"/>
            <ac:grpSpMk id="21" creationId="{08701F99-7E4C-4B92-A4B5-307CDFB7A4DE}"/>
          </ac:grpSpMkLst>
        </pc:grpChg>
        <pc:graphicFrameChg chg="mod ord">
          <ac:chgData name="CAIMAN URQUIJO CAMILO ANDRES" userId="S::cacaimanu@udistrital.edu.co::2c0bd90d-4cc1-413b-b889-cd7efd29559f" providerId="AD" clId="Web-{CF8FC437-2277-01AF-CE32-2EEFA3DC2AC7}" dt="2025-04-09T14:11:29.863" v="47"/>
          <ac:graphicFrameMkLst>
            <pc:docMk/>
            <pc:sldMk cId="2468297432" sldId="257"/>
            <ac:graphicFrameMk id="6" creationId="{23E16EAF-EFE0-88E6-AF88-8FE1ABE51495}"/>
          </ac:graphicFrameMkLst>
        </pc:graphicFrameChg>
      </pc:sldChg>
      <pc:sldChg chg="modSp mod modClrScheme chgLayout">
        <pc:chgData name="CAIMAN URQUIJO CAMILO ANDRES" userId="S::cacaimanu@udistrital.edu.co::2c0bd90d-4cc1-413b-b889-cd7efd29559f" providerId="AD" clId="Web-{CF8FC437-2277-01AF-CE32-2EEFA3DC2AC7}" dt="2025-04-09T14:11:29.863" v="47"/>
        <pc:sldMkLst>
          <pc:docMk/>
          <pc:sldMk cId="3370642183" sldId="258"/>
        </pc:sldMkLst>
        <pc:spChg chg="mod ord">
          <ac:chgData name="CAIMAN URQUIJO CAMILO ANDRES" userId="S::cacaimanu@udistrital.edu.co::2c0bd90d-4cc1-413b-b889-cd7efd29559f" providerId="AD" clId="Web-{CF8FC437-2277-01AF-CE32-2EEFA3DC2AC7}" dt="2025-04-09T14:11:29.863" v="47"/>
          <ac:spMkLst>
            <pc:docMk/>
            <pc:sldMk cId="3370642183" sldId="258"/>
            <ac:spMk id="2" creationId="{296B91F9-ABC0-69A9-C2C3-016E94C875C6}"/>
          </ac:spMkLst>
        </pc:spChg>
        <pc:graphicFrameChg chg="mod ord">
          <ac:chgData name="CAIMAN URQUIJO CAMILO ANDRES" userId="S::cacaimanu@udistrital.edu.co::2c0bd90d-4cc1-413b-b889-cd7efd29559f" providerId="AD" clId="Web-{CF8FC437-2277-01AF-CE32-2EEFA3DC2AC7}" dt="2025-04-09T14:11:29.863" v="47"/>
          <ac:graphicFrameMkLst>
            <pc:docMk/>
            <pc:sldMk cId="3370642183" sldId="258"/>
            <ac:graphicFrameMk id="7" creationId="{4CA0CA6F-4821-765E-E014-60DED30AAF4D}"/>
          </ac:graphicFrameMkLst>
        </pc:graphicFrameChg>
      </pc:sldChg>
      <pc:sldChg chg="addSp delSp modSp mod modClrScheme chgLayout">
        <pc:chgData name="CAIMAN URQUIJO CAMILO ANDRES" userId="S::cacaimanu@udistrital.edu.co::2c0bd90d-4cc1-413b-b889-cd7efd29559f" providerId="AD" clId="Web-{CF8FC437-2277-01AF-CE32-2EEFA3DC2AC7}" dt="2025-04-09T14:18:29.925" v="58"/>
        <pc:sldMkLst>
          <pc:docMk/>
          <pc:sldMk cId="4006409133" sldId="259"/>
        </pc:sldMkLst>
        <pc:spChg chg="mod ord">
          <ac:chgData name="CAIMAN URQUIJO CAMILO ANDRES" userId="S::cacaimanu@udistrital.edu.co::2c0bd90d-4cc1-413b-b889-cd7efd29559f" providerId="AD" clId="Web-{CF8FC437-2277-01AF-CE32-2EEFA3DC2AC7}" dt="2025-04-09T14:17:41.656" v="56" actId="20577"/>
          <ac:spMkLst>
            <pc:docMk/>
            <pc:sldMk cId="4006409133" sldId="259"/>
            <ac:spMk id="2" creationId="{3DF763CD-DAE0-FD8B-1A89-C2B7BCB0989E}"/>
          </ac:spMkLst>
        </pc:spChg>
        <pc:spChg chg="add del mod">
          <ac:chgData name="CAIMAN URQUIJO CAMILO ANDRES" userId="S::cacaimanu@udistrital.edu.co::2c0bd90d-4cc1-413b-b889-cd7efd29559f" providerId="AD" clId="Web-{CF8FC437-2277-01AF-CE32-2EEFA3DC2AC7}" dt="2025-04-09T14:15:41.038" v="50"/>
          <ac:spMkLst>
            <pc:docMk/>
            <pc:sldMk cId="4006409133" sldId="259"/>
            <ac:spMk id="4" creationId="{22A7EC24-7590-6F9A-FC09-793B0A243CCB}"/>
          </ac:spMkLst>
        </pc:spChg>
        <pc:graphicFrameChg chg="del mod ord">
          <ac:chgData name="CAIMAN URQUIJO CAMILO ANDRES" userId="S::cacaimanu@udistrital.edu.co::2c0bd90d-4cc1-413b-b889-cd7efd29559f" providerId="AD" clId="Web-{CF8FC437-2277-01AF-CE32-2EEFA3DC2AC7}" dt="2025-04-09T14:15:33.787" v="48"/>
          <ac:graphicFrameMkLst>
            <pc:docMk/>
            <pc:sldMk cId="4006409133" sldId="259"/>
            <ac:graphicFrameMk id="5" creationId="{EAB8D089-FEF5-3B74-66A5-45F1AE824D28}"/>
          </ac:graphicFrameMkLst>
        </pc:graphicFrameChg>
        <pc:graphicFrameChg chg="add mod topLvl modGraphic">
          <ac:chgData name="CAIMAN URQUIJO CAMILO ANDRES" userId="S::cacaimanu@udistrital.edu.co::2c0bd90d-4cc1-413b-b889-cd7efd29559f" providerId="AD" clId="Web-{CF8FC437-2277-01AF-CE32-2EEFA3DC2AC7}" dt="2025-04-09T14:18:29.925" v="58"/>
          <ac:graphicFrameMkLst>
            <pc:docMk/>
            <pc:sldMk cId="4006409133" sldId="259"/>
            <ac:graphicFrameMk id="6" creationId="{EAB8D089-FEF5-3B74-66A5-45F1AE824D28}"/>
          </ac:graphicFrameMkLst>
        </pc:graphicFrameChg>
      </pc:sldChg>
      <pc:sldChg chg="addSp delSp modSp mod modClrScheme chgLayout">
        <pc:chgData name="CAIMAN URQUIJO CAMILO ANDRES" userId="S::cacaimanu@udistrital.edu.co::2c0bd90d-4cc1-413b-b889-cd7efd29559f" providerId="AD" clId="Web-{CF8FC437-2277-01AF-CE32-2EEFA3DC2AC7}" dt="2025-04-09T14:25:04.016" v="72" actId="14100"/>
        <pc:sldMkLst>
          <pc:docMk/>
          <pc:sldMk cId="1895440336" sldId="260"/>
        </pc:sldMkLst>
        <pc:spChg chg="mod ord">
          <ac:chgData name="CAIMAN URQUIJO CAMILO ANDRES" userId="S::cacaimanu@udistrital.edu.co::2c0bd90d-4cc1-413b-b889-cd7efd29559f" providerId="AD" clId="Web-{CF8FC437-2277-01AF-CE32-2EEFA3DC2AC7}" dt="2025-04-09T14:11:29.863" v="47"/>
          <ac:spMkLst>
            <pc:docMk/>
            <pc:sldMk cId="1895440336" sldId="260"/>
            <ac:spMk id="2" creationId="{1E9B987E-420E-4D10-4EC9-ECFB5EE9BF5E}"/>
          </ac:spMkLst>
        </pc:spChg>
        <pc:graphicFrameChg chg="add del mod topLvl modGraphic">
          <ac:chgData name="CAIMAN URQUIJO CAMILO ANDRES" userId="S::cacaimanu@udistrital.edu.co::2c0bd90d-4cc1-413b-b889-cd7efd29559f" providerId="AD" clId="Web-{CF8FC437-2277-01AF-CE32-2EEFA3DC2AC7}" dt="2025-04-09T14:07:41.425" v="21"/>
          <ac:graphicFrameMkLst>
            <pc:docMk/>
            <pc:sldMk cId="1895440336" sldId="260"/>
            <ac:graphicFrameMk id="3" creationId="{7DF06B3A-3013-808F-7481-5571C4B7CF73}"/>
          </ac:graphicFrameMkLst>
        </pc:graphicFrameChg>
        <pc:graphicFrameChg chg="add del mod">
          <ac:chgData name="CAIMAN URQUIJO CAMILO ANDRES" userId="S::cacaimanu@udistrital.edu.co::2c0bd90d-4cc1-413b-b889-cd7efd29559f" providerId="AD" clId="Web-{CF8FC437-2277-01AF-CE32-2EEFA3DC2AC7}" dt="2025-04-09T14:24:54.625" v="69"/>
          <ac:graphicFrameMkLst>
            <pc:docMk/>
            <pc:sldMk cId="1895440336" sldId="260"/>
            <ac:graphicFrameMk id="4" creationId="{7DF06B3A-3013-808F-7481-5571C4B7CF73}"/>
          </ac:graphicFrameMkLst>
        </pc:graphicFrameChg>
        <pc:graphicFrameChg chg="del">
          <ac:chgData name="CAIMAN URQUIJO CAMILO ANDRES" userId="S::cacaimanu@udistrital.edu.co::2c0bd90d-4cc1-413b-b889-cd7efd29559f" providerId="AD" clId="Web-{CF8FC437-2277-01AF-CE32-2EEFA3DC2AC7}" dt="2025-04-09T13:58:45.089" v="0"/>
          <ac:graphicFrameMkLst>
            <pc:docMk/>
            <pc:sldMk cId="1895440336" sldId="260"/>
            <ac:graphicFrameMk id="6" creationId="{7DF06B3A-3013-808F-7481-5571C4B7CF73}"/>
          </ac:graphicFrameMkLst>
        </pc:graphicFrameChg>
        <pc:graphicFrameChg chg="add del mod">
          <ac:chgData name="CAIMAN URQUIJO CAMILO ANDRES" userId="S::cacaimanu@udistrital.edu.co::2c0bd90d-4cc1-413b-b889-cd7efd29559f" providerId="AD" clId="Web-{CF8FC437-2277-01AF-CE32-2EEFA3DC2AC7}" dt="2025-04-09T14:08:31.147" v="26"/>
          <ac:graphicFrameMkLst>
            <pc:docMk/>
            <pc:sldMk cId="1895440336" sldId="260"/>
            <ac:graphicFrameMk id="7" creationId="{C63EFED1-67C7-3B75-B974-72BD82EFDF4E}"/>
          </ac:graphicFrameMkLst>
        </pc:graphicFrameChg>
        <pc:graphicFrameChg chg="add del mod">
          <ac:chgData name="CAIMAN URQUIJO CAMILO ANDRES" userId="S::cacaimanu@udistrital.edu.co::2c0bd90d-4cc1-413b-b889-cd7efd29559f" providerId="AD" clId="Web-{CF8FC437-2277-01AF-CE32-2EEFA3DC2AC7}" dt="2025-04-09T14:08:36.632" v="28"/>
          <ac:graphicFrameMkLst>
            <pc:docMk/>
            <pc:sldMk cId="1895440336" sldId="260"/>
            <ac:graphicFrameMk id="9" creationId="{A68DEAF2-6162-B87C-12BD-811CB8703120}"/>
          </ac:graphicFrameMkLst>
        </pc:graphicFrameChg>
        <pc:graphicFrameChg chg="add mod">
          <ac:chgData name="CAIMAN URQUIJO CAMILO ANDRES" userId="S::cacaimanu@udistrital.edu.co::2c0bd90d-4cc1-413b-b889-cd7efd29559f" providerId="AD" clId="Web-{CF8FC437-2277-01AF-CE32-2EEFA3DC2AC7}" dt="2025-04-09T14:25:04.016" v="72" actId="14100"/>
          <ac:graphicFrameMkLst>
            <pc:docMk/>
            <pc:sldMk cId="1895440336" sldId="260"/>
            <ac:graphicFrameMk id="10" creationId="{7DF06B3A-3013-808F-7481-5571C4B7CF73}"/>
          </ac:graphicFrameMkLst>
        </pc:graphicFrameChg>
      </pc:sldChg>
      <pc:sldChg chg="addSp delSp modSp mod modClrScheme chgLayout">
        <pc:chgData name="CAIMAN URQUIJO CAMILO ANDRES" userId="S::cacaimanu@udistrital.edu.co::2c0bd90d-4cc1-413b-b889-cd7efd29559f" providerId="AD" clId="Web-{CF8FC437-2277-01AF-CE32-2EEFA3DC2AC7}" dt="2025-04-09T14:25:20.314" v="76" actId="14100"/>
        <pc:sldMkLst>
          <pc:docMk/>
          <pc:sldMk cId="485237318" sldId="261"/>
        </pc:sldMkLst>
        <pc:spChg chg="mod ord">
          <ac:chgData name="CAIMAN URQUIJO CAMILO ANDRES" userId="S::cacaimanu@udistrital.edu.co::2c0bd90d-4cc1-413b-b889-cd7efd29559f" providerId="AD" clId="Web-{CF8FC437-2277-01AF-CE32-2EEFA3DC2AC7}" dt="2025-04-09T14:11:29.863" v="47"/>
          <ac:spMkLst>
            <pc:docMk/>
            <pc:sldMk cId="485237318" sldId="261"/>
            <ac:spMk id="2" creationId="{1535A58C-65B7-A8DF-73F6-FEB0735BBD6A}"/>
          </ac:spMkLst>
        </pc:spChg>
        <pc:spChg chg="add del mod">
          <ac:chgData name="CAIMAN URQUIJO CAMILO ANDRES" userId="S::cacaimanu@udistrital.edu.co::2c0bd90d-4cc1-413b-b889-cd7efd29559f" providerId="AD" clId="Web-{CF8FC437-2277-01AF-CE32-2EEFA3DC2AC7}" dt="2025-04-09T14:04:36.974" v="14"/>
          <ac:spMkLst>
            <pc:docMk/>
            <pc:sldMk cId="485237318" sldId="261"/>
            <ac:spMk id="5" creationId="{4D9A5602-9937-EB39-3B33-B148673E7B29}"/>
          </ac:spMkLst>
        </pc:spChg>
        <pc:graphicFrameChg chg="del mod ord">
          <ac:chgData name="CAIMAN URQUIJO CAMILO ANDRES" userId="S::cacaimanu@udistrital.edu.co::2c0bd90d-4cc1-413b-b889-cd7efd29559f" providerId="AD" clId="Web-{CF8FC437-2277-01AF-CE32-2EEFA3DC2AC7}" dt="2025-04-09T14:04:28.067" v="12"/>
          <ac:graphicFrameMkLst>
            <pc:docMk/>
            <pc:sldMk cId="485237318" sldId="261"/>
            <ac:graphicFrameMk id="4" creationId="{DFE3DBAA-2697-2ABB-DF02-F0BC5273CBCA}"/>
          </ac:graphicFrameMkLst>
        </pc:graphicFrameChg>
        <pc:graphicFrameChg chg="add del mod topLvl modGraphic">
          <ac:chgData name="CAIMAN URQUIJO CAMILO ANDRES" userId="S::cacaimanu@udistrital.edu.co::2c0bd90d-4cc1-413b-b889-cd7efd29559f" providerId="AD" clId="Web-{CF8FC437-2277-01AF-CE32-2EEFA3DC2AC7}" dt="2025-04-09T14:25:12.298" v="73"/>
          <ac:graphicFrameMkLst>
            <pc:docMk/>
            <pc:sldMk cId="485237318" sldId="261"/>
            <ac:graphicFrameMk id="6" creationId="{DFE3DBAA-2697-2ABB-DF02-F0BC5273CBCA}"/>
          </ac:graphicFrameMkLst>
        </pc:graphicFrameChg>
        <pc:graphicFrameChg chg="add mod">
          <ac:chgData name="CAIMAN URQUIJO CAMILO ANDRES" userId="S::cacaimanu@udistrital.edu.co::2c0bd90d-4cc1-413b-b889-cd7efd29559f" providerId="AD" clId="Web-{CF8FC437-2277-01AF-CE32-2EEFA3DC2AC7}" dt="2025-04-09T14:25:20.314" v="76" actId="14100"/>
          <ac:graphicFrameMkLst>
            <pc:docMk/>
            <pc:sldMk cId="485237318" sldId="261"/>
            <ac:graphicFrameMk id="7" creationId="{DFE3DBAA-2697-2ABB-DF02-F0BC5273CBCA}"/>
          </ac:graphicFrameMkLst>
        </pc:graphicFrameChg>
      </pc:sldChg>
      <pc:sldChg chg="addSp delSp modSp mod modClrScheme chgLayout">
        <pc:chgData name="CAIMAN URQUIJO CAMILO ANDRES" userId="S::cacaimanu@udistrital.edu.co::2c0bd90d-4cc1-413b-b889-cd7efd29559f" providerId="AD" clId="Web-{CF8FC437-2277-01AF-CE32-2EEFA3DC2AC7}" dt="2025-04-09T14:51:11.256" v="114" actId="20577"/>
        <pc:sldMkLst>
          <pc:docMk/>
          <pc:sldMk cId="3328799177" sldId="262"/>
        </pc:sldMkLst>
        <pc:spChg chg="mod ord">
          <ac:chgData name="CAIMAN URQUIJO CAMILO ANDRES" userId="S::cacaimanu@udistrital.edu.co::2c0bd90d-4cc1-413b-b889-cd7efd29559f" providerId="AD" clId="Web-{CF8FC437-2277-01AF-CE32-2EEFA3DC2AC7}" dt="2025-04-09T14:51:11.256" v="114" actId="20577"/>
          <ac:spMkLst>
            <pc:docMk/>
            <pc:sldMk cId="3328799177" sldId="262"/>
            <ac:spMk id="2" creationId="{44C4A140-FBF2-F3E7-A6E5-7756E48B919F}"/>
          </ac:spMkLst>
        </pc:spChg>
        <pc:spChg chg="add del mod">
          <ac:chgData name="CAIMAN URQUIJO CAMILO ANDRES" userId="S::cacaimanu@udistrital.edu.co::2c0bd90d-4cc1-413b-b889-cd7efd29559f" providerId="AD" clId="Web-{CF8FC437-2277-01AF-CE32-2EEFA3DC2AC7}" dt="2025-04-09T14:21:11.781" v="61"/>
          <ac:spMkLst>
            <pc:docMk/>
            <pc:sldMk cId="3328799177" sldId="262"/>
            <ac:spMk id="5" creationId="{D6F1358B-58E4-BBBE-D534-0B74DC734CEB}"/>
          </ac:spMkLst>
        </pc:spChg>
        <pc:graphicFrameChg chg="del mod ord">
          <ac:chgData name="CAIMAN URQUIJO CAMILO ANDRES" userId="S::cacaimanu@udistrital.edu.co::2c0bd90d-4cc1-413b-b889-cd7efd29559f" providerId="AD" clId="Web-{CF8FC437-2277-01AF-CE32-2EEFA3DC2AC7}" dt="2025-04-09T14:21:03.780" v="59"/>
          <ac:graphicFrameMkLst>
            <pc:docMk/>
            <pc:sldMk cId="3328799177" sldId="262"/>
            <ac:graphicFrameMk id="4" creationId="{B98D30DC-3D2F-7DD6-AE52-D351F05DBAB8}"/>
          </ac:graphicFrameMkLst>
        </pc:graphicFrameChg>
        <pc:graphicFrameChg chg="add del mod topLvl modGraphic">
          <ac:chgData name="CAIMAN URQUIJO CAMILO ANDRES" userId="S::cacaimanu@udistrital.edu.co::2c0bd90d-4cc1-413b-b889-cd7efd29559f" providerId="AD" clId="Web-{CF8FC437-2277-01AF-CE32-2EEFA3DC2AC7}" dt="2025-04-09T14:22:15.051" v="65"/>
          <ac:graphicFrameMkLst>
            <pc:docMk/>
            <pc:sldMk cId="3328799177" sldId="262"/>
            <ac:graphicFrameMk id="6" creationId="{B98D30DC-3D2F-7DD6-AE52-D351F05DBAB8}"/>
          </ac:graphicFrameMkLst>
        </pc:graphicFrameChg>
        <pc:graphicFrameChg chg="add mod">
          <ac:chgData name="CAIMAN URQUIJO CAMILO ANDRES" userId="S::cacaimanu@udistrital.edu.co::2c0bd90d-4cc1-413b-b889-cd7efd29559f" providerId="AD" clId="Web-{CF8FC437-2277-01AF-CE32-2EEFA3DC2AC7}" dt="2025-04-09T14:22:27.989" v="68" actId="14100"/>
          <ac:graphicFrameMkLst>
            <pc:docMk/>
            <pc:sldMk cId="3328799177" sldId="262"/>
            <ac:graphicFrameMk id="7" creationId="{B98D30DC-3D2F-7DD6-AE52-D351F05DBAB8}"/>
          </ac:graphicFrameMkLst>
        </pc:graphicFrameChg>
        <pc:graphicFrameChg chg="add del mod">
          <ac:chgData name="CAIMAN URQUIJO CAMILO ANDRES" userId="S::cacaimanu@udistrital.edu.co::2c0bd90d-4cc1-413b-b889-cd7efd29559f" providerId="AD" clId="Web-{CF8FC437-2277-01AF-CE32-2EEFA3DC2AC7}" dt="2025-04-09T14:44:09.397" v="101"/>
          <ac:graphicFrameMkLst>
            <pc:docMk/>
            <pc:sldMk cId="3328799177" sldId="262"/>
            <ac:graphicFrameMk id="9" creationId="{8D4D5D3A-F371-2987-861D-6D5D3C33F339}"/>
          </ac:graphicFrameMkLst>
        </pc:graphicFrameChg>
      </pc:sldChg>
      <pc:sldChg chg="addSp delSp modSp mod modClrScheme chgLayout">
        <pc:chgData name="CAIMAN URQUIJO CAMILO ANDRES" userId="S::cacaimanu@udistrital.edu.co::2c0bd90d-4cc1-413b-b889-cd7efd29559f" providerId="AD" clId="Web-{CF8FC437-2277-01AF-CE32-2EEFA3DC2AC7}" dt="2025-04-09T14:30:30.603" v="85" actId="20577"/>
        <pc:sldMkLst>
          <pc:docMk/>
          <pc:sldMk cId="396829913" sldId="263"/>
        </pc:sldMkLst>
        <pc:spChg chg="mod ord">
          <ac:chgData name="CAIMAN URQUIJO CAMILO ANDRES" userId="S::cacaimanu@udistrital.edu.co::2c0bd90d-4cc1-413b-b889-cd7efd29559f" providerId="AD" clId="Web-{CF8FC437-2277-01AF-CE32-2EEFA3DC2AC7}" dt="2025-04-09T14:30:30.603" v="85" actId="20577"/>
          <ac:spMkLst>
            <pc:docMk/>
            <pc:sldMk cId="396829913" sldId="263"/>
            <ac:spMk id="2" creationId="{C12F5103-228C-0FEF-193F-BCEC21FD7647}"/>
          </ac:spMkLst>
        </pc:spChg>
        <pc:spChg chg="add del mod">
          <ac:chgData name="CAIMAN URQUIJO CAMILO ANDRES" userId="S::cacaimanu@udistrital.edu.co::2c0bd90d-4cc1-413b-b889-cd7efd29559f" providerId="AD" clId="Web-{CF8FC437-2277-01AF-CE32-2EEFA3DC2AC7}" dt="2025-04-09T14:29:23.817" v="79"/>
          <ac:spMkLst>
            <pc:docMk/>
            <pc:sldMk cId="396829913" sldId="263"/>
            <ac:spMk id="5" creationId="{0DD6EEA6-C369-1A9C-C9CC-C81A02F9D0E3}"/>
          </ac:spMkLst>
        </pc:spChg>
        <pc:graphicFrameChg chg="del mod ord">
          <ac:chgData name="CAIMAN URQUIJO CAMILO ANDRES" userId="S::cacaimanu@udistrital.edu.co::2c0bd90d-4cc1-413b-b889-cd7efd29559f" providerId="AD" clId="Web-{CF8FC437-2277-01AF-CE32-2EEFA3DC2AC7}" dt="2025-04-09T14:29:19.394" v="77"/>
          <ac:graphicFrameMkLst>
            <pc:docMk/>
            <pc:sldMk cId="396829913" sldId="263"/>
            <ac:graphicFrameMk id="4" creationId="{CC781AE5-1C80-4C11-BA5D-1C6E3B384053}"/>
          </ac:graphicFrameMkLst>
        </pc:graphicFrameChg>
        <pc:graphicFrameChg chg="add mod">
          <ac:chgData name="CAIMAN URQUIJO CAMILO ANDRES" userId="S::cacaimanu@udistrital.edu.co::2c0bd90d-4cc1-413b-b889-cd7efd29559f" providerId="AD" clId="Web-{CF8FC437-2277-01AF-CE32-2EEFA3DC2AC7}" dt="2025-04-09T14:29:32.020" v="81" actId="14100"/>
          <ac:graphicFrameMkLst>
            <pc:docMk/>
            <pc:sldMk cId="396829913" sldId="263"/>
            <ac:graphicFrameMk id="6" creationId="{CC781AE5-1C80-4C11-BA5D-1C6E3B384053}"/>
          </ac:graphicFrameMkLst>
        </pc:graphicFrameChg>
      </pc:sldChg>
      <pc:sldChg chg="addSp delSp modSp mod modClrScheme chgLayout">
        <pc:chgData name="CAIMAN URQUIJO CAMILO ANDRES" userId="S::cacaimanu@udistrital.edu.co::2c0bd90d-4cc1-413b-b889-cd7efd29559f" providerId="AD" clId="Web-{CF8FC437-2277-01AF-CE32-2EEFA3DC2AC7}" dt="2025-04-09T14:55:19.805" v="134" actId="20577"/>
        <pc:sldMkLst>
          <pc:docMk/>
          <pc:sldMk cId="560235258" sldId="264"/>
        </pc:sldMkLst>
        <pc:spChg chg="mod ord">
          <ac:chgData name="CAIMAN URQUIJO CAMILO ANDRES" userId="S::cacaimanu@udistrital.edu.co::2c0bd90d-4cc1-413b-b889-cd7efd29559f" providerId="AD" clId="Web-{CF8FC437-2277-01AF-CE32-2EEFA3DC2AC7}" dt="2025-04-09T14:55:19.805" v="134" actId="20577"/>
          <ac:spMkLst>
            <pc:docMk/>
            <pc:sldMk cId="560235258" sldId="264"/>
            <ac:spMk id="2" creationId="{37A534EB-BC60-6009-987F-E6508D9405EA}"/>
          </ac:spMkLst>
        </pc:spChg>
        <pc:spChg chg="add del mod">
          <ac:chgData name="CAIMAN URQUIJO CAMILO ANDRES" userId="S::cacaimanu@udistrital.edu.co::2c0bd90d-4cc1-413b-b889-cd7efd29559f" providerId="AD" clId="Web-{CF8FC437-2277-01AF-CE32-2EEFA3DC2AC7}" dt="2025-04-09T14:33:06.083" v="91"/>
          <ac:spMkLst>
            <pc:docMk/>
            <pc:sldMk cId="560235258" sldId="264"/>
            <ac:spMk id="5" creationId="{B6B6C2E4-C509-AB21-171B-BC66CE632E01}"/>
          </ac:spMkLst>
        </pc:spChg>
        <pc:graphicFrameChg chg="del mod ord">
          <ac:chgData name="CAIMAN URQUIJO CAMILO ANDRES" userId="S::cacaimanu@udistrital.edu.co::2c0bd90d-4cc1-413b-b889-cd7efd29559f" providerId="AD" clId="Web-{CF8FC437-2277-01AF-CE32-2EEFA3DC2AC7}" dt="2025-04-09T14:32:58.254" v="86"/>
          <ac:graphicFrameMkLst>
            <pc:docMk/>
            <pc:sldMk cId="560235258" sldId="264"/>
            <ac:graphicFrameMk id="4" creationId="{6F4C489E-1726-AFE9-121E-40AB0649F62D}"/>
          </ac:graphicFrameMkLst>
        </pc:graphicFrameChg>
        <pc:graphicFrameChg chg="add mod">
          <ac:chgData name="CAIMAN URQUIJO CAMILO ANDRES" userId="S::cacaimanu@udistrital.edu.co::2c0bd90d-4cc1-413b-b889-cd7efd29559f" providerId="AD" clId="Web-{CF8FC437-2277-01AF-CE32-2EEFA3DC2AC7}" dt="2025-04-09T14:33:12.255" v="93" actId="14100"/>
          <ac:graphicFrameMkLst>
            <pc:docMk/>
            <pc:sldMk cId="560235258" sldId="264"/>
            <ac:graphicFrameMk id="6" creationId="{6F4C489E-1726-AFE9-121E-40AB0649F62D}"/>
          </ac:graphicFrameMkLst>
        </pc:graphicFrameChg>
        <pc:graphicFrameChg chg="add del mod">
          <ac:chgData name="CAIMAN URQUIJO CAMILO ANDRES" userId="S::cacaimanu@udistrital.edu.co::2c0bd90d-4cc1-413b-b889-cd7efd29559f" providerId="AD" clId="Web-{CF8FC437-2277-01AF-CE32-2EEFA3DC2AC7}" dt="2025-04-09T14:33:25.944" v="95"/>
          <ac:graphicFrameMkLst>
            <pc:docMk/>
            <pc:sldMk cId="560235258" sldId="264"/>
            <ac:graphicFrameMk id="8" creationId="{5F51700B-D7CC-E3F5-DD22-140C28E531A8}"/>
          </ac:graphicFrameMkLst>
        </pc:graphicFrameChg>
      </pc:sldChg>
      <pc:sldChg chg="addSp delSp modSp mod modClrScheme chgLayout">
        <pc:chgData name="CAIMAN URQUIJO CAMILO ANDRES" userId="S::cacaimanu@udistrital.edu.co::2c0bd90d-4cc1-413b-b889-cd7efd29559f" providerId="AD" clId="Web-{CF8FC437-2277-01AF-CE32-2EEFA3DC2AC7}" dt="2025-04-09T14:55:23.039" v="135"/>
        <pc:sldMkLst>
          <pc:docMk/>
          <pc:sldMk cId="10568586" sldId="265"/>
        </pc:sldMkLst>
        <pc:spChg chg="mod ord">
          <ac:chgData name="CAIMAN URQUIJO CAMILO ANDRES" userId="S::cacaimanu@udistrital.edu.co::2c0bd90d-4cc1-413b-b889-cd7efd29559f" providerId="AD" clId="Web-{CF8FC437-2277-01AF-CE32-2EEFA3DC2AC7}" dt="2025-04-09T14:55:23.039" v="135"/>
          <ac:spMkLst>
            <pc:docMk/>
            <pc:sldMk cId="10568586" sldId="265"/>
            <ac:spMk id="2" creationId="{D48D0EBE-826E-7D72-46AD-60303E801D32}"/>
          </ac:spMkLst>
        </pc:spChg>
        <pc:spChg chg="add del mod">
          <ac:chgData name="CAIMAN URQUIJO CAMILO ANDRES" userId="S::cacaimanu@udistrital.edu.co::2c0bd90d-4cc1-413b-b889-cd7efd29559f" providerId="AD" clId="Web-{CF8FC437-2277-01AF-CE32-2EEFA3DC2AC7}" dt="2025-04-09T14:54:44.099" v="125"/>
          <ac:spMkLst>
            <pc:docMk/>
            <pc:sldMk cId="10568586" sldId="265"/>
            <ac:spMk id="7" creationId="{CAE555AA-83FD-35BB-1D32-B768579E01C7}"/>
          </ac:spMkLst>
        </pc:spChg>
        <pc:graphicFrameChg chg="del mod ord">
          <ac:chgData name="CAIMAN URQUIJO CAMILO ANDRES" userId="S::cacaimanu@udistrital.edu.co::2c0bd90d-4cc1-413b-b889-cd7efd29559f" providerId="AD" clId="Web-{CF8FC437-2277-01AF-CE32-2EEFA3DC2AC7}" dt="2025-04-09T14:54:40.052" v="124"/>
          <ac:graphicFrameMkLst>
            <pc:docMk/>
            <pc:sldMk cId="10568586" sldId="265"/>
            <ac:graphicFrameMk id="4" creationId="{A48E5E69-DD38-0109-0C0A-8E4367B7EC62}"/>
          </ac:graphicFrameMkLst>
        </pc:graphicFrameChg>
        <pc:graphicFrameChg chg="add del mod">
          <ac:chgData name="CAIMAN URQUIJO CAMILO ANDRES" userId="S::cacaimanu@udistrital.edu.co::2c0bd90d-4cc1-413b-b889-cd7efd29559f" providerId="AD" clId="Web-{CF8FC437-2277-01AF-CE32-2EEFA3DC2AC7}" dt="2025-04-09T14:53:11.671" v="116"/>
          <ac:graphicFrameMkLst>
            <pc:docMk/>
            <pc:sldMk cId="10568586" sldId="265"/>
            <ac:graphicFrameMk id="5" creationId="{134267A9-B4A5-B991-EA90-86D67A2FD802}"/>
          </ac:graphicFrameMkLst>
        </pc:graphicFrameChg>
        <pc:graphicFrameChg chg="add mod">
          <ac:chgData name="CAIMAN URQUIJO CAMILO ANDRES" userId="S::cacaimanu@udistrital.edu.co::2c0bd90d-4cc1-413b-b889-cd7efd29559f" providerId="AD" clId="Web-{CF8FC437-2277-01AF-CE32-2EEFA3DC2AC7}" dt="2025-04-09T14:54:57.038" v="129" actId="14100"/>
          <ac:graphicFrameMkLst>
            <pc:docMk/>
            <pc:sldMk cId="10568586" sldId="265"/>
            <ac:graphicFrameMk id="8" creationId="{A48E5E69-DD38-0109-0C0A-8E4367B7EC62}"/>
          </ac:graphicFrameMkLst>
        </pc:graphicFrameChg>
      </pc:sldChg>
      <pc:sldChg chg="addSp delSp modSp mod modClrScheme chgLayout">
        <pc:chgData name="CAIMAN URQUIJO CAMILO ANDRES" userId="S::cacaimanu@udistrital.edu.co::2c0bd90d-4cc1-413b-b889-cd7efd29559f" providerId="AD" clId="Web-{CF8FC437-2277-01AF-CE32-2EEFA3DC2AC7}" dt="2025-04-09T15:04:03.234" v="184" actId="14100"/>
        <pc:sldMkLst>
          <pc:docMk/>
          <pc:sldMk cId="2536686213" sldId="266"/>
        </pc:sldMkLst>
        <pc:spChg chg="mod ord">
          <ac:chgData name="CAIMAN URQUIJO CAMILO ANDRES" userId="S::cacaimanu@udistrital.edu.co::2c0bd90d-4cc1-413b-b889-cd7efd29559f" providerId="AD" clId="Web-{CF8FC437-2277-01AF-CE32-2EEFA3DC2AC7}" dt="2025-04-09T14:55:55.011" v="139" actId="20577"/>
          <ac:spMkLst>
            <pc:docMk/>
            <pc:sldMk cId="2536686213" sldId="266"/>
            <ac:spMk id="2" creationId="{5D398BA2-C09F-07DE-D0F3-E81B985A887D}"/>
          </ac:spMkLst>
        </pc:spChg>
        <pc:spChg chg="add del mod">
          <ac:chgData name="CAIMAN URQUIJO CAMILO ANDRES" userId="S::cacaimanu@udistrital.edu.co::2c0bd90d-4cc1-413b-b889-cd7efd29559f" providerId="AD" clId="Web-{CF8FC437-2277-01AF-CE32-2EEFA3DC2AC7}" dt="2025-04-09T14:56:06.043" v="141"/>
          <ac:spMkLst>
            <pc:docMk/>
            <pc:sldMk cId="2536686213" sldId="266"/>
            <ac:spMk id="5" creationId="{6A8E8486-9E19-15EF-B0A2-93161B29CB85}"/>
          </ac:spMkLst>
        </pc:spChg>
        <pc:graphicFrameChg chg="del mod ord">
          <ac:chgData name="CAIMAN URQUIJO CAMILO ANDRES" userId="S::cacaimanu@udistrital.edu.co::2c0bd90d-4cc1-413b-b889-cd7efd29559f" providerId="AD" clId="Web-{CF8FC437-2277-01AF-CE32-2EEFA3DC2AC7}" dt="2025-04-09T14:55:59.995" v="140"/>
          <ac:graphicFrameMkLst>
            <pc:docMk/>
            <pc:sldMk cId="2536686213" sldId="266"/>
            <ac:graphicFrameMk id="4" creationId="{7303211D-697C-DBBE-61D8-2F7B17403E87}"/>
          </ac:graphicFrameMkLst>
        </pc:graphicFrameChg>
        <pc:graphicFrameChg chg="add del mod">
          <ac:chgData name="CAIMAN URQUIJO CAMILO ANDRES" userId="S::cacaimanu@udistrital.edu.co::2c0bd90d-4cc1-413b-b889-cd7efd29559f" providerId="AD" clId="Web-{CF8FC437-2277-01AF-CE32-2EEFA3DC2AC7}" dt="2025-04-09T14:57:44.909" v="145"/>
          <ac:graphicFrameMkLst>
            <pc:docMk/>
            <pc:sldMk cId="2536686213" sldId="266"/>
            <ac:graphicFrameMk id="6" creationId="{7303211D-697C-DBBE-61D8-2F7B17403E87}"/>
          </ac:graphicFrameMkLst>
        </pc:graphicFrameChg>
        <pc:graphicFrameChg chg="add del mod">
          <ac:chgData name="CAIMAN URQUIJO CAMILO ANDRES" userId="S::cacaimanu@udistrital.edu.co::2c0bd90d-4cc1-413b-b889-cd7efd29559f" providerId="AD" clId="Web-{CF8FC437-2277-01AF-CE32-2EEFA3DC2AC7}" dt="2025-04-09T15:03:48.983" v="181"/>
          <ac:graphicFrameMkLst>
            <pc:docMk/>
            <pc:sldMk cId="2536686213" sldId="266"/>
            <ac:graphicFrameMk id="7" creationId="{7303211D-697C-DBBE-61D8-2F7B17403E87}"/>
          </ac:graphicFrameMkLst>
        </pc:graphicFrameChg>
        <pc:graphicFrameChg chg="add mod">
          <ac:chgData name="CAIMAN URQUIJO CAMILO ANDRES" userId="S::cacaimanu@udistrital.edu.co::2c0bd90d-4cc1-413b-b889-cd7efd29559f" providerId="AD" clId="Web-{CF8FC437-2277-01AF-CE32-2EEFA3DC2AC7}" dt="2025-04-09T15:04:03.234" v="184" actId="14100"/>
          <ac:graphicFrameMkLst>
            <pc:docMk/>
            <pc:sldMk cId="2536686213" sldId="266"/>
            <ac:graphicFrameMk id="8" creationId="{7303211D-697C-DBBE-61D8-2F7B17403E87}"/>
          </ac:graphicFrameMkLst>
        </pc:graphicFrameChg>
      </pc:sldChg>
      <pc:sldChg chg="addSp delSp modSp mod modClrScheme chgLayout">
        <pc:chgData name="CAIMAN URQUIJO CAMILO ANDRES" userId="S::cacaimanu@udistrital.edu.co::2c0bd90d-4cc1-413b-b889-cd7efd29559f" providerId="AD" clId="Web-{CF8FC437-2277-01AF-CE32-2EEFA3DC2AC7}" dt="2025-04-09T15:03:09.823" v="180" actId="14100"/>
        <pc:sldMkLst>
          <pc:docMk/>
          <pc:sldMk cId="661557844" sldId="267"/>
        </pc:sldMkLst>
        <pc:spChg chg="mod ord">
          <ac:chgData name="CAIMAN URQUIJO CAMILO ANDRES" userId="S::cacaimanu@udistrital.edu.co::2c0bd90d-4cc1-413b-b889-cd7efd29559f" providerId="AD" clId="Web-{CF8FC437-2277-01AF-CE32-2EEFA3DC2AC7}" dt="2025-04-09T14:59:10.103" v="158" actId="20577"/>
          <ac:spMkLst>
            <pc:docMk/>
            <pc:sldMk cId="661557844" sldId="267"/>
            <ac:spMk id="2" creationId="{63739C9F-C71C-CFCE-2E35-8318F77025B6}"/>
          </ac:spMkLst>
        </pc:spChg>
        <pc:spChg chg="add del mod">
          <ac:chgData name="CAIMAN URQUIJO CAMILO ANDRES" userId="S::cacaimanu@udistrital.edu.co::2c0bd90d-4cc1-413b-b889-cd7efd29559f" providerId="AD" clId="Web-{CF8FC437-2277-01AF-CE32-2EEFA3DC2AC7}" dt="2025-04-09T14:59:08.900" v="157"/>
          <ac:spMkLst>
            <pc:docMk/>
            <pc:sldMk cId="661557844" sldId="267"/>
            <ac:spMk id="7" creationId="{0545B900-0772-11DC-FDF9-CD1AE557212D}"/>
          </ac:spMkLst>
        </pc:spChg>
        <pc:spChg chg="add del mod">
          <ac:chgData name="CAIMAN URQUIJO CAMILO ANDRES" userId="S::cacaimanu@udistrital.edu.co::2c0bd90d-4cc1-413b-b889-cd7efd29559f" providerId="AD" clId="Web-{CF8FC437-2277-01AF-CE32-2EEFA3DC2AC7}" dt="2025-04-09T15:02:19.429" v="171"/>
          <ac:spMkLst>
            <pc:docMk/>
            <pc:sldMk cId="661557844" sldId="267"/>
            <ac:spMk id="9" creationId="{B5BCBB95-EF82-7ED5-D417-D9F74F5C389A}"/>
          </ac:spMkLst>
        </pc:spChg>
        <pc:graphicFrameChg chg="add del mod ord">
          <ac:chgData name="CAIMAN URQUIJO CAMILO ANDRES" userId="S::cacaimanu@udistrital.edu.co::2c0bd90d-4cc1-413b-b889-cd7efd29559f" providerId="AD" clId="Web-{CF8FC437-2277-01AF-CE32-2EEFA3DC2AC7}" dt="2025-04-09T15:02:14.319" v="169"/>
          <ac:graphicFrameMkLst>
            <pc:docMk/>
            <pc:sldMk cId="661557844" sldId="267"/>
            <ac:graphicFrameMk id="4" creationId="{FF784118-DCB9-D56C-22AA-9F402D9D0906}"/>
          </ac:graphicFrameMkLst>
        </pc:graphicFrameChg>
        <pc:graphicFrameChg chg="add del mod">
          <ac:chgData name="CAIMAN URQUIJO CAMILO ANDRES" userId="S::cacaimanu@udistrital.edu.co::2c0bd90d-4cc1-413b-b889-cd7efd29559f" providerId="AD" clId="Web-{CF8FC437-2277-01AF-CE32-2EEFA3DC2AC7}" dt="2025-04-09T14:58:31.366" v="151"/>
          <ac:graphicFrameMkLst>
            <pc:docMk/>
            <pc:sldMk cId="661557844" sldId="267"/>
            <ac:graphicFrameMk id="5" creationId="{C32A453F-CF25-5DD6-7B46-0FF30B534755}"/>
          </ac:graphicFrameMkLst>
        </pc:graphicFrameChg>
        <pc:graphicFrameChg chg="add del mod topLvl modGraphic">
          <ac:chgData name="CAIMAN URQUIJO CAMILO ANDRES" userId="S::cacaimanu@udistrital.edu.co::2c0bd90d-4cc1-413b-b889-cd7efd29559f" providerId="AD" clId="Web-{CF8FC437-2277-01AF-CE32-2EEFA3DC2AC7}" dt="2025-04-09T15:02:52.916" v="175"/>
          <ac:graphicFrameMkLst>
            <pc:docMk/>
            <pc:sldMk cId="661557844" sldId="267"/>
            <ac:graphicFrameMk id="10" creationId="{FF784118-DCB9-D56C-22AA-9F402D9D0906}"/>
          </ac:graphicFrameMkLst>
        </pc:graphicFrameChg>
        <pc:graphicFrameChg chg="add mod">
          <ac:chgData name="CAIMAN URQUIJO CAMILO ANDRES" userId="S::cacaimanu@udistrital.edu.co::2c0bd90d-4cc1-413b-b889-cd7efd29559f" providerId="AD" clId="Web-{CF8FC437-2277-01AF-CE32-2EEFA3DC2AC7}" dt="2025-04-09T15:03:09.823" v="180" actId="14100"/>
          <ac:graphicFrameMkLst>
            <pc:docMk/>
            <pc:sldMk cId="661557844" sldId="267"/>
            <ac:graphicFrameMk id="11" creationId="{FF784118-DCB9-D56C-22AA-9F402D9D0906}"/>
          </ac:graphicFrameMkLst>
        </pc:graphicFrameChg>
      </pc:sldChg>
      <pc:sldChg chg="addSp delSp modSp mod modClrScheme chgLayout">
        <pc:chgData name="CAIMAN URQUIJO CAMILO ANDRES" userId="S::cacaimanu@udistrital.edu.co::2c0bd90d-4cc1-413b-b889-cd7efd29559f" providerId="AD" clId="Web-{CF8FC437-2277-01AF-CE32-2EEFA3DC2AC7}" dt="2025-04-09T15:01:39.958" v="168" actId="14100"/>
        <pc:sldMkLst>
          <pc:docMk/>
          <pc:sldMk cId="392302349" sldId="268"/>
        </pc:sldMkLst>
        <pc:spChg chg="mod ord">
          <ac:chgData name="CAIMAN URQUIJO CAMILO ANDRES" userId="S::cacaimanu@udistrital.edu.co::2c0bd90d-4cc1-413b-b889-cd7efd29559f" providerId="AD" clId="Web-{CF8FC437-2277-01AF-CE32-2EEFA3DC2AC7}" dt="2025-04-09T14:59:46.699" v="162" actId="20577"/>
          <ac:spMkLst>
            <pc:docMk/>
            <pc:sldMk cId="392302349" sldId="268"/>
            <ac:spMk id="2" creationId="{ACFE5F5F-7715-9C06-B175-8DA467592C80}"/>
          </ac:spMkLst>
        </pc:spChg>
        <pc:spChg chg="add del mod">
          <ac:chgData name="CAIMAN URQUIJO CAMILO ANDRES" userId="S::cacaimanu@udistrital.edu.co::2c0bd90d-4cc1-413b-b889-cd7efd29559f" providerId="AD" clId="Web-{CF8FC437-2277-01AF-CE32-2EEFA3DC2AC7}" dt="2025-04-09T15:01:28.410" v="165"/>
          <ac:spMkLst>
            <pc:docMk/>
            <pc:sldMk cId="392302349" sldId="268"/>
            <ac:spMk id="5" creationId="{E8EA3923-780D-AC3B-5478-75807A5F7CBA}"/>
          </ac:spMkLst>
        </pc:spChg>
        <pc:graphicFrameChg chg="del mod ord">
          <ac:chgData name="CAIMAN URQUIJO CAMILO ANDRES" userId="S::cacaimanu@udistrital.edu.co::2c0bd90d-4cc1-413b-b889-cd7efd29559f" providerId="AD" clId="Web-{CF8FC437-2277-01AF-CE32-2EEFA3DC2AC7}" dt="2025-04-09T15:01:21.362" v="163"/>
          <ac:graphicFrameMkLst>
            <pc:docMk/>
            <pc:sldMk cId="392302349" sldId="268"/>
            <ac:graphicFrameMk id="4" creationId="{CF2217CF-F832-274A-780B-602FE4ADFD5A}"/>
          </ac:graphicFrameMkLst>
        </pc:graphicFrameChg>
        <pc:graphicFrameChg chg="add mod">
          <ac:chgData name="CAIMAN URQUIJO CAMILO ANDRES" userId="S::cacaimanu@udistrital.edu.co::2c0bd90d-4cc1-413b-b889-cd7efd29559f" providerId="AD" clId="Web-{CF8FC437-2277-01AF-CE32-2EEFA3DC2AC7}" dt="2025-04-09T15:01:39.958" v="168" actId="14100"/>
          <ac:graphicFrameMkLst>
            <pc:docMk/>
            <pc:sldMk cId="392302349" sldId="268"/>
            <ac:graphicFrameMk id="6" creationId="{CF2217CF-F832-274A-780B-602FE4ADFD5A}"/>
          </ac:graphicFrameMkLst>
        </pc:graphicFrameChg>
      </pc:sldChg>
      <pc:sldChg chg="modSp mod modClrScheme chgLayout">
        <pc:chgData name="CAIMAN URQUIJO CAMILO ANDRES" userId="S::cacaimanu@udistrital.edu.co::2c0bd90d-4cc1-413b-b889-cd7efd29559f" providerId="AD" clId="Web-{CF8FC437-2277-01AF-CE32-2EEFA3DC2AC7}" dt="2025-04-09T14:11:29.863" v="47"/>
        <pc:sldMkLst>
          <pc:docMk/>
          <pc:sldMk cId="3456644247" sldId="269"/>
        </pc:sldMkLst>
        <pc:spChg chg="mod ord">
          <ac:chgData name="CAIMAN URQUIJO CAMILO ANDRES" userId="S::cacaimanu@udistrital.edu.co::2c0bd90d-4cc1-413b-b889-cd7efd29559f" providerId="AD" clId="Web-{CF8FC437-2277-01AF-CE32-2EEFA3DC2AC7}" dt="2025-04-09T14:11:29.863" v="47"/>
          <ac:spMkLst>
            <pc:docMk/>
            <pc:sldMk cId="3456644247" sldId="269"/>
            <ac:spMk id="2" creationId="{D7857D46-DD71-3815-B485-A79EB9911762}"/>
          </ac:spMkLst>
        </pc:spChg>
        <pc:graphicFrameChg chg="mod ord">
          <ac:chgData name="CAIMAN URQUIJO CAMILO ANDRES" userId="S::cacaimanu@udistrital.edu.co::2c0bd90d-4cc1-413b-b889-cd7efd29559f" providerId="AD" clId="Web-{CF8FC437-2277-01AF-CE32-2EEFA3DC2AC7}" dt="2025-04-09T14:11:29.863" v="47"/>
          <ac:graphicFrameMkLst>
            <pc:docMk/>
            <pc:sldMk cId="3456644247" sldId="269"/>
            <ac:graphicFrameMk id="4" creationId="{0E60F26F-5FB0-63A8-DA8A-A3DA8F042BE9}"/>
          </ac:graphicFrameMkLst>
        </pc:graphicFrameChg>
      </pc:sldChg>
      <pc:sldChg chg="modSp mod modClrScheme chgLayout">
        <pc:chgData name="CAIMAN URQUIJO CAMILO ANDRES" userId="S::cacaimanu@udistrital.edu.co::2c0bd90d-4cc1-413b-b889-cd7efd29559f" providerId="AD" clId="Web-{CF8FC437-2277-01AF-CE32-2EEFA3DC2AC7}" dt="2025-04-09T14:11:29.863" v="47"/>
        <pc:sldMkLst>
          <pc:docMk/>
          <pc:sldMk cId="3713426758" sldId="270"/>
        </pc:sldMkLst>
        <pc:spChg chg="mod ord">
          <ac:chgData name="CAIMAN URQUIJO CAMILO ANDRES" userId="S::cacaimanu@udistrital.edu.co::2c0bd90d-4cc1-413b-b889-cd7efd29559f" providerId="AD" clId="Web-{CF8FC437-2277-01AF-CE32-2EEFA3DC2AC7}" dt="2025-04-09T14:11:29.863" v="47"/>
          <ac:spMkLst>
            <pc:docMk/>
            <pc:sldMk cId="3713426758" sldId="270"/>
            <ac:spMk id="2" creationId="{D1E31D05-9F29-2033-87C3-A2FF6790780D}"/>
          </ac:spMkLst>
        </pc:spChg>
        <pc:graphicFrameChg chg="mod ord">
          <ac:chgData name="CAIMAN URQUIJO CAMILO ANDRES" userId="S::cacaimanu@udistrital.edu.co::2c0bd90d-4cc1-413b-b889-cd7efd29559f" providerId="AD" clId="Web-{CF8FC437-2277-01AF-CE32-2EEFA3DC2AC7}" dt="2025-04-09T14:11:29.863" v="47"/>
          <ac:graphicFrameMkLst>
            <pc:docMk/>
            <pc:sldMk cId="3713426758" sldId="270"/>
            <ac:graphicFrameMk id="4" creationId="{2C7EEED6-6F9B-F4B1-FC23-B22D293BEFDC}"/>
          </ac:graphicFrameMkLst>
        </pc:graphicFrameChg>
      </pc:sldChg>
      <pc:sldChg chg="modSp mod modClrScheme chgLayout">
        <pc:chgData name="CAIMAN URQUIJO CAMILO ANDRES" userId="S::cacaimanu@udistrital.edu.co::2c0bd90d-4cc1-413b-b889-cd7efd29559f" providerId="AD" clId="Web-{CF8FC437-2277-01AF-CE32-2EEFA3DC2AC7}" dt="2025-04-09T14:11:29.863" v="47"/>
        <pc:sldMkLst>
          <pc:docMk/>
          <pc:sldMk cId="3906388495" sldId="271"/>
        </pc:sldMkLst>
        <pc:spChg chg="mod ord">
          <ac:chgData name="CAIMAN URQUIJO CAMILO ANDRES" userId="S::cacaimanu@udistrital.edu.co::2c0bd90d-4cc1-413b-b889-cd7efd29559f" providerId="AD" clId="Web-{CF8FC437-2277-01AF-CE32-2EEFA3DC2AC7}" dt="2025-04-09T14:11:29.863" v="47"/>
          <ac:spMkLst>
            <pc:docMk/>
            <pc:sldMk cId="3906388495" sldId="271"/>
            <ac:spMk id="2" creationId="{B47F610D-22D1-9E9F-8FB2-52671FB9DF42}"/>
          </ac:spMkLst>
        </pc:spChg>
        <pc:graphicFrameChg chg="mod ord">
          <ac:chgData name="CAIMAN URQUIJO CAMILO ANDRES" userId="S::cacaimanu@udistrital.edu.co::2c0bd90d-4cc1-413b-b889-cd7efd29559f" providerId="AD" clId="Web-{CF8FC437-2277-01AF-CE32-2EEFA3DC2AC7}" dt="2025-04-09T14:11:29.863" v="47"/>
          <ac:graphicFrameMkLst>
            <pc:docMk/>
            <pc:sldMk cId="3906388495" sldId="271"/>
            <ac:graphicFrameMk id="4" creationId="{45609135-EE37-9588-B2F6-8877C431FDDC}"/>
          </ac:graphicFrameMkLst>
        </pc:graphicFrameChg>
      </pc:sldChg>
      <pc:sldChg chg="modSp mod modClrScheme chgLayout">
        <pc:chgData name="CAIMAN URQUIJO CAMILO ANDRES" userId="S::cacaimanu@udistrital.edu.co::2c0bd90d-4cc1-413b-b889-cd7efd29559f" providerId="AD" clId="Web-{CF8FC437-2277-01AF-CE32-2EEFA3DC2AC7}" dt="2025-04-09T14:11:29.863" v="47"/>
        <pc:sldMkLst>
          <pc:docMk/>
          <pc:sldMk cId="3872250250" sldId="272"/>
        </pc:sldMkLst>
        <pc:spChg chg="mod ord">
          <ac:chgData name="CAIMAN URQUIJO CAMILO ANDRES" userId="S::cacaimanu@udistrital.edu.co::2c0bd90d-4cc1-413b-b889-cd7efd29559f" providerId="AD" clId="Web-{CF8FC437-2277-01AF-CE32-2EEFA3DC2AC7}" dt="2025-04-09T14:11:29.863" v="47"/>
          <ac:spMkLst>
            <pc:docMk/>
            <pc:sldMk cId="3872250250" sldId="272"/>
            <ac:spMk id="2" creationId="{0E9D71BC-C61E-4D02-9DA9-C0AA4DDF0839}"/>
          </ac:spMkLst>
        </pc:spChg>
        <pc:graphicFrameChg chg="mod ord">
          <ac:chgData name="CAIMAN URQUIJO CAMILO ANDRES" userId="S::cacaimanu@udistrital.edu.co::2c0bd90d-4cc1-413b-b889-cd7efd29559f" providerId="AD" clId="Web-{CF8FC437-2277-01AF-CE32-2EEFA3DC2AC7}" dt="2025-04-09T14:11:29.863" v="47"/>
          <ac:graphicFrameMkLst>
            <pc:docMk/>
            <pc:sldMk cId="3872250250" sldId="272"/>
            <ac:graphicFrameMk id="4" creationId="{AD21355D-1196-98A6-D0DA-0DE80D48B997}"/>
          </ac:graphicFrameMkLst>
        </pc:graphicFrameChg>
      </pc:sldChg>
      <pc:sldChg chg="modSp mod modClrScheme chgLayout">
        <pc:chgData name="CAIMAN URQUIJO CAMILO ANDRES" userId="S::cacaimanu@udistrital.edu.co::2c0bd90d-4cc1-413b-b889-cd7efd29559f" providerId="AD" clId="Web-{CF8FC437-2277-01AF-CE32-2EEFA3DC2AC7}" dt="2025-04-09T14:11:29.863" v="47"/>
        <pc:sldMkLst>
          <pc:docMk/>
          <pc:sldMk cId="2153853464" sldId="273"/>
        </pc:sldMkLst>
        <pc:spChg chg="mod ord">
          <ac:chgData name="CAIMAN URQUIJO CAMILO ANDRES" userId="S::cacaimanu@udistrital.edu.co::2c0bd90d-4cc1-413b-b889-cd7efd29559f" providerId="AD" clId="Web-{CF8FC437-2277-01AF-CE32-2EEFA3DC2AC7}" dt="2025-04-09T14:11:29.863" v="47"/>
          <ac:spMkLst>
            <pc:docMk/>
            <pc:sldMk cId="2153853464" sldId="273"/>
            <ac:spMk id="2" creationId="{646603DA-24E2-2AF1-27A2-E13B0F7969F8}"/>
          </ac:spMkLst>
        </pc:spChg>
        <pc:graphicFrameChg chg="mod ord">
          <ac:chgData name="CAIMAN URQUIJO CAMILO ANDRES" userId="S::cacaimanu@udistrital.edu.co::2c0bd90d-4cc1-413b-b889-cd7efd29559f" providerId="AD" clId="Web-{CF8FC437-2277-01AF-CE32-2EEFA3DC2AC7}" dt="2025-04-09T14:11:29.863" v="47"/>
          <ac:graphicFrameMkLst>
            <pc:docMk/>
            <pc:sldMk cId="2153853464" sldId="273"/>
            <ac:graphicFrameMk id="5" creationId="{5F452B0A-7B92-A913-77FD-FE37F4AF0C24}"/>
          </ac:graphicFrameMkLst>
        </pc:graphicFrameChg>
      </pc:sldChg>
      <pc:sldChg chg="modSp mod modClrScheme chgLayout">
        <pc:chgData name="CAIMAN URQUIJO CAMILO ANDRES" userId="S::cacaimanu@udistrital.edu.co::2c0bd90d-4cc1-413b-b889-cd7efd29559f" providerId="AD" clId="Web-{CF8FC437-2277-01AF-CE32-2EEFA3DC2AC7}" dt="2025-04-09T14:11:29.863" v="47"/>
        <pc:sldMkLst>
          <pc:docMk/>
          <pc:sldMk cId="1692455151" sldId="274"/>
        </pc:sldMkLst>
        <pc:spChg chg="mod ord">
          <ac:chgData name="CAIMAN URQUIJO CAMILO ANDRES" userId="S::cacaimanu@udistrital.edu.co::2c0bd90d-4cc1-413b-b889-cd7efd29559f" providerId="AD" clId="Web-{CF8FC437-2277-01AF-CE32-2EEFA3DC2AC7}" dt="2025-04-09T14:11:29.863" v="47"/>
          <ac:spMkLst>
            <pc:docMk/>
            <pc:sldMk cId="1692455151" sldId="274"/>
            <ac:spMk id="2" creationId="{88335824-8B45-C9DB-41C0-684ADD3A8E7E}"/>
          </ac:spMkLst>
        </pc:spChg>
        <pc:graphicFrameChg chg="mod ord">
          <ac:chgData name="CAIMAN URQUIJO CAMILO ANDRES" userId="S::cacaimanu@udistrital.edu.co::2c0bd90d-4cc1-413b-b889-cd7efd29559f" providerId="AD" clId="Web-{CF8FC437-2277-01AF-CE32-2EEFA3DC2AC7}" dt="2025-04-09T14:11:29.863" v="47"/>
          <ac:graphicFrameMkLst>
            <pc:docMk/>
            <pc:sldMk cId="1692455151" sldId="274"/>
            <ac:graphicFrameMk id="4" creationId="{8672EB8B-0048-69ED-DE94-2A67AD9F1461}"/>
          </ac:graphicFrameMkLst>
        </pc:graphicFrameChg>
      </pc:sldChg>
      <pc:sldChg chg="modSp mod modClrScheme chgLayout">
        <pc:chgData name="CAIMAN URQUIJO CAMILO ANDRES" userId="S::cacaimanu@udistrital.edu.co::2c0bd90d-4cc1-413b-b889-cd7efd29559f" providerId="AD" clId="Web-{CF8FC437-2277-01AF-CE32-2EEFA3DC2AC7}" dt="2025-04-09T14:11:29.863" v="47"/>
        <pc:sldMkLst>
          <pc:docMk/>
          <pc:sldMk cId="2497162614" sldId="275"/>
        </pc:sldMkLst>
        <pc:spChg chg="mod ord">
          <ac:chgData name="CAIMAN URQUIJO CAMILO ANDRES" userId="S::cacaimanu@udistrital.edu.co::2c0bd90d-4cc1-413b-b889-cd7efd29559f" providerId="AD" clId="Web-{CF8FC437-2277-01AF-CE32-2EEFA3DC2AC7}" dt="2025-04-09T14:11:29.863" v="47"/>
          <ac:spMkLst>
            <pc:docMk/>
            <pc:sldMk cId="2497162614" sldId="275"/>
            <ac:spMk id="2" creationId="{A93D4D04-6A47-EB14-855A-729E76AC3642}"/>
          </ac:spMkLst>
        </pc:spChg>
        <pc:graphicFrameChg chg="mod ord">
          <ac:chgData name="CAIMAN URQUIJO CAMILO ANDRES" userId="S::cacaimanu@udistrital.edu.co::2c0bd90d-4cc1-413b-b889-cd7efd29559f" providerId="AD" clId="Web-{CF8FC437-2277-01AF-CE32-2EEFA3DC2AC7}" dt="2025-04-09T14:11:29.863" v="47"/>
          <ac:graphicFrameMkLst>
            <pc:docMk/>
            <pc:sldMk cId="2497162614" sldId="275"/>
            <ac:graphicFrameMk id="4" creationId="{D87FC466-DF13-7EDD-7E11-EE4360AE2E1F}"/>
          </ac:graphicFrameMkLst>
        </pc:graphicFrameChg>
      </pc:sldChg>
      <pc:sldChg chg="modSp mod modClrScheme chgLayout">
        <pc:chgData name="CAIMAN URQUIJO CAMILO ANDRES" userId="S::cacaimanu@udistrital.edu.co::2c0bd90d-4cc1-413b-b889-cd7efd29559f" providerId="AD" clId="Web-{CF8FC437-2277-01AF-CE32-2EEFA3DC2AC7}" dt="2025-04-09T14:11:29.863" v="47"/>
        <pc:sldMkLst>
          <pc:docMk/>
          <pc:sldMk cId="2080194313" sldId="276"/>
        </pc:sldMkLst>
        <pc:spChg chg="mod ord">
          <ac:chgData name="CAIMAN URQUIJO CAMILO ANDRES" userId="S::cacaimanu@udistrital.edu.co::2c0bd90d-4cc1-413b-b889-cd7efd29559f" providerId="AD" clId="Web-{CF8FC437-2277-01AF-CE32-2EEFA3DC2AC7}" dt="2025-04-09T14:11:29.863" v="47"/>
          <ac:spMkLst>
            <pc:docMk/>
            <pc:sldMk cId="2080194313" sldId="276"/>
            <ac:spMk id="2" creationId="{70EFCF2E-6E4D-004B-3F1C-86B0289DE883}"/>
          </ac:spMkLst>
        </pc:spChg>
        <pc:graphicFrameChg chg="mod ord">
          <ac:chgData name="CAIMAN URQUIJO CAMILO ANDRES" userId="S::cacaimanu@udistrital.edu.co::2c0bd90d-4cc1-413b-b889-cd7efd29559f" providerId="AD" clId="Web-{CF8FC437-2277-01AF-CE32-2EEFA3DC2AC7}" dt="2025-04-09T14:11:29.863" v="47"/>
          <ac:graphicFrameMkLst>
            <pc:docMk/>
            <pc:sldMk cId="2080194313" sldId="276"/>
            <ac:graphicFrameMk id="4" creationId="{487AAB94-B841-6011-4B68-8C1FBBB02068}"/>
          </ac:graphicFrameMkLst>
        </pc:graphicFrameChg>
      </pc:sldChg>
      <pc:sldChg chg="modSp mod modClrScheme chgLayout">
        <pc:chgData name="CAIMAN URQUIJO CAMILO ANDRES" userId="S::cacaimanu@udistrital.edu.co::2c0bd90d-4cc1-413b-b889-cd7efd29559f" providerId="AD" clId="Web-{CF8FC437-2277-01AF-CE32-2EEFA3DC2AC7}" dt="2025-04-09T14:11:29.863" v="47"/>
        <pc:sldMkLst>
          <pc:docMk/>
          <pc:sldMk cId="4284983003" sldId="277"/>
        </pc:sldMkLst>
        <pc:spChg chg="mod ord">
          <ac:chgData name="CAIMAN URQUIJO CAMILO ANDRES" userId="S::cacaimanu@udistrital.edu.co::2c0bd90d-4cc1-413b-b889-cd7efd29559f" providerId="AD" clId="Web-{CF8FC437-2277-01AF-CE32-2EEFA3DC2AC7}" dt="2025-04-09T14:11:29.863" v="47"/>
          <ac:spMkLst>
            <pc:docMk/>
            <pc:sldMk cId="4284983003" sldId="277"/>
            <ac:spMk id="2" creationId="{B54F8850-8B07-88BB-02D4-212ED4FD759C}"/>
          </ac:spMkLst>
        </pc:spChg>
        <pc:graphicFrameChg chg="mod ord">
          <ac:chgData name="CAIMAN URQUIJO CAMILO ANDRES" userId="S::cacaimanu@udistrital.edu.co::2c0bd90d-4cc1-413b-b889-cd7efd29559f" providerId="AD" clId="Web-{CF8FC437-2277-01AF-CE32-2EEFA3DC2AC7}" dt="2025-04-09T14:11:29.863" v="47"/>
          <ac:graphicFrameMkLst>
            <pc:docMk/>
            <pc:sldMk cId="4284983003" sldId="277"/>
            <ac:graphicFrameMk id="4" creationId="{DA6A3223-B368-335A-FC05-BAE48220AF1B}"/>
          </ac:graphicFrameMkLst>
        </pc:graphicFrameChg>
      </pc:sldChg>
      <pc:sldChg chg="modSp mod modClrScheme chgLayout">
        <pc:chgData name="CAIMAN URQUIJO CAMILO ANDRES" userId="S::cacaimanu@udistrital.edu.co::2c0bd90d-4cc1-413b-b889-cd7efd29559f" providerId="AD" clId="Web-{CF8FC437-2277-01AF-CE32-2EEFA3DC2AC7}" dt="2025-04-09T14:11:29.863" v="47"/>
        <pc:sldMkLst>
          <pc:docMk/>
          <pc:sldMk cId="2507044945" sldId="278"/>
        </pc:sldMkLst>
        <pc:spChg chg="mod ord">
          <ac:chgData name="CAIMAN URQUIJO CAMILO ANDRES" userId="S::cacaimanu@udistrital.edu.co::2c0bd90d-4cc1-413b-b889-cd7efd29559f" providerId="AD" clId="Web-{CF8FC437-2277-01AF-CE32-2EEFA3DC2AC7}" dt="2025-04-09T14:11:29.863" v="47"/>
          <ac:spMkLst>
            <pc:docMk/>
            <pc:sldMk cId="2507044945" sldId="278"/>
            <ac:spMk id="2" creationId="{E48D4DCA-6986-FB03-30BA-D4BBA9B2123D}"/>
          </ac:spMkLst>
        </pc:spChg>
        <pc:graphicFrameChg chg="mod ord">
          <ac:chgData name="CAIMAN URQUIJO CAMILO ANDRES" userId="S::cacaimanu@udistrital.edu.co::2c0bd90d-4cc1-413b-b889-cd7efd29559f" providerId="AD" clId="Web-{CF8FC437-2277-01AF-CE32-2EEFA3DC2AC7}" dt="2025-04-09T14:11:29.863" v="47"/>
          <ac:graphicFrameMkLst>
            <pc:docMk/>
            <pc:sldMk cId="2507044945" sldId="278"/>
            <ac:graphicFrameMk id="4" creationId="{6D378B56-AD2F-35AA-A076-676D02DC71BB}"/>
          </ac:graphicFrameMkLst>
        </pc:graphicFrameChg>
      </pc:sldChg>
      <pc:sldChg chg="modSp mod modClrScheme chgLayout">
        <pc:chgData name="CAIMAN URQUIJO CAMILO ANDRES" userId="S::cacaimanu@udistrital.edu.co::2c0bd90d-4cc1-413b-b889-cd7efd29559f" providerId="AD" clId="Web-{CF8FC437-2277-01AF-CE32-2EEFA3DC2AC7}" dt="2025-04-09T14:11:29.863" v="47"/>
        <pc:sldMkLst>
          <pc:docMk/>
          <pc:sldMk cId="545101669" sldId="279"/>
        </pc:sldMkLst>
        <pc:spChg chg="mod ord">
          <ac:chgData name="CAIMAN URQUIJO CAMILO ANDRES" userId="S::cacaimanu@udistrital.edu.co::2c0bd90d-4cc1-413b-b889-cd7efd29559f" providerId="AD" clId="Web-{CF8FC437-2277-01AF-CE32-2EEFA3DC2AC7}" dt="2025-04-09T14:11:29.863" v="47"/>
          <ac:spMkLst>
            <pc:docMk/>
            <pc:sldMk cId="545101669" sldId="279"/>
            <ac:spMk id="2" creationId="{D62EB894-4184-11DF-5611-86D9021E0692}"/>
          </ac:spMkLst>
        </pc:spChg>
        <pc:graphicFrameChg chg="mod ord">
          <ac:chgData name="CAIMAN URQUIJO CAMILO ANDRES" userId="S::cacaimanu@udistrital.edu.co::2c0bd90d-4cc1-413b-b889-cd7efd29559f" providerId="AD" clId="Web-{CF8FC437-2277-01AF-CE32-2EEFA3DC2AC7}" dt="2025-04-09T14:11:29.863" v="47"/>
          <ac:graphicFrameMkLst>
            <pc:docMk/>
            <pc:sldMk cId="545101669" sldId="279"/>
            <ac:graphicFrameMk id="4" creationId="{D363840F-429C-8FD1-4275-6B3C4CC963CB}"/>
          </ac:graphicFrameMkLst>
        </pc:graphicFrameChg>
      </pc:sldChg>
      <pc:sldChg chg="modSp mod modClrScheme chgLayout">
        <pc:chgData name="CAIMAN URQUIJO CAMILO ANDRES" userId="S::cacaimanu@udistrital.edu.co::2c0bd90d-4cc1-413b-b889-cd7efd29559f" providerId="AD" clId="Web-{CF8FC437-2277-01AF-CE32-2EEFA3DC2AC7}" dt="2025-04-09T14:11:29.863" v="47"/>
        <pc:sldMkLst>
          <pc:docMk/>
          <pc:sldMk cId="1851710910" sldId="280"/>
        </pc:sldMkLst>
        <pc:spChg chg="mod ord">
          <ac:chgData name="CAIMAN URQUIJO CAMILO ANDRES" userId="S::cacaimanu@udistrital.edu.co::2c0bd90d-4cc1-413b-b889-cd7efd29559f" providerId="AD" clId="Web-{CF8FC437-2277-01AF-CE32-2EEFA3DC2AC7}" dt="2025-04-09T14:11:29.863" v="47"/>
          <ac:spMkLst>
            <pc:docMk/>
            <pc:sldMk cId="1851710910" sldId="280"/>
            <ac:spMk id="2" creationId="{A6CD9DE4-168E-62D5-5682-A9E16CC5F2B9}"/>
          </ac:spMkLst>
        </pc:spChg>
        <pc:graphicFrameChg chg="mod ord">
          <ac:chgData name="CAIMAN URQUIJO CAMILO ANDRES" userId="S::cacaimanu@udistrital.edu.co::2c0bd90d-4cc1-413b-b889-cd7efd29559f" providerId="AD" clId="Web-{CF8FC437-2277-01AF-CE32-2EEFA3DC2AC7}" dt="2025-04-09T14:11:29.863" v="47"/>
          <ac:graphicFrameMkLst>
            <pc:docMk/>
            <pc:sldMk cId="1851710910" sldId="280"/>
            <ac:graphicFrameMk id="4" creationId="{8FC1E662-4A3B-AFBA-0DD8-70F7757625F3}"/>
          </ac:graphicFrameMkLst>
        </pc:graphicFrameChg>
      </pc:sldChg>
      <pc:sldChg chg="modSp mod modClrScheme chgLayout">
        <pc:chgData name="CAIMAN URQUIJO CAMILO ANDRES" userId="S::cacaimanu@udistrital.edu.co::2c0bd90d-4cc1-413b-b889-cd7efd29559f" providerId="AD" clId="Web-{CF8FC437-2277-01AF-CE32-2EEFA3DC2AC7}" dt="2025-04-09T14:11:29.863" v="47"/>
        <pc:sldMkLst>
          <pc:docMk/>
          <pc:sldMk cId="1698397198" sldId="281"/>
        </pc:sldMkLst>
        <pc:spChg chg="mod ord">
          <ac:chgData name="CAIMAN URQUIJO CAMILO ANDRES" userId="S::cacaimanu@udistrital.edu.co::2c0bd90d-4cc1-413b-b889-cd7efd29559f" providerId="AD" clId="Web-{CF8FC437-2277-01AF-CE32-2EEFA3DC2AC7}" dt="2025-04-09T14:11:29.863" v="47"/>
          <ac:spMkLst>
            <pc:docMk/>
            <pc:sldMk cId="1698397198" sldId="281"/>
            <ac:spMk id="2" creationId="{505D5D31-DDE8-13D4-D658-3133FDAEF8AE}"/>
          </ac:spMkLst>
        </pc:spChg>
        <pc:graphicFrameChg chg="mod ord">
          <ac:chgData name="CAIMAN URQUIJO CAMILO ANDRES" userId="S::cacaimanu@udistrital.edu.co::2c0bd90d-4cc1-413b-b889-cd7efd29559f" providerId="AD" clId="Web-{CF8FC437-2277-01AF-CE32-2EEFA3DC2AC7}" dt="2025-04-09T14:11:29.863" v="47"/>
          <ac:graphicFrameMkLst>
            <pc:docMk/>
            <pc:sldMk cId="1698397198" sldId="281"/>
            <ac:graphicFrameMk id="4" creationId="{ADFF3232-AF20-0F23-CF27-8C25BF67AE55}"/>
          </ac:graphicFrameMkLst>
        </pc:graphicFrameChg>
      </pc:sldChg>
      <pc:sldChg chg="modSp mod modClrScheme chgLayout">
        <pc:chgData name="CAIMAN URQUIJO CAMILO ANDRES" userId="S::cacaimanu@udistrital.edu.co::2c0bd90d-4cc1-413b-b889-cd7efd29559f" providerId="AD" clId="Web-{CF8FC437-2277-01AF-CE32-2EEFA3DC2AC7}" dt="2025-04-09T14:11:29.863" v="47"/>
        <pc:sldMkLst>
          <pc:docMk/>
          <pc:sldMk cId="831250835" sldId="282"/>
        </pc:sldMkLst>
        <pc:spChg chg="mod ord">
          <ac:chgData name="CAIMAN URQUIJO CAMILO ANDRES" userId="S::cacaimanu@udistrital.edu.co::2c0bd90d-4cc1-413b-b889-cd7efd29559f" providerId="AD" clId="Web-{CF8FC437-2277-01AF-CE32-2EEFA3DC2AC7}" dt="2025-04-09T14:11:29.863" v="47"/>
          <ac:spMkLst>
            <pc:docMk/>
            <pc:sldMk cId="831250835" sldId="282"/>
            <ac:spMk id="2" creationId="{17D0AB2F-F053-3080-109F-7C2D967BA08D}"/>
          </ac:spMkLst>
        </pc:spChg>
        <pc:graphicFrameChg chg="mod ord">
          <ac:chgData name="CAIMAN URQUIJO CAMILO ANDRES" userId="S::cacaimanu@udistrital.edu.co::2c0bd90d-4cc1-413b-b889-cd7efd29559f" providerId="AD" clId="Web-{CF8FC437-2277-01AF-CE32-2EEFA3DC2AC7}" dt="2025-04-09T14:11:29.863" v="47"/>
          <ac:graphicFrameMkLst>
            <pc:docMk/>
            <pc:sldMk cId="831250835" sldId="282"/>
            <ac:graphicFrameMk id="4" creationId="{20B0475A-DC30-7A02-B788-45DF8347D5B5}"/>
          </ac:graphicFrameMkLst>
        </pc:graphicFrameChg>
      </pc:sldChg>
      <pc:sldChg chg="modSp mod modClrScheme chgLayout">
        <pc:chgData name="CAIMAN URQUIJO CAMILO ANDRES" userId="S::cacaimanu@udistrital.edu.co::2c0bd90d-4cc1-413b-b889-cd7efd29559f" providerId="AD" clId="Web-{CF8FC437-2277-01AF-CE32-2EEFA3DC2AC7}" dt="2025-04-09T14:11:29.863" v="47"/>
        <pc:sldMkLst>
          <pc:docMk/>
          <pc:sldMk cId="1829097650" sldId="283"/>
        </pc:sldMkLst>
        <pc:spChg chg="mod ord">
          <ac:chgData name="CAIMAN URQUIJO CAMILO ANDRES" userId="S::cacaimanu@udistrital.edu.co::2c0bd90d-4cc1-413b-b889-cd7efd29559f" providerId="AD" clId="Web-{CF8FC437-2277-01AF-CE32-2EEFA3DC2AC7}" dt="2025-04-09T14:11:29.863" v="47"/>
          <ac:spMkLst>
            <pc:docMk/>
            <pc:sldMk cId="1829097650" sldId="283"/>
            <ac:spMk id="2" creationId="{E1290EAD-26C3-7C20-C0F6-9A9286C140AD}"/>
          </ac:spMkLst>
        </pc:spChg>
        <pc:graphicFrameChg chg="mod ord">
          <ac:chgData name="CAIMAN URQUIJO CAMILO ANDRES" userId="S::cacaimanu@udistrital.edu.co::2c0bd90d-4cc1-413b-b889-cd7efd29559f" providerId="AD" clId="Web-{CF8FC437-2277-01AF-CE32-2EEFA3DC2AC7}" dt="2025-04-09T14:11:29.863" v="47"/>
          <ac:graphicFrameMkLst>
            <pc:docMk/>
            <pc:sldMk cId="1829097650" sldId="283"/>
            <ac:graphicFrameMk id="4" creationId="{77E05FFE-6504-6A47-C86D-39A7267E1641}"/>
          </ac:graphicFrameMkLst>
        </pc:graphicFrameChg>
      </pc:sldChg>
      <pc:sldChg chg="modSp mod modClrScheme chgLayout">
        <pc:chgData name="CAIMAN URQUIJO CAMILO ANDRES" userId="S::cacaimanu@udistrital.edu.co::2c0bd90d-4cc1-413b-b889-cd7efd29559f" providerId="AD" clId="Web-{CF8FC437-2277-01AF-CE32-2EEFA3DC2AC7}" dt="2025-04-09T14:11:29.863" v="47"/>
        <pc:sldMkLst>
          <pc:docMk/>
          <pc:sldMk cId="2342426441" sldId="284"/>
        </pc:sldMkLst>
        <pc:spChg chg="mod ord">
          <ac:chgData name="CAIMAN URQUIJO CAMILO ANDRES" userId="S::cacaimanu@udistrital.edu.co::2c0bd90d-4cc1-413b-b889-cd7efd29559f" providerId="AD" clId="Web-{CF8FC437-2277-01AF-CE32-2EEFA3DC2AC7}" dt="2025-04-09T14:11:29.863" v="47"/>
          <ac:spMkLst>
            <pc:docMk/>
            <pc:sldMk cId="2342426441" sldId="284"/>
            <ac:spMk id="2" creationId="{B7AF5706-AFDF-F84E-6356-B0CCD8DD40D3}"/>
          </ac:spMkLst>
        </pc:spChg>
        <pc:graphicFrameChg chg="mod ord">
          <ac:chgData name="CAIMAN URQUIJO CAMILO ANDRES" userId="S::cacaimanu@udistrital.edu.co::2c0bd90d-4cc1-413b-b889-cd7efd29559f" providerId="AD" clId="Web-{CF8FC437-2277-01AF-CE32-2EEFA3DC2AC7}" dt="2025-04-09T14:11:29.863" v="47"/>
          <ac:graphicFrameMkLst>
            <pc:docMk/>
            <pc:sldMk cId="2342426441" sldId="284"/>
            <ac:graphicFrameMk id="4" creationId="{3D9CD739-D670-1C65-1AB3-A2CBE486CCD9}"/>
          </ac:graphicFrameMkLst>
        </pc:graphicFrameChg>
      </pc:sldChg>
      <pc:sldChg chg="modSp mod modClrScheme chgLayout">
        <pc:chgData name="CAIMAN URQUIJO CAMILO ANDRES" userId="S::cacaimanu@udistrital.edu.co::2c0bd90d-4cc1-413b-b889-cd7efd29559f" providerId="AD" clId="Web-{CF8FC437-2277-01AF-CE32-2EEFA3DC2AC7}" dt="2025-04-09T14:11:29.863" v="47"/>
        <pc:sldMkLst>
          <pc:docMk/>
          <pc:sldMk cId="4189264256" sldId="285"/>
        </pc:sldMkLst>
        <pc:spChg chg="mod ord">
          <ac:chgData name="CAIMAN URQUIJO CAMILO ANDRES" userId="S::cacaimanu@udistrital.edu.co::2c0bd90d-4cc1-413b-b889-cd7efd29559f" providerId="AD" clId="Web-{CF8FC437-2277-01AF-CE32-2EEFA3DC2AC7}" dt="2025-04-09T14:11:29.863" v="47"/>
          <ac:spMkLst>
            <pc:docMk/>
            <pc:sldMk cId="4189264256" sldId="285"/>
            <ac:spMk id="2" creationId="{20B4262A-028D-FF09-63D2-B20D3C6C56C6}"/>
          </ac:spMkLst>
        </pc:spChg>
        <pc:graphicFrameChg chg="mod ord">
          <ac:chgData name="CAIMAN URQUIJO CAMILO ANDRES" userId="S::cacaimanu@udistrital.edu.co::2c0bd90d-4cc1-413b-b889-cd7efd29559f" providerId="AD" clId="Web-{CF8FC437-2277-01AF-CE32-2EEFA3DC2AC7}" dt="2025-04-09T14:11:29.863" v="47"/>
          <ac:graphicFrameMkLst>
            <pc:docMk/>
            <pc:sldMk cId="4189264256" sldId="285"/>
            <ac:graphicFrameMk id="4" creationId="{A0AD4F12-11A3-1A8B-7CF4-E7F9DCA3C1FB}"/>
          </ac:graphicFrameMkLst>
        </pc:graphicFrameChg>
      </pc:sldChg>
      <pc:sldMasterChg chg="del mod setBg delSldLayout modSldLayout">
        <pc:chgData name="CAIMAN URQUIJO CAMILO ANDRES" userId="S::cacaimanu@udistrital.edu.co::2c0bd90d-4cc1-413b-b889-cd7efd29559f" providerId="AD" clId="Web-{CF8FC437-2277-01AF-CE32-2EEFA3DC2AC7}" dt="2025-04-09T14:01:52.743" v="7"/>
        <pc:sldMasterMkLst>
          <pc:docMk/>
          <pc:sldMasterMk cId="3016460596" sldId="2147483648"/>
        </pc:sldMasterMkLst>
        <pc:sldLayoutChg chg="del mod">
          <pc:chgData name="CAIMAN URQUIJO CAMILO ANDRES" userId="S::cacaimanu@udistrital.edu.co::2c0bd90d-4cc1-413b-b889-cd7efd29559f" providerId="AD" clId="Web-{CF8FC437-2277-01AF-CE32-2EEFA3DC2AC7}" dt="2025-04-09T14:01:52.743" v="7"/>
          <pc:sldLayoutMkLst>
            <pc:docMk/>
            <pc:sldMasterMk cId="3016460596" sldId="2147483648"/>
            <pc:sldLayoutMk cId="999390814" sldId="2147483649"/>
          </pc:sldLayoutMkLst>
        </pc:sldLayoutChg>
        <pc:sldLayoutChg chg="del mod">
          <pc:chgData name="CAIMAN URQUIJO CAMILO ANDRES" userId="S::cacaimanu@udistrital.edu.co::2c0bd90d-4cc1-413b-b889-cd7efd29559f" providerId="AD" clId="Web-{CF8FC437-2277-01AF-CE32-2EEFA3DC2AC7}" dt="2025-04-09T14:01:52.743" v="7"/>
          <pc:sldLayoutMkLst>
            <pc:docMk/>
            <pc:sldMasterMk cId="3016460596" sldId="2147483648"/>
            <pc:sldLayoutMk cId="1419236111" sldId="2147483650"/>
          </pc:sldLayoutMkLst>
        </pc:sldLayoutChg>
        <pc:sldLayoutChg chg="del mod">
          <pc:chgData name="CAIMAN URQUIJO CAMILO ANDRES" userId="S::cacaimanu@udistrital.edu.co::2c0bd90d-4cc1-413b-b889-cd7efd29559f" providerId="AD" clId="Web-{CF8FC437-2277-01AF-CE32-2EEFA3DC2AC7}" dt="2025-04-09T14:01:52.743" v="7"/>
          <pc:sldLayoutMkLst>
            <pc:docMk/>
            <pc:sldMasterMk cId="3016460596" sldId="2147483648"/>
            <pc:sldLayoutMk cId="3687697763" sldId="2147483651"/>
          </pc:sldLayoutMkLst>
        </pc:sldLayoutChg>
        <pc:sldLayoutChg chg="del mod">
          <pc:chgData name="CAIMAN URQUIJO CAMILO ANDRES" userId="S::cacaimanu@udistrital.edu.co::2c0bd90d-4cc1-413b-b889-cd7efd29559f" providerId="AD" clId="Web-{CF8FC437-2277-01AF-CE32-2EEFA3DC2AC7}" dt="2025-04-09T14:01:52.743" v="7"/>
          <pc:sldLayoutMkLst>
            <pc:docMk/>
            <pc:sldMasterMk cId="3016460596" sldId="2147483648"/>
            <pc:sldLayoutMk cId="1908586859" sldId="2147483652"/>
          </pc:sldLayoutMkLst>
        </pc:sldLayoutChg>
        <pc:sldLayoutChg chg="del mod">
          <pc:chgData name="CAIMAN URQUIJO CAMILO ANDRES" userId="S::cacaimanu@udistrital.edu.co::2c0bd90d-4cc1-413b-b889-cd7efd29559f" providerId="AD" clId="Web-{CF8FC437-2277-01AF-CE32-2EEFA3DC2AC7}" dt="2025-04-09T14:01:52.743" v="7"/>
          <pc:sldLayoutMkLst>
            <pc:docMk/>
            <pc:sldMasterMk cId="3016460596" sldId="2147483648"/>
            <pc:sldLayoutMk cId="2158532167" sldId="2147483653"/>
          </pc:sldLayoutMkLst>
        </pc:sldLayoutChg>
        <pc:sldLayoutChg chg="del mod">
          <pc:chgData name="CAIMAN URQUIJO CAMILO ANDRES" userId="S::cacaimanu@udistrital.edu.co::2c0bd90d-4cc1-413b-b889-cd7efd29559f" providerId="AD" clId="Web-{CF8FC437-2277-01AF-CE32-2EEFA3DC2AC7}" dt="2025-04-09T14:01:52.743" v="7"/>
          <pc:sldLayoutMkLst>
            <pc:docMk/>
            <pc:sldMasterMk cId="3016460596" sldId="2147483648"/>
            <pc:sldLayoutMk cId="2022959645" sldId="2147483654"/>
          </pc:sldLayoutMkLst>
        </pc:sldLayoutChg>
        <pc:sldLayoutChg chg="del mod">
          <pc:chgData name="CAIMAN URQUIJO CAMILO ANDRES" userId="S::cacaimanu@udistrital.edu.co::2c0bd90d-4cc1-413b-b889-cd7efd29559f" providerId="AD" clId="Web-{CF8FC437-2277-01AF-CE32-2EEFA3DC2AC7}" dt="2025-04-09T14:01:52.743" v="7"/>
          <pc:sldLayoutMkLst>
            <pc:docMk/>
            <pc:sldMasterMk cId="3016460596" sldId="2147483648"/>
            <pc:sldLayoutMk cId="3655118745" sldId="2147483655"/>
          </pc:sldLayoutMkLst>
        </pc:sldLayoutChg>
        <pc:sldLayoutChg chg="del mod">
          <pc:chgData name="CAIMAN URQUIJO CAMILO ANDRES" userId="S::cacaimanu@udistrital.edu.co::2c0bd90d-4cc1-413b-b889-cd7efd29559f" providerId="AD" clId="Web-{CF8FC437-2277-01AF-CE32-2EEFA3DC2AC7}" dt="2025-04-09T14:01:52.743" v="7"/>
          <pc:sldLayoutMkLst>
            <pc:docMk/>
            <pc:sldMasterMk cId="3016460596" sldId="2147483648"/>
            <pc:sldLayoutMk cId="2503401213" sldId="2147483656"/>
          </pc:sldLayoutMkLst>
        </pc:sldLayoutChg>
        <pc:sldLayoutChg chg="del mod">
          <pc:chgData name="CAIMAN URQUIJO CAMILO ANDRES" userId="S::cacaimanu@udistrital.edu.co::2c0bd90d-4cc1-413b-b889-cd7efd29559f" providerId="AD" clId="Web-{CF8FC437-2277-01AF-CE32-2EEFA3DC2AC7}" dt="2025-04-09T14:01:52.743" v="7"/>
          <pc:sldLayoutMkLst>
            <pc:docMk/>
            <pc:sldMasterMk cId="3016460596" sldId="2147483648"/>
            <pc:sldLayoutMk cId="477659793" sldId="2147483657"/>
          </pc:sldLayoutMkLst>
        </pc:sldLayoutChg>
        <pc:sldLayoutChg chg="del mod">
          <pc:chgData name="CAIMAN URQUIJO CAMILO ANDRES" userId="S::cacaimanu@udistrital.edu.co::2c0bd90d-4cc1-413b-b889-cd7efd29559f" providerId="AD" clId="Web-{CF8FC437-2277-01AF-CE32-2EEFA3DC2AC7}" dt="2025-04-09T14:01:52.743" v="7"/>
          <pc:sldLayoutMkLst>
            <pc:docMk/>
            <pc:sldMasterMk cId="3016460596" sldId="2147483648"/>
            <pc:sldLayoutMk cId="3207386816" sldId="2147483658"/>
          </pc:sldLayoutMkLst>
        </pc:sldLayoutChg>
        <pc:sldLayoutChg chg="del mod">
          <pc:chgData name="CAIMAN URQUIJO CAMILO ANDRES" userId="S::cacaimanu@udistrital.edu.co::2c0bd90d-4cc1-413b-b889-cd7efd29559f" providerId="AD" clId="Web-{CF8FC437-2277-01AF-CE32-2EEFA3DC2AC7}" dt="2025-04-09T14:01:52.743" v="7"/>
          <pc:sldLayoutMkLst>
            <pc:docMk/>
            <pc:sldMasterMk cId="3016460596" sldId="2147483648"/>
            <pc:sldLayoutMk cId="3554113476" sldId="2147483659"/>
          </pc:sldLayoutMkLst>
        </pc:sldLayoutChg>
      </pc:sldMasterChg>
      <pc:sldMasterChg chg="add del addSldLayout delSldLayout modSldLayout">
        <pc:chgData name="CAIMAN URQUIJO CAMILO ANDRES" userId="S::cacaimanu@udistrital.edu.co::2c0bd90d-4cc1-413b-b889-cd7efd29559f" providerId="AD" clId="Web-{CF8FC437-2277-01AF-CE32-2EEFA3DC2AC7}" dt="2025-04-09T14:01:55.415" v="8"/>
        <pc:sldMasterMkLst>
          <pc:docMk/>
          <pc:sldMasterMk cId="3468933758" sldId="2147483660"/>
        </pc:sldMasterMkLst>
        <pc:sldLayoutChg chg="add del mod replId">
          <pc:chgData name="CAIMAN URQUIJO CAMILO ANDRES" userId="S::cacaimanu@udistrital.edu.co::2c0bd90d-4cc1-413b-b889-cd7efd29559f" providerId="AD" clId="Web-{CF8FC437-2277-01AF-CE32-2EEFA3DC2AC7}" dt="2025-04-09T14:01:55.415" v="8"/>
          <pc:sldLayoutMkLst>
            <pc:docMk/>
            <pc:sldMasterMk cId="3468933758" sldId="2147483660"/>
            <pc:sldLayoutMk cId="529567284" sldId="2147483661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1:55.415" v="8"/>
          <pc:sldLayoutMkLst>
            <pc:docMk/>
            <pc:sldMasterMk cId="3468933758" sldId="2147483660"/>
            <pc:sldLayoutMk cId="577572693" sldId="2147483662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1:55.415" v="8"/>
          <pc:sldLayoutMkLst>
            <pc:docMk/>
            <pc:sldMasterMk cId="3468933758" sldId="2147483660"/>
            <pc:sldLayoutMk cId="1445149364" sldId="2147483663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1:55.415" v="8"/>
          <pc:sldLayoutMkLst>
            <pc:docMk/>
            <pc:sldMasterMk cId="3468933758" sldId="2147483660"/>
            <pc:sldLayoutMk cId="2651317157" sldId="2147483664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1:55.415" v="8"/>
          <pc:sldLayoutMkLst>
            <pc:docMk/>
            <pc:sldMasterMk cId="3468933758" sldId="2147483660"/>
            <pc:sldLayoutMk cId="990115775" sldId="2147483665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1:55.415" v="8"/>
          <pc:sldLayoutMkLst>
            <pc:docMk/>
            <pc:sldMasterMk cId="3468933758" sldId="2147483660"/>
            <pc:sldLayoutMk cId="940323860" sldId="2147483666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1:55.415" v="8"/>
          <pc:sldLayoutMkLst>
            <pc:docMk/>
            <pc:sldMasterMk cId="3468933758" sldId="2147483660"/>
            <pc:sldLayoutMk cId="830335317" sldId="2147483667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1:55.415" v="8"/>
          <pc:sldLayoutMkLst>
            <pc:docMk/>
            <pc:sldMasterMk cId="3468933758" sldId="2147483660"/>
            <pc:sldLayoutMk cId="2485215895" sldId="2147483668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1:55.415" v="8"/>
          <pc:sldLayoutMkLst>
            <pc:docMk/>
            <pc:sldMasterMk cId="3468933758" sldId="2147483660"/>
            <pc:sldLayoutMk cId="2641145870" sldId="2147483669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1:55.415" v="8"/>
          <pc:sldLayoutMkLst>
            <pc:docMk/>
            <pc:sldMasterMk cId="3468933758" sldId="2147483660"/>
            <pc:sldLayoutMk cId="1128768633" sldId="2147483670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1:55.415" v="8"/>
          <pc:sldLayoutMkLst>
            <pc:docMk/>
            <pc:sldMasterMk cId="3468933758" sldId="2147483660"/>
            <pc:sldLayoutMk cId="2701472208" sldId="2147483671"/>
          </pc:sldLayoutMkLst>
        </pc:sldLayoutChg>
      </pc:sldMasterChg>
      <pc:sldMasterChg chg="add del addSldLayout delSldLayout modSldLayout">
        <pc:chgData name="CAIMAN URQUIJO CAMILO ANDRES" userId="S::cacaimanu@udistrital.edu.co::2c0bd90d-4cc1-413b-b889-cd7efd29559f" providerId="AD" clId="Web-{CF8FC437-2277-01AF-CE32-2EEFA3DC2AC7}" dt="2025-04-09T14:02:07.994" v="9"/>
        <pc:sldMasterMkLst>
          <pc:docMk/>
          <pc:sldMasterMk cId="3159220438" sldId="2147483672"/>
        </pc:sldMasterMkLst>
        <pc:sldLayoutChg chg="add del mod replId">
          <pc:chgData name="CAIMAN URQUIJO CAMILO ANDRES" userId="S::cacaimanu@udistrital.edu.co::2c0bd90d-4cc1-413b-b889-cd7efd29559f" providerId="AD" clId="Web-{CF8FC437-2277-01AF-CE32-2EEFA3DC2AC7}" dt="2025-04-09T14:02:07.994" v="9"/>
          <pc:sldLayoutMkLst>
            <pc:docMk/>
            <pc:sldMasterMk cId="3159220438" sldId="2147483672"/>
            <pc:sldLayoutMk cId="2510502757" sldId="2147483673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2:07.994" v="9"/>
          <pc:sldLayoutMkLst>
            <pc:docMk/>
            <pc:sldMasterMk cId="3159220438" sldId="2147483672"/>
            <pc:sldLayoutMk cId="1830283634" sldId="2147483674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2:07.994" v="9"/>
          <pc:sldLayoutMkLst>
            <pc:docMk/>
            <pc:sldMasterMk cId="3159220438" sldId="2147483672"/>
            <pc:sldLayoutMk cId="2042825377" sldId="2147483675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2:07.994" v="9"/>
          <pc:sldLayoutMkLst>
            <pc:docMk/>
            <pc:sldMasterMk cId="3159220438" sldId="2147483672"/>
            <pc:sldLayoutMk cId="3781880359" sldId="2147483676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2:07.994" v="9"/>
          <pc:sldLayoutMkLst>
            <pc:docMk/>
            <pc:sldMasterMk cId="3159220438" sldId="2147483672"/>
            <pc:sldLayoutMk cId="3220795607" sldId="2147483677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2:07.994" v="9"/>
          <pc:sldLayoutMkLst>
            <pc:docMk/>
            <pc:sldMasterMk cId="3159220438" sldId="2147483672"/>
            <pc:sldLayoutMk cId="3968868814" sldId="2147483678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2:07.994" v="9"/>
          <pc:sldLayoutMkLst>
            <pc:docMk/>
            <pc:sldMasterMk cId="3159220438" sldId="2147483672"/>
            <pc:sldLayoutMk cId="2451106446" sldId="2147483679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2:07.994" v="9"/>
          <pc:sldLayoutMkLst>
            <pc:docMk/>
            <pc:sldMasterMk cId="3159220438" sldId="2147483672"/>
            <pc:sldLayoutMk cId="1421816462" sldId="2147483680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2:07.994" v="9"/>
          <pc:sldLayoutMkLst>
            <pc:docMk/>
            <pc:sldMasterMk cId="3159220438" sldId="2147483672"/>
            <pc:sldLayoutMk cId="2111905000" sldId="2147483681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2:07.994" v="9"/>
          <pc:sldLayoutMkLst>
            <pc:docMk/>
            <pc:sldMasterMk cId="3159220438" sldId="2147483672"/>
            <pc:sldLayoutMk cId="3961962114" sldId="2147483682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2:07.994" v="9"/>
          <pc:sldLayoutMkLst>
            <pc:docMk/>
            <pc:sldMasterMk cId="3159220438" sldId="2147483672"/>
            <pc:sldLayoutMk cId="660026393" sldId="2147483683"/>
          </pc:sldLayoutMkLst>
        </pc:sldLayoutChg>
      </pc:sldMasterChg>
      <pc:sldMasterChg chg="add del addSldLayout delSldLayout modSldLayout">
        <pc:chgData name="CAIMAN URQUIJO CAMILO ANDRES" userId="S::cacaimanu@udistrital.edu.co::2c0bd90d-4cc1-413b-b889-cd7efd29559f" providerId="AD" clId="Web-{CF8FC437-2277-01AF-CE32-2EEFA3DC2AC7}" dt="2025-04-09T14:02:21.089" v="10"/>
        <pc:sldMasterMkLst>
          <pc:docMk/>
          <pc:sldMasterMk cId="2925426008" sldId="2147483684"/>
        </pc:sldMasterMkLst>
        <pc:sldLayoutChg chg="add del mod replId">
          <pc:chgData name="CAIMAN URQUIJO CAMILO ANDRES" userId="S::cacaimanu@udistrital.edu.co::2c0bd90d-4cc1-413b-b889-cd7efd29559f" providerId="AD" clId="Web-{CF8FC437-2277-01AF-CE32-2EEFA3DC2AC7}" dt="2025-04-09T14:02:21.089" v="10"/>
          <pc:sldLayoutMkLst>
            <pc:docMk/>
            <pc:sldMasterMk cId="2925426008" sldId="2147483684"/>
            <pc:sldLayoutMk cId="3478983205" sldId="2147483685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2:21.089" v="10"/>
          <pc:sldLayoutMkLst>
            <pc:docMk/>
            <pc:sldMasterMk cId="2925426008" sldId="2147483684"/>
            <pc:sldLayoutMk cId="3679929006" sldId="2147483686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2:21.089" v="10"/>
          <pc:sldLayoutMkLst>
            <pc:docMk/>
            <pc:sldMasterMk cId="2925426008" sldId="2147483684"/>
            <pc:sldLayoutMk cId="3155359273" sldId="2147483687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2:21.089" v="10"/>
          <pc:sldLayoutMkLst>
            <pc:docMk/>
            <pc:sldMasterMk cId="2925426008" sldId="2147483684"/>
            <pc:sldLayoutMk cId="3154647815" sldId="2147483688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2:21.089" v="10"/>
          <pc:sldLayoutMkLst>
            <pc:docMk/>
            <pc:sldMasterMk cId="2925426008" sldId="2147483684"/>
            <pc:sldLayoutMk cId="4075945295" sldId="2147483689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2:21.089" v="10"/>
          <pc:sldLayoutMkLst>
            <pc:docMk/>
            <pc:sldMasterMk cId="2925426008" sldId="2147483684"/>
            <pc:sldLayoutMk cId="1629224409" sldId="2147483690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2:21.089" v="10"/>
          <pc:sldLayoutMkLst>
            <pc:docMk/>
            <pc:sldMasterMk cId="2925426008" sldId="2147483684"/>
            <pc:sldLayoutMk cId="2083229611" sldId="2147483691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2:21.089" v="10"/>
          <pc:sldLayoutMkLst>
            <pc:docMk/>
            <pc:sldMasterMk cId="2925426008" sldId="2147483684"/>
            <pc:sldLayoutMk cId="3025384801" sldId="2147483692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2:21.089" v="10"/>
          <pc:sldLayoutMkLst>
            <pc:docMk/>
            <pc:sldMasterMk cId="2925426008" sldId="2147483684"/>
            <pc:sldLayoutMk cId="3453890036" sldId="2147483693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2:21.089" v="10"/>
          <pc:sldLayoutMkLst>
            <pc:docMk/>
            <pc:sldMasterMk cId="2925426008" sldId="2147483684"/>
            <pc:sldLayoutMk cId="3533291435" sldId="2147483694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2:21.089" v="10"/>
          <pc:sldLayoutMkLst>
            <pc:docMk/>
            <pc:sldMasterMk cId="2925426008" sldId="2147483684"/>
            <pc:sldLayoutMk cId="1711042545" sldId="2147483695"/>
          </pc:sldLayoutMkLst>
        </pc:sldLayoutChg>
      </pc:sldMasterChg>
      <pc:sldMasterChg chg="add del addSldLayout delSldLayout modSldLayout">
        <pc:chgData name="CAIMAN URQUIJO CAMILO ANDRES" userId="S::cacaimanu@udistrital.edu.co::2c0bd90d-4cc1-413b-b889-cd7efd29559f" providerId="AD" clId="Web-{CF8FC437-2277-01AF-CE32-2EEFA3DC2AC7}" dt="2025-04-09T14:02:31.027" v="11"/>
        <pc:sldMasterMkLst>
          <pc:docMk/>
          <pc:sldMasterMk cId="69650561" sldId="2147483696"/>
        </pc:sldMasterMkLst>
        <pc:sldLayoutChg chg="add del mod replId">
          <pc:chgData name="CAIMAN URQUIJO CAMILO ANDRES" userId="S::cacaimanu@udistrital.edu.co::2c0bd90d-4cc1-413b-b889-cd7efd29559f" providerId="AD" clId="Web-{CF8FC437-2277-01AF-CE32-2EEFA3DC2AC7}" dt="2025-04-09T14:02:31.027" v="11"/>
          <pc:sldLayoutMkLst>
            <pc:docMk/>
            <pc:sldMasterMk cId="69650561" sldId="2147483696"/>
            <pc:sldLayoutMk cId="2786371373" sldId="2147483697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2:31.027" v="11"/>
          <pc:sldLayoutMkLst>
            <pc:docMk/>
            <pc:sldMasterMk cId="69650561" sldId="2147483696"/>
            <pc:sldLayoutMk cId="1744038626" sldId="2147483698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2:31.027" v="11"/>
          <pc:sldLayoutMkLst>
            <pc:docMk/>
            <pc:sldMasterMk cId="69650561" sldId="2147483696"/>
            <pc:sldLayoutMk cId="1832774063" sldId="2147483699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2:31.027" v="11"/>
          <pc:sldLayoutMkLst>
            <pc:docMk/>
            <pc:sldMasterMk cId="69650561" sldId="2147483696"/>
            <pc:sldLayoutMk cId="1095708931" sldId="2147483700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2:31.027" v="11"/>
          <pc:sldLayoutMkLst>
            <pc:docMk/>
            <pc:sldMasterMk cId="69650561" sldId="2147483696"/>
            <pc:sldLayoutMk cId="1274194469" sldId="2147483701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2:31.027" v="11"/>
          <pc:sldLayoutMkLst>
            <pc:docMk/>
            <pc:sldMasterMk cId="69650561" sldId="2147483696"/>
            <pc:sldLayoutMk cId="3079919872" sldId="2147483702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2:31.027" v="11"/>
          <pc:sldLayoutMkLst>
            <pc:docMk/>
            <pc:sldMasterMk cId="69650561" sldId="2147483696"/>
            <pc:sldLayoutMk cId="4133965060" sldId="2147483703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2:31.027" v="11"/>
          <pc:sldLayoutMkLst>
            <pc:docMk/>
            <pc:sldMasterMk cId="69650561" sldId="2147483696"/>
            <pc:sldLayoutMk cId="3361683622" sldId="2147483704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2:31.027" v="11"/>
          <pc:sldLayoutMkLst>
            <pc:docMk/>
            <pc:sldMasterMk cId="69650561" sldId="2147483696"/>
            <pc:sldLayoutMk cId="2003527106" sldId="2147483705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2:31.027" v="11"/>
          <pc:sldLayoutMkLst>
            <pc:docMk/>
            <pc:sldMasterMk cId="69650561" sldId="2147483696"/>
            <pc:sldLayoutMk cId="3296799951" sldId="2147483706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2:31.027" v="11"/>
          <pc:sldLayoutMkLst>
            <pc:docMk/>
            <pc:sldMasterMk cId="69650561" sldId="2147483696"/>
            <pc:sldLayoutMk cId="213655357" sldId="2147483707"/>
          </pc:sldLayoutMkLst>
        </pc:sldLayoutChg>
      </pc:sldMasterChg>
      <pc:sldMasterChg chg="add del addSldLayout delSldLayout modSldLayout">
        <pc:chgData name="CAIMAN URQUIJO CAMILO ANDRES" userId="S::cacaimanu@udistrital.edu.co::2c0bd90d-4cc1-413b-b889-cd7efd29559f" providerId="AD" clId="Web-{CF8FC437-2277-01AF-CE32-2EEFA3DC2AC7}" dt="2025-04-09T14:08:54.040" v="31"/>
        <pc:sldMasterMkLst>
          <pc:docMk/>
          <pc:sldMasterMk cId="3968111772" sldId="2147483708"/>
        </pc:sldMasterMkLst>
        <pc:sldLayoutChg chg="add del mod replId">
          <pc:chgData name="CAIMAN URQUIJO CAMILO ANDRES" userId="S::cacaimanu@udistrital.edu.co::2c0bd90d-4cc1-413b-b889-cd7efd29559f" providerId="AD" clId="Web-{CF8FC437-2277-01AF-CE32-2EEFA3DC2AC7}" dt="2025-04-09T14:08:54.040" v="31"/>
          <pc:sldLayoutMkLst>
            <pc:docMk/>
            <pc:sldMasterMk cId="3968111772" sldId="2147483708"/>
            <pc:sldLayoutMk cId="4272260085" sldId="2147483709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8:54.040" v="31"/>
          <pc:sldLayoutMkLst>
            <pc:docMk/>
            <pc:sldMasterMk cId="3968111772" sldId="2147483708"/>
            <pc:sldLayoutMk cId="1478709705" sldId="2147483710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8:54.040" v="31"/>
          <pc:sldLayoutMkLst>
            <pc:docMk/>
            <pc:sldMasterMk cId="3968111772" sldId="2147483708"/>
            <pc:sldLayoutMk cId="3181096307" sldId="2147483711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8:54.040" v="31"/>
          <pc:sldLayoutMkLst>
            <pc:docMk/>
            <pc:sldMasterMk cId="3968111772" sldId="2147483708"/>
            <pc:sldLayoutMk cId="635191130" sldId="2147483712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8:54.040" v="31"/>
          <pc:sldLayoutMkLst>
            <pc:docMk/>
            <pc:sldMasterMk cId="3968111772" sldId="2147483708"/>
            <pc:sldLayoutMk cId="804510994" sldId="2147483713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8:54.040" v="31"/>
          <pc:sldLayoutMkLst>
            <pc:docMk/>
            <pc:sldMasterMk cId="3968111772" sldId="2147483708"/>
            <pc:sldLayoutMk cId="1994935956" sldId="2147483714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8:54.040" v="31"/>
          <pc:sldLayoutMkLst>
            <pc:docMk/>
            <pc:sldMasterMk cId="3968111772" sldId="2147483708"/>
            <pc:sldLayoutMk cId="920588024" sldId="2147483715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8:54.040" v="31"/>
          <pc:sldLayoutMkLst>
            <pc:docMk/>
            <pc:sldMasterMk cId="3968111772" sldId="2147483708"/>
            <pc:sldLayoutMk cId="2923032931" sldId="2147483716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8:54.040" v="31"/>
          <pc:sldLayoutMkLst>
            <pc:docMk/>
            <pc:sldMasterMk cId="3968111772" sldId="2147483708"/>
            <pc:sldLayoutMk cId="1602651092" sldId="2147483717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8:54.040" v="31"/>
          <pc:sldLayoutMkLst>
            <pc:docMk/>
            <pc:sldMasterMk cId="3968111772" sldId="2147483708"/>
            <pc:sldLayoutMk cId="2837275669" sldId="2147483718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8:54.040" v="31"/>
          <pc:sldLayoutMkLst>
            <pc:docMk/>
            <pc:sldMasterMk cId="3968111772" sldId="2147483708"/>
            <pc:sldLayoutMk cId="1135057949" sldId="2147483719"/>
          </pc:sldLayoutMkLst>
        </pc:sldLayoutChg>
      </pc:sldMasterChg>
      <pc:sldMasterChg chg="add del addSldLayout delSldLayout modSldLayout">
        <pc:chgData name="CAIMAN URQUIJO CAMILO ANDRES" userId="S::cacaimanu@udistrital.edu.co::2c0bd90d-4cc1-413b-b889-cd7efd29559f" providerId="AD" clId="Web-{CF8FC437-2277-01AF-CE32-2EEFA3DC2AC7}" dt="2025-04-09T14:09:08.806" v="32"/>
        <pc:sldMasterMkLst>
          <pc:docMk/>
          <pc:sldMasterMk cId="4069674441" sldId="2147483720"/>
        </pc:sldMasterMkLst>
        <pc:sldLayoutChg chg="add del mod replId">
          <pc:chgData name="CAIMAN URQUIJO CAMILO ANDRES" userId="S::cacaimanu@udistrital.edu.co::2c0bd90d-4cc1-413b-b889-cd7efd29559f" providerId="AD" clId="Web-{CF8FC437-2277-01AF-CE32-2EEFA3DC2AC7}" dt="2025-04-09T14:09:08.806" v="32"/>
          <pc:sldLayoutMkLst>
            <pc:docMk/>
            <pc:sldMasterMk cId="4069674441" sldId="2147483720"/>
            <pc:sldLayoutMk cId="3620862440" sldId="2147483721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9:08.806" v="32"/>
          <pc:sldLayoutMkLst>
            <pc:docMk/>
            <pc:sldMasterMk cId="4069674441" sldId="2147483720"/>
            <pc:sldLayoutMk cId="1270992728" sldId="2147483722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9:08.806" v="32"/>
          <pc:sldLayoutMkLst>
            <pc:docMk/>
            <pc:sldMasterMk cId="4069674441" sldId="2147483720"/>
            <pc:sldLayoutMk cId="1585315162" sldId="2147483723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9:08.806" v="32"/>
          <pc:sldLayoutMkLst>
            <pc:docMk/>
            <pc:sldMasterMk cId="4069674441" sldId="2147483720"/>
            <pc:sldLayoutMk cId="4272349143" sldId="2147483724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9:08.806" v="32"/>
          <pc:sldLayoutMkLst>
            <pc:docMk/>
            <pc:sldMasterMk cId="4069674441" sldId="2147483720"/>
            <pc:sldLayoutMk cId="1043970091" sldId="2147483725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9:08.806" v="32"/>
          <pc:sldLayoutMkLst>
            <pc:docMk/>
            <pc:sldMasterMk cId="4069674441" sldId="2147483720"/>
            <pc:sldLayoutMk cId="2438319138" sldId="2147483726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9:08.806" v="32"/>
          <pc:sldLayoutMkLst>
            <pc:docMk/>
            <pc:sldMasterMk cId="4069674441" sldId="2147483720"/>
            <pc:sldLayoutMk cId="3127897807" sldId="2147483727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9:08.806" v="32"/>
          <pc:sldLayoutMkLst>
            <pc:docMk/>
            <pc:sldMasterMk cId="4069674441" sldId="2147483720"/>
            <pc:sldLayoutMk cId="2785243951" sldId="2147483728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9:08.806" v="32"/>
          <pc:sldLayoutMkLst>
            <pc:docMk/>
            <pc:sldMasterMk cId="4069674441" sldId="2147483720"/>
            <pc:sldLayoutMk cId="3849991137" sldId="2147483729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9:08.806" v="32"/>
          <pc:sldLayoutMkLst>
            <pc:docMk/>
            <pc:sldMasterMk cId="4069674441" sldId="2147483720"/>
            <pc:sldLayoutMk cId="3441459294" sldId="2147483730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9:08.806" v="32"/>
          <pc:sldLayoutMkLst>
            <pc:docMk/>
            <pc:sldMasterMk cId="4069674441" sldId="2147483720"/>
            <pc:sldLayoutMk cId="1007066258" sldId="2147483731"/>
          </pc:sldLayoutMkLst>
        </pc:sldLayoutChg>
      </pc:sldMasterChg>
      <pc:sldMasterChg chg="add del addSldLayout delSldLayout modSldLayout">
        <pc:chgData name="CAIMAN URQUIJO CAMILO ANDRES" userId="S::cacaimanu@udistrital.edu.co::2c0bd90d-4cc1-413b-b889-cd7efd29559f" providerId="AD" clId="Web-{CF8FC437-2277-01AF-CE32-2EEFA3DC2AC7}" dt="2025-04-09T14:09:50.716" v="34"/>
        <pc:sldMasterMkLst>
          <pc:docMk/>
          <pc:sldMasterMk cId="492136869" sldId="2147483732"/>
        </pc:sldMasterMkLst>
        <pc:sldLayoutChg chg="add del mod replId">
          <pc:chgData name="CAIMAN URQUIJO CAMILO ANDRES" userId="S::cacaimanu@udistrital.edu.co::2c0bd90d-4cc1-413b-b889-cd7efd29559f" providerId="AD" clId="Web-{CF8FC437-2277-01AF-CE32-2EEFA3DC2AC7}" dt="2025-04-09T14:09:50.716" v="34"/>
          <pc:sldLayoutMkLst>
            <pc:docMk/>
            <pc:sldMasterMk cId="492136869" sldId="2147483732"/>
            <pc:sldLayoutMk cId="1635232558" sldId="2147483733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9:50.716" v="34"/>
          <pc:sldLayoutMkLst>
            <pc:docMk/>
            <pc:sldMasterMk cId="492136869" sldId="2147483732"/>
            <pc:sldLayoutMk cId="1451044088" sldId="2147483734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9:50.716" v="34"/>
          <pc:sldLayoutMkLst>
            <pc:docMk/>
            <pc:sldMasterMk cId="492136869" sldId="2147483732"/>
            <pc:sldLayoutMk cId="1151085955" sldId="2147483735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9:50.716" v="34"/>
          <pc:sldLayoutMkLst>
            <pc:docMk/>
            <pc:sldMasterMk cId="492136869" sldId="2147483732"/>
            <pc:sldLayoutMk cId="4047929039" sldId="2147483736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9:50.716" v="34"/>
          <pc:sldLayoutMkLst>
            <pc:docMk/>
            <pc:sldMasterMk cId="492136869" sldId="2147483732"/>
            <pc:sldLayoutMk cId="4145261250" sldId="2147483737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9:50.716" v="34"/>
          <pc:sldLayoutMkLst>
            <pc:docMk/>
            <pc:sldMasterMk cId="492136869" sldId="2147483732"/>
            <pc:sldLayoutMk cId="1694532186" sldId="2147483738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9:50.716" v="34"/>
          <pc:sldLayoutMkLst>
            <pc:docMk/>
            <pc:sldMasterMk cId="492136869" sldId="2147483732"/>
            <pc:sldLayoutMk cId="1399290619" sldId="2147483739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9:50.716" v="34"/>
          <pc:sldLayoutMkLst>
            <pc:docMk/>
            <pc:sldMasterMk cId="492136869" sldId="2147483732"/>
            <pc:sldLayoutMk cId="1963156775" sldId="2147483740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9:50.716" v="34"/>
          <pc:sldLayoutMkLst>
            <pc:docMk/>
            <pc:sldMasterMk cId="492136869" sldId="2147483732"/>
            <pc:sldLayoutMk cId="2154545884" sldId="2147483741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9:50.716" v="34"/>
          <pc:sldLayoutMkLst>
            <pc:docMk/>
            <pc:sldMasterMk cId="492136869" sldId="2147483732"/>
            <pc:sldLayoutMk cId="120575015" sldId="2147483742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9:50.716" v="34"/>
          <pc:sldLayoutMkLst>
            <pc:docMk/>
            <pc:sldMasterMk cId="492136869" sldId="2147483732"/>
            <pc:sldLayoutMk cId="3255318638" sldId="2147483743"/>
          </pc:sldLayoutMkLst>
        </pc:sldLayoutChg>
      </pc:sldMasterChg>
      <pc:sldMasterChg chg="add del addSldLayout delSldLayout modSldLayout">
        <pc:chgData name="CAIMAN URQUIJO CAMILO ANDRES" userId="S::cacaimanu@udistrital.edu.co::2c0bd90d-4cc1-413b-b889-cd7efd29559f" providerId="AD" clId="Web-{CF8FC437-2277-01AF-CE32-2EEFA3DC2AC7}" dt="2025-04-09T14:09:54.653" v="35"/>
        <pc:sldMasterMkLst>
          <pc:docMk/>
          <pc:sldMasterMk cId="1621560931" sldId="2147483744"/>
        </pc:sldMasterMkLst>
        <pc:sldLayoutChg chg="add del mod replId">
          <pc:chgData name="CAIMAN URQUIJO CAMILO ANDRES" userId="S::cacaimanu@udistrital.edu.co::2c0bd90d-4cc1-413b-b889-cd7efd29559f" providerId="AD" clId="Web-{CF8FC437-2277-01AF-CE32-2EEFA3DC2AC7}" dt="2025-04-09T14:09:54.653" v="35"/>
          <pc:sldLayoutMkLst>
            <pc:docMk/>
            <pc:sldMasterMk cId="1621560931" sldId="2147483744"/>
            <pc:sldLayoutMk cId="2177089135" sldId="2147483745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9:54.653" v="35"/>
          <pc:sldLayoutMkLst>
            <pc:docMk/>
            <pc:sldMasterMk cId="1621560931" sldId="2147483744"/>
            <pc:sldLayoutMk cId="2255011342" sldId="2147483746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9:54.653" v="35"/>
          <pc:sldLayoutMkLst>
            <pc:docMk/>
            <pc:sldMasterMk cId="1621560931" sldId="2147483744"/>
            <pc:sldLayoutMk cId="2260158757" sldId="2147483747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9:54.653" v="35"/>
          <pc:sldLayoutMkLst>
            <pc:docMk/>
            <pc:sldMasterMk cId="1621560931" sldId="2147483744"/>
            <pc:sldLayoutMk cId="1566165552" sldId="2147483748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9:54.653" v="35"/>
          <pc:sldLayoutMkLst>
            <pc:docMk/>
            <pc:sldMasterMk cId="1621560931" sldId="2147483744"/>
            <pc:sldLayoutMk cId="1537977139" sldId="2147483749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9:54.653" v="35"/>
          <pc:sldLayoutMkLst>
            <pc:docMk/>
            <pc:sldMasterMk cId="1621560931" sldId="2147483744"/>
            <pc:sldLayoutMk cId="3410768861" sldId="2147483750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9:54.653" v="35"/>
          <pc:sldLayoutMkLst>
            <pc:docMk/>
            <pc:sldMasterMk cId="1621560931" sldId="2147483744"/>
            <pc:sldLayoutMk cId="987938266" sldId="2147483751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9:54.653" v="35"/>
          <pc:sldLayoutMkLst>
            <pc:docMk/>
            <pc:sldMasterMk cId="1621560931" sldId="2147483744"/>
            <pc:sldLayoutMk cId="1172383549" sldId="2147483752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9:54.653" v="35"/>
          <pc:sldLayoutMkLst>
            <pc:docMk/>
            <pc:sldMasterMk cId="1621560931" sldId="2147483744"/>
            <pc:sldLayoutMk cId="2801340469" sldId="2147483753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9:54.653" v="35"/>
          <pc:sldLayoutMkLst>
            <pc:docMk/>
            <pc:sldMasterMk cId="1621560931" sldId="2147483744"/>
            <pc:sldLayoutMk cId="3038185090" sldId="2147483754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9:54.653" v="35"/>
          <pc:sldLayoutMkLst>
            <pc:docMk/>
            <pc:sldMasterMk cId="1621560931" sldId="2147483744"/>
            <pc:sldLayoutMk cId="2425526490" sldId="2147483755"/>
          </pc:sldLayoutMkLst>
        </pc:sldLayoutChg>
      </pc:sldMasterChg>
      <pc:sldMasterChg chg="add del addSldLayout delSldLayout modSldLayout">
        <pc:chgData name="CAIMAN URQUIJO CAMILO ANDRES" userId="S::cacaimanu@udistrital.edu.co::2c0bd90d-4cc1-413b-b889-cd7efd29559f" providerId="AD" clId="Web-{CF8FC437-2277-01AF-CE32-2EEFA3DC2AC7}" dt="2025-04-09T14:09:59.794" v="36"/>
        <pc:sldMasterMkLst>
          <pc:docMk/>
          <pc:sldMasterMk cId="130937175" sldId="2147483756"/>
        </pc:sldMasterMkLst>
        <pc:sldLayoutChg chg="add del mod replId">
          <pc:chgData name="CAIMAN URQUIJO CAMILO ANDRES" userId="S::cacaimanu@udistrital.edu.co::2c0bd90d-4cc1-413b-b889-cd7efd29559f" providerId="AD" clId="Web-{CF8FC437-2277-01AF-CE32-2EEFA3DC2AC7}" dt="2025-04-09T14:09:59.794" v="36"/>
          <pc:sldLayoutMkLst>
            <pc:docMk/>
            <pc:sldMasterMk cId="130937175" sldId="2147483756"/>
            <pc:sldLayoutMk cId="3703087742" sldId="2147483757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9:59.794" v="36"/>
          <pc:sldLayoutMkLst>
            <pc:docMk/>
            <pc:sldMasterMk cId="130937175" sldId="2147483756"/>
            <pc:sldLayoutMk cId="3606922665" sldId="2147483758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9:59.794" v="36"/>
          <pc:sldLayoutMkLst>
            <pc:docMk/>
            <pc:sldMasterMk cId="130937175" sldId="2147483756"/>
            <pc:sldLayoutMk cId="2655387978" sldId="2147483759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9:59.794" v="36"/>
          <pc:sldLayoutMkLst>
            <pc:docMk/>
            <pc:sldMasterMk cId="130937175" sldId="2147483756"/>
            <pc:sldLayoutMk cId="3623181222" sldId="2147483760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9:59.794" v="36"/>
          <pc:sldLayoutMkLst>
            <pc:docMk/>
            <pc:sldMasterMk cId="130937175" sldId="2147483756"/>
            <pc:sldLayoutMk cId="3891273875" sldId="2147483761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9:59.794" v="36"/>
          <pc:sldLayoutMkLst>
            <pc:docMk/>
            <pc:sldMasterMk cId="130937175" sldId="2147483756"/>
            <pc:sldLayoutMk cId="591554106" sldId="2147483762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9:59.794" v="36"/>
          <pc:sldLayoutMkLst>
            <pc:docMk/>
            <pc:sldMasterMk cId="130937175" sldId="2147483756"/>
            <pc:sldLayoutMk cId="1987235682" sldId="2147483763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9:59.794" v="36"/>
          <pc:sldLayoutMkLst>
            <pc:docMk/>
            <pc:sldMasterMk cId="130937175" sldId="2147483756"/>
            <pc:sldLayoutMk cId="3616248352" sldId="2147483764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9:59.794" v="36"/>
          <pc:sldLayoutMkLst>
            <pc:docMk/>
            <pc:sldMasterMk cId="130937175" sldId="2147483756"/>
            <pc:sldLayoutMk cId="509675801" sldId="2147483765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9:59.794" v="36"/>
          <pc:sldLayoutMkLst>
            <pc:docMk/>
            <pc:sldMasterMk cId="130937175" sldId="2147483756"/>
            <pc:sldLayoutMk cId="1388288514" sldId="2147483766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09:59.794" v="36"/>
          <pc:sldLayoutMkLst>
            <pc:docMk/>
            <pc:sldMasterMk cId="130937175" sldId="2147483756"/>
            <pc:sldLayoutMk cId="1824957884" sldId="2147483767"/>
          </pc:sldLayoutMkLst>
        </pc:sldLayoutChg>
      </pc:sldMasterChg>
      <pc:sldMasterChg chg="add del addSldLayout delSldLayout modSldLayout">
        <pc:chgData name="CAIMAN URQUIJO CAMILO ANDRES" userId="S::cacaimanu@udistrital.edu.co::2c0bd90d-4cc1-413b-b889-cd7efd29559f" providerId="AD" clId="Web-{CF8FC437-2277-01AF-CE32-2EEFA3DC2AC7}" dt="2025-04-09T14:10:05.576" v="37"/>
        <pc:sldMasterMkLst>
          <pc:docMk/>
          <pc:sldMasterMk cId="2003558019" sldId="2147483768"/>
        </pc:sldMasterMkLst>
        <pc:sldLayoutChg chg="add del mod replId">
          <pc:chgData name="CAIMAN URQUIJO CAMILO ANDRES" userId="S::cacaimanu@udistrital.edu.co::2c0bd90d-4cc1-413b-b889-cd7efd29559f" providerId="AD" clId="Web-{CF8FC437-2277-01AF-CE32-2EEFA3DC2AC7}" dt="2025-04-09T14:10:05.576" v="37"/>
          <pc:sldLayoutMkLst>
            <pc:docMk/>
            <pc:sldMasterMk cId="2003558019" sldId="2147483768"/>
            <pc:sldLayoutMk cId="90932010" sldId="2147483769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0:05.576" v="37"/>
          <pc:sldLayoutMkLst>
            <pc:docMk/>
            <pc:sldMasterMk cId="2003558019" sldId="2147483768"/>
            <pc:sldLayoutMk cId="2542416732" sldId="2147483770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0:05.576" v="37"/>
          <pc:sldLayoutMkLst>
            <pc:docMk/>
            <pc:sldMasterMk cId="2003558019" sldId="2147483768"/>
            <pc:sldLayoutMk cId="3409307102" sldId="2147483771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0:05.576" v="37"/>
          <pc:sldLayoutMkLst>
            <pc:docMk/>
            <pc:sldMasterMk cId="2003558019" sldId="2147483768"/>
            <pc:sldLayoutMk cId="4070329301" sldId="2147483772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0:05.576" v="37"/>
          <pc:sldLayoutMkLst>
            <pc:docMk/>
            <pc:sldMasterMk cId="2003558019" sldId="2147483768"/>
            <pc:sldLayoutMk cId="2960877732" sldId="2147483773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0:05.576" v="37"/>
          <pc:sldLayoutMkLst>
            <pc:docMk/>
            <pc:sldMasterMk cId="2003558019" sldId="2147483768"/>
            <pc:sldLayoutMk cId="1809142635" sldId="2147483774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0:05.576" v="37"/>
          <pc:sldLayoutMkLst>
            <pc:docMk/>
            <pc:sldMasterMk cId="2003558019" sldId="2147483768"/>
            <pc:sldLayoutMk cId="3342738954" sldId="2147483775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0:05.576" v="37"/>
          <pc:sldLayoutMkLst>
            <pc:docMk/>
            <pc:sldMasterMk cId="2003558019" sldId="2147483768"/>
            <pc:sldLayoutMk cId="480792413" sldId="2147483776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0:05.576" v="37"/>
          <pc:sldLayoutMkLst>
            <pc:docMk/>
            <pc:sldMasterMk cId="2003558019" sldId="2147483768"/>
            <pc:sldLayoutMk cId="1998171188" sldId="2147483777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0:05.576" v="37"/>
          <pc:sldLayoutMkLst>
            <pc:docMk/>
            <pc:sldMasterMk cId="2003558019" sldId="2147483768"/>
            <pc:sldLayoutMk cId="1556053447" sldId="2147483778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0:05.576" v="37"/>
          <pc:sldLayoutMkLst>
            <pc:docMk/>
            <pc:sldMasterMk cId="2003558019" sldId="2147483768"/>
            <pc:sldLayoutMk cId="1850405018" sldId="2147483779"/>
          </pc:sldLayoutMkLst>
        </pc:sldLayoutChg>
      </pc:sldMasterChg>
      <pc:sldMasterChg chg="add del addSldLayout delSldLayout modSldLayout">
        <pc:chgData name="CAIMAN URQUIJO CAMILO ANDRES" userId="S::cacaimanu@udistrital.edu.co::2c0bd90d-4cc1-413b-b889-cd7efd29559f" providerId="AD" clId="Web-{CF8FC437-2277-01AF-CE32-2EEFA3DC2AC7}" dt="2025-04-09T14:10:07.498" v="38"/>
        <pc:sldMasterMkLst>
          <pc:docMk/>
          <pc:sldMasterMk cId="3386802285" sldId="2147483780"/>
        </pc:sldMasterMkLst>
        <pc:sldLayoutChg chg="add del mod replId">
          <pc:chgData name="CAIMAN URQUIJO CAMILO ANDRES" userId="S::cacaimanu@udistrital.edu.co::2c0bd90d-4cc1-413b-b889-cd7efd29559f" providerId="AD" clId="Web-{CF8FC437-2277-01AF-CE32-2EEFA3DC2AC7}" dt="2025-04-09T14:10:07.498" v="38"/>
          <pc:sldLayoutMkLst>
            <pc:docMk/>
            <pc:sldMasterMk cId="3386802285" sldId="2147483780"/>
            <pc:sldLayoutMk cId="1949814236" sldId="2147483781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0:07.498" v="38"/>
          <pc:sldLayoutMkLst>
            <pc:docMk/>
            <pc:sldMasterMk cId="3386802285" sldId="2147483780"/>
            <pc:sldLayoutMk cId="2648559592" sldId="2147483782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0:07.498" v="38"/>
          <pc:sldLayoutMkLst>
            <pc:docMk/>
            <pc:sldMasterMk cId="3386802285" sldId="2147483780"/>
            <pc:sldLayoutMk cId="598710891" sldId="2147483783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0:07.498" v="38"/>
          <pc:sldLayoutMkLst>
            <pc:docMk/>
            <pc:sldMasterMk cId="3386802285" sldId="2147483780"/>
            <pc:sldLayoutMk cId="1698319193" sldId="2147483784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0:07.498" v="38"/>
          <pc:sldLayoutMkLst>
            <pc:docMk/>
            <pc:sldMasterMk cId="3386802285" sldId="2147483780"/>
            <pc:sldLayoutMk cId="2257088742" sldId="2147483785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0:07.498" v="38"/>
          <pc:sldLayoutMkLst>
            <pc:docMk/>
            <pc:sldMasterMk cId="3386802285" sldId="2147483780"/>
            <pc:sldLayoutMk cId="1873301110" sldId="2147483786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0:07.498" v="38"/>
          <pc:sldLayoutMkLst>
            <pc:docMk/>
            <pc:sldMasterMk cId="3386802285" sldId="2147483780"/>
            <pc:sldLayoutMk cId="3047458537" sldId="2147483787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0:07.498" v="38"/>
          <pc:sldLayoutMkLst>
            <pc:docMk/>
            <pc:sldMasterMk cId="3386802285" sldId="2147483780"/>
            <pc:sldLayoutMk cId="2597799673" sldId="2147483788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0:07.498" v="38"/>
          <pc:sldLayoutMkLst>
            <pc:docMk/>
            <pc:sldMasterMk cId="3386802285" sldId="2147483780"/>
            <pc:sldLayoutMk cId="2001785795" sldId="2147483789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0:07.498" v="38"/>
          <pc:sldLayoutMkLst>
            <pc:docMk/>
            <pc:sldMasterMk cId="3386802285" sldId="2147483780"/>
            <pc:sldLayoutMk cId="1927026615" sldId="2147483790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0:07.498" v="38"/>
          <pc:sldLayoutMkLst>
            <pc:docMk/>
            <pc:sldMasterMk cId="3386802285" sldId="2147483780"/>
            <pc:sldLayoutMk cId="251015156" sldId="2147483791"/>
          </pc:sldLayoutMkLst>
        </pc:sldLayoutChg>
      </pc:sldMasterChg>
      <pc:sldMasterChg chg="add del addSldLayout delSldLayout modSldLayout">
        <pc:chgData name="CAIMAN URQUIJO CAMILO ANDRES" userId="S::cacaimanu@udistrital.edu.co::2c0bd90d-4cc1-413b-b889-cd7efd29559f" providerId="AD" clId="Web-{CF8FC437-2277-01AF-CE32-2EEFA3DC2AC7}" dt="2025-04-09T14:10:12.014" v="39"/>
        <pc:sldMasterMkLst>
          <pc:docMk/>
          <pc:sldMasterMk cId="2245928840" sldId="2147483792"/>
        </pc:sldMasterMkLst>
        <pc:sldLayoutChg chg="add del mod replId">
          <pc:chgData name="CAIMAN URQUIJO CAMILO ANDRES" userId="S::cacaimanu@udistrital.edu.co::2c0bd90d-4cc1-413b-b889-cd7efd29559f" providerId="AD" clId="Web-{CF8FC437-2277-01AF-CE32-2EEFA3DC2AC7}" dt="2025-04-09T14:10:12.014" v="39"/>
          <pc:sldLayoutMkLst>
            <pc:docMk/>
            <pc:sldMasterMk cId="2245928840" sldId="2147483792"/>
            <pc:sldLayoutMk cId="3096695808" sldId="2147483793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0:12.014" v="39"/>
          <pc:sldLayoutMkLst>
            <pc:docMk/>
            <pc:sldMasterMk cId="2245928840" sldId="2147483792"/>
            <pc:sldLayoutMk cId="3609157441" sldId="2147483794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0:12.014" v="39"/>
          <pc:sldLayoutMkLst>
            <pc:docMk/>
            <pc:sldMasterMk cId="2245928840" sldId="2147483792"/>
            <pc:sldLayoutMk cId="3572728000" sldId="2147483795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0:12.014" v="39"/>
          <pc:sldLayoutMkLst>
            <pc:docMk/>
            <pc:sldMasterMk cId="2245928840" sldId="2147483792"/>
            <pc:sldLayoutMk cId="2705081290" sldId="2147483796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0:12.014" v="39"/>
          <pc:sldLayoutMkLst>
            <pc:docMk/>
            <pc:sldMasterMk cId="2245928840" sldId="2147483792"/>
            <pc:sldLayoutMk cId="1053169086" sldId="2147483797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0:12.014" v="39"/>
          <pc:sldLayoutMkLst>
            <pc:docMk/>
            <pc:sldMasterMk cId="2245928840" sldId="2147483792"/>
            <pc:sldLayoutMk cId="155074547" sldId="2147483798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0:12.014" v="39"/>
          <pc:sldLayoutMkLst>
            <pc:docMk/>
            <pc:sldMasterMk cId="2245928840" sldId="2147483792"/>
            <pc:sldLayoutMk cId="1332161781" sldId="2147483799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0:12.014" v="39"/>
          <pc:sldLayoutMkLst>
            <pc:docMk/>
            <pc:sldMasterMk cId="2245928840" sldId="2147483792"/>
            <pc:sldLayoutMk cId="2437737722" sldId="2147483800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0:12.014" v="39"/>
          <pc:sldLayoutMkLst>
            <pc:docMk/>
            <pc:sldMasterMk cId="2245928840" sldId="2147483792"/>
            <pc:sldLayoutMk cId="1464306686" sldId="2147483801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0:12.014" v="39"/>
          <pc:sldLayoutMkLst>
            <pc:docMk/>
            <pc:sldMasterMk cId="2245928840" sldId="2147483792"/>
            <pc:sldLayoutMk cId="678134303" sldId="2147483802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0:12.014" v="39"/>
          <pc:sldLayoutMkLst>
            <pc:docMk/>
            <pc:sldMasterMk cId="2245928840" sldId="2147483792"/>
            <pc:sldLayoutMk cId="2817746975" sldId="2147483803"/>
          </pc:sldLayoutMkLst>
        </pc:sldLayoutChg>
      </pc:sldMasterChg>
      <pc:sldMasterChg chg="add del addSldLayout delSldLayout modSldLayout">
        <pc:chgData name="CAIMAN URQUIJO CAMILO ANDRES" userId="S::cacaimanu@udistrital.edu.co::2c0bd90d-4cc1-413b-b889-cd7efd29559f" providerId="AD" clId="Web-{CF8FC437-2277-01AF-CE32-2EEFA3DC2AC7}" dt="2025-04-09T14:10:17.952" v="40"/>
        <pc:sldMasterMkLst>
          <pc:docMk/>
          <pc:sldMasterMk cId="2586283331" sldId="2147483804"/>
        </pc:sldMasterMkLst>
        <pc:sldLayoutChg chg="add del mod replId">
          <pc:chgData name="CAIMAN URQUIJO CAMILO ANDRES" userId="S::cacaimanu@udistrital.edu.co::2c0bd90d-4cc1-413b-b889-cd7efd29559f" providerId="AD" clId="Web-{CF8FC437-2277-01AF-CE32-2EEFA3DC2AC7}" dt="2025-04-09T14:10:17.952" v="40"/>
          <pc:sldLayoutMkLst>
            <pc:docMk/>
            <pc:sldMasterMk cId="2586283331" sldId="2147483804"/>
            <pc:sldLayoutMk cId="1435749603" sldId="2147483805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0:17.952" v="40"/>
          <pc:sldLayoutMkLst>
            <pc:docMk/>
            <pc:sldMasterMk cId="2586283331" sldId="2147483804"/>
            <pc:sldLayoutMk cId="212196422" sldId="2147483806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0:17.952" v="40"/>
          <pc:sldLayoutMkLst>
            <pc:docMk/>
            <pc:sldMasterMk cId="2586283331" sldId="2147483804"/>
            <pc:sldLayoutMk cId="1568825634" sldId="2147483807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0:17.952" v="40"/>
          <pc:sldLayoutMkLst>
            <pc:docMk/>
            <pc:sldMasterMk cId="2586283331" sldId="2147483804"/>
            <pc:sldLayoutMk cId="688735123" sldId="2147483808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0:17.952" v="40"/>
          <pc:sldLayoutMkLst>
            <pc:docMk/>
            <pc:sldMasterMk cId="2586283331" sldId="2147483804"/>
            <pc:sldLayoutMk cId="2704504767" sldId="2147483809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0:17.952" v="40"/>
          <pc:sldLayoutMkLst>
            <pc:docMk/>
            <pc:sldMasterMk cId="2586283331" sldId="2147483804"/>
            <pc:sldLayoutMk cId="1237335406" sldId="2147483810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0:17.952" v="40"/>
          <pc:sldLayoutMkLst>
            <pc:docMk/>
            <pc:sldMasterMk cId="2586283331" sldId="2147483804"/>
            <pc:sldLayoutMk cId="44746440" sldId="2147483811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0:17.952" v="40"/>
          <pc:sldLayoutMkLst>
            <pc:docMk/>
            <pc:sldMasterMk cId="2586283331" sldId="2147483804"/>
            <pc:sldLayoutMk cId="4286224862" sldId="2147483812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0:17.952" v="40"/>
          <pc:sldLayoutMkLst>
            <pc:docMk/>
            <pc:sldMasterMk cId="2586283331" sldId="2147483804"/>
            <pc:sldLayoutMk cId="3135465464" sldId="2147483813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0:17.952" v="40"/>
          <pc:sldLayoutMkLst>
            <pc:docMk/>
            <pc:sldMasterMk cId="2586283331" sldId="2147483804"/>
            <pc:sldLayoutMk cId="1653164991" sldId="2147483814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0:17.952" v="40"/>
          <pc:sldLayoutMkLst>
            <pc:docMk/>
            <pc:sldMasterMk cId="2586283331" sldId="2147483804"/>
            <pc:sldLayoutMk cId="1121951925" sldId="2147483815"/>
          </pc:sldLayoutMkLst>
        </pc:sldLayoutChg>
      </pc:sldMasterChg>
      <pc:sldMasterChg chg="add del addSldLayout delSldLayout modSldLayout">
        <pc:chgData name="CAIMAN URQUIJO CAMILO ANDRES" userId="S::cacaimanu@udistrital.edu.co::2c0bd90d-4cc1-413b-b889-cd7efd29559f" providerId="AD" clId="Web-{CF8FC437-2277-01AF-CE32-2EEFA3DC2AC7}" dt="2025-04-09T14:11:14.269" v="43"/>
        <pc:sldMasterMkLst>
          <pc:docMk/>
          <pc:sldMasterMk cId="2533402609" sldId="2147483816"/>
        </pc:sldMasterMkLst>
        <pc:sldLayoutChg chg="add del mod replId">
          <pc:chgData name="CAIMAN URQUIJO CAMILO ANDRES" userId="S::cacaimanu@udistrital.edu.co::2c0bd90d-4cc1-413b-b889-cd7efd29559f" providerId="AD" clId="Web-{CF8FC437-2277-01AF-CE32-2EEFA3DC2AC7}" dt="2025-04-09T14:11:14.269" v="43"/>
          <pc:sldLayoutMkLst>
            <pc:docMk/>
            <pc:sldMasterMk cId="2533402609" sldId="2147483816"/>
            <pc:sldLayoutMk cId="1232392368" sldId="2147483817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1:14.269" v="43"/>
          <pc:sldLayoutMkLst>
            <pc:docMk/>
            <pc:sldMasterMk cId="2533402609" sldId="2147483816"/>
            <pc:sldLayoutMk cId="3242487761" sldId="2147483818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1:14.269" v="43"/>
          <pc:sldLayoutMkLst>
            <pc:docMk/>
            <pc:sldMasterMk cId="2533402609" sldId="2147483816"/>
            <pc:sldLayoutMk cId="1440818763" sldId="2147483819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1:14.269" v="43"/>
          <pc:sldLayoutMkLst>
            <pc:docMk/>
            <pc:sldMasterMk cId="2533402609" sldId="2147483816"/>
            <pc:sldLayoutMk cId="3630470094" sldId="2147483820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1:14.269" v="43"/>
          <pc:sldLayoutMkLst>
            <pc:docMk/>
            <pc:sldMasterMk cId="2533402609" sldId="2147483816"/>
            <pc:sldLayoutMk cId="545354820" sldId="2147483821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1:14.269" v="43"/>
          <pc:sldLayoutMkLst>
            <pc:docMk/>
            <pc:sldMasterMk cId="2533402609" sldId="2147483816"/>
            <pc:sldLayoutMk cId="282928869" sldId="2147483822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1:14.269" v="43"/>
          <pc:sldLayoutMkLst>
            <pc:docMk/>
            <pc:sldMasterMk cId="2533402609" sldId="2147483816"/>
            <pc:sldLayoutMk cId="3443417108" sldId="2147483823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1:14.269" v="43"/>
          <pc:sldLayoutMkLst>
            <pc:docMk/>
            <pc:sldMasterMk cId="2533402609" sldId="2147483816"/>
            <pc:sldLayoutMk cId="3618786882" sldId="2147483824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1:14.269" v="43"/>
          <pc:sldLayoutMkLst>
            <pc:docMk/>
            <pc:sldMasterMk cId="2533402609" sldId="2147483816"/>
            <pc:sldLayoutMk cId="3252173775" sldId="2147483825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1:14.269" v="43"/>
          <pc:sldLayoutMkLst>
            <pc:docMk/>
            <pc:sldMasterMk cId="2533402609" sldId="2147483816"/>
            <pc:sldLayoutMk cId="1043309586" sldId="2147483826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1:14.269" v="43"/>
          <pc:sldLayoutMkLst>
            <pc:docMk/>
            <pc:sldMasterMk cId="2533402609" sldId="2147483816"/>
            <pc:sldLayoutMk cId="4135831840" sldId="2147483827"/>
          </pc:sldLayoutMkLst>
        </pc:sldLayoutChg>
      </pc:sldMasterChg>
      <pc:sldMasterChg chg="add del addSldLayout delSldLayout modSldLayout">
        <pc:chgData name="CAIMAN URQUIJO CAMILO ANDRES" userId="S::cacaimanu@udistrital.edu.co::2c0bd90d-4cc1-413b-b889-cd7efd29559f" providerId="AD" clId="Web-{CF8FC437-2277-01AF-CE32-2EEFA3DC2AC7}" dt="2025-04-09T14:11:17.363" v="44"/>
        <pc:sldMasterMkLst>
          <pc:docMk/>
          <pc:sldMasterMk cId="3805875185" sldId="2147483828"/>
        </pc:sldMasterMkLst>
        <pc:sldLayoutChg chg="add del mod replId">
          <pc:chgData name="CAIMAN URQUIJO CAMILO ANDRES" userId="S::cacaimanu@udistrital.edu.co::2c0bd90d-4cc1-413b-b889-cd7efd29559f" providerId="AD" clId="Web-{CF8FC437-2277-01AF-CE32-2EEFA3DC2AC7}" dt="2025-04-09T14:11:17.363" v="44"/>
          <pc:sldLayoutMkLst>
            <pc:docMk/>
            <pc:sldMasterMk cId="3805875185" sldId="2147483828"/>
            <pc:sldLayoutMk cId="4103953181" sldId="2147483829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1:17.363" v="44"/>
          <pc:sldLayoutMkLst>
            <pc:docMk/>
            <pc:sldMasterMk cId="3805875185" sldId="2147483828"/>
            <pc:sldLayoutMk cId="1663469325" sldId="2147483830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1:17.363" v="44"/>
          <pc:sldLayoutMkLst>
            <pc:docMk/>
            <pc:sldMasterMk cId="3805875185" sldId="2147483828"/>
            <pc:sldLayoutMk cId="241753377" sldId="2147483831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1:17.363" v="44"/>
          <pc:sldLayoutMkLst>
            <pc:docMk/>
            <pc:sldMasterMk cId="3805875185" sldId="2147483828"/>
            <pc:sldLayoutMk cId="3177983888" sldId="2147483832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1:17.363" v="44"/>
          <pc:sldLayoutMkLst>
            <pc:docMk/>
            <pc:sldMasterMk cId="3805875185" sldId="2147483828"/>
            <pc:sldLayoutMk cId="1085898612" sldId="2147483833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1:17.363" v="44"/>
          <pc:sldLayoutMkLst>
            <pc:docMk/>
            <pc:sldMasterMk cId="3805875185" sldId="2147483828"/>
            <pc:sldLayoutMk cId="4033374157" sldId="2147483834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1:17.363" v="44"/>
          <pc:sldLayoutMkLst>
            <pc:docMk/>
            <pc:sldMasterMk cId="3805875185" sldId="2147483828"/>
            <pc:sldLayoutMk cId="1650013402" sldId="2147483835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1:17.363" v="44"/>
          <pc:sldLayoutMkLst>
            <pc:docMk/>
            <pc:sldMasterMk cId="3805875185" sldId="2147483828"/>
            <pc:sldLayoutMk cId="4161719249" sldId="2147483836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1:17.363" v="44"/>
          <pc:sldLayoutMkLst>
            <pc:docMk/>
            <pc:sldMasterMk cId="3805875185" sldId="2147483828"/>
            <pc:sldLayoutMk cId="1745094863" sldId="2147483837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1:17.363" v="44"/>
          <pc:sldLayoutMkLst>
            <pc:docMk/>
            <pc:sldMasterMk cId="3805875185" sldId="2147483828"/>
            <pc:sldLayoutMk cId="948941747" sldId="2147483838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1:17.363" v="44"/>
          <pc:sldLayoutMkLst>
            <pc:docMk/>
            <pc:sldMasterMk cId="3805875185" sldId="2147483828"/>
            <pc:sldLayoutMk cId="3910985603" sldId="2147483839"/>
          </pc:sldLayoutMkLst>
        </pc:sldLayoutChg>
      </pc:sldMasterChg>
      <pc:sldMasterChg chg="add del addSldLayout delSldLayout modSldLayout">
        <pc:chgData name="CAIMAN URQUIJO CAMILO ANDRES" userId="S::cacaimanu@udistrital.edu.co::2c0bd90d-4cc1-413b-b889-cd7efd29559f" providerId="AD" clId="Web-{CF8FC437-2277-01AF-CE32-2EEFA3DC2AC7}" dt="2025-04-09T14:11:20.363" v="45"/>
        <pc:sldMasterMkLst>
          <pc:docMk/>
          <pc:sldMasterMk cId="3505788382" sldId="2147483840"/>
        </pc:sldMasterMkLst>
        <pc:sldLayoutChg chg="add del mod replId">
          <pc:chgData name="CAIMAN URQUIJO CAMILO ANDRES" userId="S::cacaimanu@udistrital.edu.co::2c0bd90d-4cc1-413b-b889-cd7efd29559f" providerId="AD" clId="Web-{CF8FC437-2277-01AF-CE32-2EEFA3DC2AC7}" dt="2025-04-09T14:11:20.363" v="45"/>
          <pc:sldLayoutMkLst>
            <pc:docMk/>
            <pc:sldMasterMk cId="3505788382" sldId="2147483840"/>
            <pc:sldLayoutMk cId="157993460" sldId="2147483841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1:20.363" v="45"/>
          <pc:sldLayoutMkLst>
            <pc:docMk/>
            <pc:sldMasterMk cId="3505788382" sldId="2147483840"/>
            <pc:sldLayoutMk cId="2723762316" sldId="2147483842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1:20.363" v="45"/>
          <pc:sldLayoutMkLst>
            <pc:docMk/>
            <pc:sldMasterMk cId="3505788382" sldId="2147483840"/>
            <pc:sldLayoutMk cId="2332702304" sldId="2147483843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1:20.363" v="45"/>
          <pc:sldLayoutMkLst>
            <pc:docMk/>
            <pc:sldMasterMk cId="3505788382" sldId="2147483840"/>
            <pc:sldLayoutMk cId="2773232592" sldId="2147483844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1:20.363" v="45"/>
          <pc:sldLayoutMkLst>
            <pc:docMk/>
            <pc:sldMasterMk cId="3505788382" sldId="2147483840"/>
            <pc:sldLayoutMk cId="79894298" sldId="2147483845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1:20.363" v="45"/>
          <pc:sldLayoutMkLst>
            <pc:docMk/>
            <pc:sldMasterMk cId="3505788382" sldId="2147483840"/>
            <pc:sldLayoutMk cId="3272953376" sldId="2147483846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1:20.363" v="45"/>
          <pc:sldLayoutMkLst>
            <pc:docMk/>
            <pc:sldMasterMk cId="3505788382" sldId="2147483840"/>
            <pc:sldLayoutMk cId="311506241" sldId="2147483847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1:20.363" v="45"/>
          <pc:sldLayoutMkLst>
            <pc:docMk/>
            <pc:sldMasterMk cId="3505788382" sldId="2147483840"/>
            <pc:sldLayoutMk cId="3314630556" sldId="2147483848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1:20.363" v="45"/>
          <pc:sldLayoutMkLst>
            <pc:docMk/>
            <pc:sldMasterMk cId="3505788382" sldId="2147483840"/>
            <pc:sldLayoutMk cId="4165141039" sldId="2147483849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1:20.363" v="45"/>
          <pc:sldLayoutMkLst>
            <pc:docMk/>
            <pc:sldMasterMk cId="3505788382" sldId="2147483840"/>
            <pc:sldLayoutMk cId="354657927" sldId="2147483850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1:20.363" v="45"/>
          <pc:sldLayoutMkLst>
            <pc:docMk/>
            <pc:sldMasterMk cId="3505788382" sldId="2147483840"/>
            <pc:sldLayoutMk cId="4012246030" sldId="2147483851"/>
          </pc:sldLayoutMkLst>
        </pc:sldLayoutChg>
      </pc:sldMasterChg>
      <pc:sldMasterChg chg="add del addSldLayout delSldLayout modSldLayout">
        <pc:chgData name="CAIMAN URQUIJO CAMILO ANDRES" userId="S::cacaimanu@udistrital.edu.co::2c0bd90d-4cc1-413b-b889-cd7efd29559f" providerId="AD" clId="Web-{CF8FC437-2277-01AF-CE32-2EEFA3DC2AC7}" dt="2025-04-09T14:11:23.488" v="46"/>
        <pc:sldMasterMkLst>
          <pc:docMk/>
          <pc:sldMasterMk cId="260796161" sldId="2147483852"/>
        </pc:sldMasterMkLst>
        <pc:sldLayoutChg chg="add del mod replId">
          <pc:chgData name="CAIMAN URQUIJO CAMILO ANDRES" userId="S::cacaimanu@udistrital.edu.co::2c0bd90d-4cc1-413b-b889-cd7efd29559f" providerId="AD" clId="Web-{CF8FC437-2277-01AF-CE32-2EEFA3DC2AC7}" dt="2025-04-09T14:11:23.488" v="46"/>
          <pc:sldLayoutMkLst>
            <pc:docMk/>
            <pc:sldMasterMk cId="260796161" sldId="2147483852"/>
            <pc:sldLayoutMk cId="2648372350" sldId="2147483853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1:23.488" v="46"/>
          <pc:sldLayoutMkLst>
            <pc:docMk/>
            <pc:sldMasterMk cId="260796161" sldId="2147483852"/>
            <pc:sldLayoutMk cId="3834775418" sldId="2147483854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1:23.488" v="46"/>
          <pc:sldLayoutMkLst>
            <pc:docMk/>
            <pc:sldMasterMk cId="260796161" sldId="2147483852"/>
            <pc:sldLayoutMk cId="4009199715" sldId="2147483855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1:23.488" v="46"/>
          <pc:sldLayoutMkLst>
            <pc:docMk/>
            <pc:sldMasterMk cId="260796161" sldId="2147483852"/>
            <pc:sldLayoutMk cId="3148317791" sldId="2147483856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1:23.488" v="46"/>
          <pc:sldLayoutMkLst>
            <pc:docMk/>
            <pc:sldMasterMk cId="260796161" sldId="2147483852"/>
            <pc:sldLayoutMk cId="2366519670" sldId="2147483857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1:23.488" v="46"/>
          <pc:sldLayoutMkLst>
            <pc:docMk/>
            <pc:sldMasterMk cId="260796161" sldId="2147483852"/>
            <pc:sldLayoutMk cId="959439863" sldId="2147483858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1:23.488" v="46"/>
          <pc:sldLayoutMkLst>
            <pc:docMk/>
            <pc:sldMasterMk cId="260796161" sldId="2147483852"/>
            <pc:sldLayoutMk cId="3924060900" sldId="2147483859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1:23.488" v="46"/>
          <pc:sldLayoutMkLst>
            <pc:docMk/>
            <pc:sldMasterMk cId="260796161" sldId="2147483852"/>
            <pc:sldLayoutMk cId="583253695" sldId="2147483860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1:23.488" v="46"/>
          <pc:sldLayoutMkLst>
            <pc:docMk/>
            <pc:sldMasterMk cId="260796161" sldId="2147483852"/>
            <pc:sldLayoutMk cId="1010489286" sldId="2147483861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1:23.488" v="46"/>
          <pc:sldLayoutMkLst>
            <pc:docMk/>
            <pc:sldMasterMk cId="260796161" sldId="2147483852"/>
            <pc:sldLayoutMk cId="1445530892" sldId="2147483862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1:23.488" v="46"/>
          <pc:sldLayoutMkLst>
            <pc:docMk/>
            <pc:sldMasterMk cId="260796161" sldId="2147483852"/>
            <pc:sldLayoutMk cId="662692106" sldId="2147483863"/>
          </pc:sldLayoutMkLst>
        </pc:sldLayoutChg>
      </pc:sldMasterChg>
      <pc:sldMasterChg chg="add del addSldLayout delSldLayout modSldLayout">
        <pc:chgData name="CAIMAN URQUIJO CAMILO ANDRES" userId="S::cacaimanu@udistrital.edu.co::2c0bd90d-4cc1-413b-b889-cd7efd29559f" providerId="AD" clId="Web-{CF8FC437-2277-01AF-CE32-2EEFA3DC2AC7}" dt="2025-04-09T14:11:29.863" v="47"/>
        <pc:sldMasterMkLst>
          <pc:docMk/>
          <pc:sldMasterMk cId="3254984999" sldId="2147483864"/>
        </pc:sldMasterMkLst>
        <pc:sldLayoutChg chg="add del mod replId">
          <pc:chgData name="CAIMAN URQUIJO CAMILO ANDRES" userId="S::cacaimanu@udistrital.edu.co::2c0bd90d-4cc1-413b-b889-cd7efd29559f" providerId="AD" clId="Web-{CF8FC437-2277-01AF-CE32-2EEFA3DC2AC7}" dt="2025-04-09T14:11:29.863" v="47"/>
          <pc:sldLayoutMkLst>
            <pc:docMk/>
            <pc:sldMasterMk cId="3254984999" sldId="2147483864"/>
            <pc:sldLayoutMk cId="2880360478" sldId="2147483865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1:29.863" v="47"/>
          <pc:sldLayoutMkLst>
            <pc:docMk/>
            <pc:sldMasterMk cId="3254984999" sldId="2147483864"/>
            <pc:sldLayoutMk cId="2841589240" sldId="2147483866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1:29.863" v="47"/>
          <pc:sldLayoutMkLst>
            <pc:docMk/>
            <pc:sldMasterMk cId="3254984999" sldId="2147483864"/>
            <pc:sldLayoutMk cId="2333919850" sldId="2147483867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1:29.863" v="47"/>
          <pc:sldLayoutMkLst>
            <pc:docMk/>
            <pc:sldMasterMk cId="3254984999" sldId="2147483864"/>
            <pc:sldLayoutMk cId="3275631956" sldId="2147483868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1:29.863" v="47"/>
          <pc:sldLayoutMkLst>
            <pc:docMk/>
            <pc:sldMasterMk cId="3254984999" sldId="2147483864"/>
            <pc:sldLayoutMk cId="894327526" sldId="2147483869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1:29.863" v="47"/>
          <pc:sldLayoutMkLst>
            <pc:docMk/>
            <pc:sldMasterMk cId="3254984999" sldId="2147483864"/>
            <pc:sldLayoutMk cId="2474340824" sldId="2147483870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1:29.863" v="47"/>
          <pc:sldLayoutMkLst>
            <pc:docMk/>
            <pc:sldMasterMk cId="3254984999" sldId="2147483864"/>
            <pc:sldLayoutMk cId="2931963476" sldId="2147483871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1:29.863" v="47"/>
          <pc:sldLayoutMkLst>
            <pc:docMk/>
            <pc:sldMasterMk cId="3254984999" sldId="2147483864"/>
            <pc:sldLayoutMk cId="1517424037" sldId="2147483872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1:29.863" v="47"/>
          <pc:sldLayoutMkLst>
            <pc:docMk/>
            <pc:sldMasterMk cId="3254984999" sldId="2147483864"/>
            <pc:sldLayoutMk cId="998059716" sldId="2147483873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1:29.863" v="47"/>
          <pc:sldLayoutMkLst>
            <pc:docMk/>
            <pc:sldMasterMk cId="3254984999" sldId="2147483864"/>
            <pc:sldLayoutMk cId="1233884559" sldId="2147483874"/>
          </pc:sldLayoutMkLst>
        </pc:sldLayoutChg>
        <pc:sldLayoutChg chg="add del mod replId">
          <pc:chgData name="CAIMAN URQUIJO CAMILO ANDRES" userId="S::cacaimanu@udistrital.edu.co::2c0bd90d-4cc1-413b-b889-cd7efd29559f" providerId="AD" clId="Web-{CF8FC437-2277-01AF-CE32-2EEFA3DC2AC7}" dt="2025-04-09T14:11:29.863" v="47"/>
          <pc:sldLayoutMkLst>
            <pc:docMk/>
            <pc:sldMasterMk cId="3254984999" sldId="2147483864"/>
            <pc:sldLayoutMk cId="131897171" sldId="2147483875"/>
          </pc:sldLayoutMkLst>
        </pc:sldLayoutChg>
      </pc:sldMasterChg>
      <pc:sldMasterChg chg="add addSldLayout modSldLayout">
        <pc:chgData name="CAIMAN URQUIJO CAMILO ANDRES" userId="S::cacaimanu@udistrital.edu.co::2c0bd90d-4cc1-413b-b889-cd7efd29559f" providerId="AD" clId="Web-{CF8FC437-2277-01AF-CE32-2EEFA3DC2AC7}" dt="2025-04-09T14:11:29.863" v="47"/>
        <pc:sldMasterMkLst>
          <pc:docMk/>
          <pc:sldMasterMk cId="149037940" sldId="2147483876"/>
        </pc:sldMasterMkLst>
        <pc:sldLayoutChg chg="add mod replId">
          <pc:chgData name="CAIMAN URQUIJO CAMILO ANDRES" userId="S::cacaimanu@udistrital.edu.co::2c0bd90d-4cc1-413b-b889-cd7efd29559f" providerId="AD" clId="Web-{CF8FC437-2277-01AF-CE32-2EEFA3DC2AC7}" dt="2025-04-09T14:11:29.863" v="47"/>
          <pc:sldLayoutMkLst>
            <pc:docMk/>
            <pc:sldMasterMk cId="149037940" sldId="2147483876"/>
            <pc:sldLayoutMk cId="2170952254" sldId="2147483877"/>
          </pc:sldLayoutMkLst>
        </pc:sldLayoutChg>
        <pc:sldLayoutChg chg="add mod replId">
          <pc:chgData name="CAIMAN URQUIJO CAMILO ANDRES" userId="S::cacaimanu@udistrital.edu.co::2c0bd90d-4cc1-413b-b889-cd7efd29559f" providerId="AD" clId="Web-{CF8FC437-2277-01AF-CE32-2EEFA3DC2AC7}" dt="2025-04-09T14:11:29.863" v="47"/>
          <pc:sldLayoutMkLst>
            <pc:docMk/>
            <pc:sldMasterMk cId="149037940" sldId="2147483876"/>
            <pc:sldLayoutMk cId="1924925983" sldId="2147483878"/>
          </pc:sldLayoutMkLst>
        </pc:sldLayoutChg>
        <pc:sldLayoutChg chg="add mod replId">
          <pc:chgData name="CAIMAN URQUIJO CAMILO ANDRES" userId="S::cacaimanu@udistrital.edu.co::2c0bd90d-4cc1-413b-b889-cd7efd29559f" providerId="AD" clId="Web-{CF8FC437-2277-01AF-CE32-2EEFA3DC2AC7}" dt="2025-04-09T14:11:29.863" v="47"/>
          <pc:sldLayoutMkLst>
            <pc:docMk/>
            <pc:sldMasterMk cId="149037940" sldId="2147483876"/>
            <pc:sldLayoutMk cId="1933780700" sldId="2147483879"/>
          </pc:sldLayoutMkLst>
        </pc:sldLayoutChg>
        <pc:sldLayoutChg chg="add mod replId">
          <pc:chgData name="CAIMAN URQUIJO CAMILO ANDRES" userId="S::cacaimanu@udistrital.edu.co::2c0bd90d-4cc1-413b-b889-cd7efd29559f" providerId="AD" clId="Web-{CF8FC437-2277-01AF-CE32-2EEFA3DC2AC7}" dt="2025-04-09T14:11:29.863" v="47"/>
          <pc:sldLayoutMkLst>
            <pc:docMk/>
            <pc:sldMasterMk cId="149037940" sldId="2147483876"/>
            <pc:sldLayoutMk cId="3238730695" sldId="2147483880"/>
          </pc:sldLayoutMkLst>
        </pc:sldLayoutChg>
        <pc:sldLayoutChg chg="add mod replId">
          <pc:chgData name="CAIMAN URQUIJO CAMILO ANDRES" userId="S::cacaimanu@udistrital.edu.co::2c0bd90d-4cc1-413b-b889-cd7efd29559f" providerId="AD" clId="Web-{CF8FC437-2277-01AF-CE32-2EEFA3DC2AC7}" dt="2025-04-09T14:11:29.863" v="47"/>
          <pc:sldLayoutMkLst>
            <pc:docMk/>
            <pc:sldMasterMk cId="149037940" sldId="2147483876"/>
            <pc:sldLayoutMk cId="406971912" sldId="2147483881"/>
          </pc:sldLayoutMkLst>
        </pc:sldLayoutChg>
        <pc:sldLayoutChg chg="add mod replId">
          <pc:chgData name="CAIMAN URQUIJO CAMILO ANDRES" userId="S::cacaimanu@udistrital.edu.co::2c0bd90d-4cc1-413b-b889-cd7efd29559f" providerId="AD" clId="Web-{CF8FC437-2277-01AF-CE32-2EEFA3DC2AC7}" dt="2025-04-09T14:11:29.863" v="47"/>
          <pc:sldLayoutMkLst>
            <pc:docMk/>
            <pc:sldMasterMk cId="149037940" sldId="2147483876"/>
            <pc:sldLayoutMk cId="2319597829" sldId="2147483882"/>
          </pc:sldLayoutMkLst>
        </pc:sldLayoutChg>
        <pc:sldLayoutChg chg="add mod replId">
          <pc:chgData name="CAIMAN URQUIJO CAMILO ANDRES" userId="S::cacaimanu@udistrital.edu.co::2c0bd90d-4cc1-413b-b889-cd7efd29559f" providerId="AD" clId="Web-{CF8FC437-2277-01AF-CE32-2EEFA3DC2AC7}" dt="2025-04-09T14:11:29.863" v="47"/>
          <pc:sldLayoutMkLst>
            <pc:docMk/>
            <pc:sldMasterMk cId="149037940" sldId="2147483876"/>
            <pc:sldLayoutMk cId="1742873057" sldId="2147483883"/>
          </pc:sldLayoutMkLst>
        </pc:sldLayoutChg>
        <pc:sldLayoutChg chg="add mod replId">
          <pc:chgData name="CAIMAN URQUIJO CAMILO ANDRES" userId="S::cacaimanu@udistrital.edu.co::2c0bd90d-4cc1-413b-b889-cd7efd29559f" providerId="AD" clId="Web-{CF8FC437-2277-01AF-CE32-2EEFA3DC2AC7}" dt="2025-04-09T14:11:29.863" v="47"/>
          <pc:sldLayoutMkLst>
            <pc:docMk/>
            <pc:sldMasterMk cId="149037940" sldId="2147483876"/>
            <pc:sldLayoutMk cId="85490691" sldId="2147483884"/>
          </pc:sldLayoutMkLst>
        </pc:sldLayoutChg>
        <pc:sldLayoutChg chg="add mod replId">
          <pc:chgData name="CAIMAN URQUIJO CAMILO ANDRES" userId="S::cacaimanu@udistrital.edu.co::2c0bd90d-4cc1-413b-b889-cd7efd29559f" providerId="AD" clId="Web-{CF8FC437-2277-01AF-CE32-2EEFA3DC2AC7}" dt="2025-04-09T14:11:29.863" v="47"/>
          <pc:sldLayoutMkLst>
            <pc:docMk/>
            <pc:sldMasterMk cId="149037940" sldId="2147483876"/>
            <pc:sldLayoutMk cId="1258361045" sldId="2147483885"/>
          </pc:sldLayoutMkLst>
        </pc:sldLayoutChg>
        <pc:sldLayoutChg chg="add mod replId">
          <pc:chgData name="CAIMAN URQUIJO CAMILO ANDRES" userId="S::cacaimanu@udistrital.edu.co::2c0bd90d-4cc1-413b-b889-cd7efd29559f" providerId="AD" clId="Web-{CF8FC437-2277-01AF-CE32-2EEFA3DC2AC7}" dt="2025-04-09T14:11:29.863" v="47"/>
          <pc:sldLayoutMkLst>
            <pc:docMk/>
            <pc:sldMasterMk cId="149037940" sldId="2147483876"/>
            <pc:sldLayoutMk cId="876417797" sldId="2147483886"/>
          </pc:sldLayoutMkLst>
        </pc:sldLayoutChg>
        <pc:sldLayoutChg chg="add mod replId">
          <pc:chgData name="CAIMAN URQUIJO CAMILO ANDRES" userId="S::cacaimanu@udistrital.edu.co::2c0bd90d-4cc1-413b-b889-cd7efd29559f" providerId="AD" clId="Web-{CF8FC437-2277-01AF-CE32-2EEFA3DC2AC7}" dt="2025-04-09T14:11:29.863" v="47"/>
          <pc:sldLayoutMkLst>
            <pc:docMk/>
            <pc:sldMasterMk cId="149037940" sldId="2147483876"/>
            <pc:sldLayoutMk cId="1805100664" sldId="2147483887"/>
          </pc:sldLayoutMkLst>
        </pc:sldLayoutChg>
      </pc:sldMasterChg>
    </pc:docChg>
  </pc:docChgLst>
  <pc:docChgLst>
    <pc:chgData name="CAIMAN URQUIJO CAMILO ANDRES" userId="S::cacaimanu@udistrital.edu.co::2c0bd90d-4cc1-413b-b889-cd7efd29559f" providerId="AD" clId="Web-{1CD34E25-A28D-2D68-C962-E7B7750F27D6}"/>
    <pc:docChg chg="modSld">
      <pc:chgData name="CAIMAN URQUIJO CAMILO ANDRES" userId="S::cacaimanu@udistrital.edu.co::2c0bd90d-4cc1-413b-b889-cd7efd29559f" providerId="AD" clId="Web-{1CD34E25-A28D-2D68-C962-E7B7750F27D6}" dt="2025-04-09T13:56:56.633" v="7"/>
      <pc:docMkLst>
        <pc:docMk/>
      </pc:docMkLst>
      <pc:sldChg chg="addSp delSp modSp">
        <pc:chgData name="CAIMAN URQUIJO CAMILO ANDRES" userId="S::cacaimanu@udistrital.edu.co::2c0bd90d-4cc1-413b-b889-cd7efd29559f" providerId="AD" clId="Web-{1CD34E25-A28D-2D68-C962-E7B7750F27D6}" dt="2025-04-09T13:56:56.633" v="7"/>
        <pc:sldMkLst>
          <pc:docMk/>
          <pc:sldMk cId="1895440336" sldId="260"/>
        </pc:sldMkLst>
        <pc:spChg chg="add del mod">
          <ac:chgData name="CAIMAN URQUIJO CAMILO ANDRES" userId="S::cacaimanu@udistrital.edu.co::2c0bd90d-4cc1-413b-b889-cd7efd29559f" providerId="AD" clId="Web-{1CD34E25-A28D-2D68-C962-E7B7750F27D6}" dt="2025-04-09T13:56:41.304" v="3"/>
          <ac:spMkLst>
            <pc:docMk/>
            <pc:sldMk cId="1895440336" sldId="260"/>
            <ac:spMk id="5" creationId="{60F1AD83-1246-A91E-38C4-4434A10C939C}"/>
          </ac:spMkLst>
        </pc:spChg>
        <pc:graphicFrameChg chg="del">
          <ac:chgData name="CAIMAN URQUIJO CAMILO ANDRES" userId="S::cacaimanu@udistrital.edu.co::2c0bd90d-4cc1-413b-b889-cd7efd29559f" providerId="AD" clId="Web-{1CD34E25-A28D-2D68-C962-E7B7750F27D6}" dt="2025-04-09T13:55:12.254" v="0"/>
          <ac:graphicFrameMkLst>
            <pc:docMk/>
            <pc:sldMk cId="1895440336" sldId="260"/>
            <ac:graphicFrameMk id="4" creationId="{BE7A6D21-59B1-531C-C0A4-926CFE39E2B4}"/>
          </ac:graphicFrameMkLst>
        </pc:graphicFrameChg>
        <pc:graphicFrameChg chg="add mod topLvl modGraphic">
          <ac:chgData name="CAIMAN URQUIJO CAMILO ANDRES" userId="S::cacaimanu@udistrital.edu.co::2c0bd90d-4cc1-413b-b889-cd7efd29559f" providerId="AD" clId="Web-{1CD34E25-A28D-2D68-C962-E7B7750F27D6}" dt="2025-04-09T13:56:56.633" v="7"/>
          <ac:graphicFrameMkLst>
            <pc:docMk/>
            <pc:sldMk cId="1895440336" sldId="260"/>
            <ac:graphicFrameMk id="6" creationId="{7DF06B3A-3013-808F-7481-5571C4B7CF73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amilo%20U\15avo%20Semestre\Monitorias\Encuestas\Proceso%20de%20autoevaluaci&#243;n%202025%20-%20Estudiante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amilo%20U\15avo%20Semestre\Monitorias\Encuestas\Proceso%20de%20autoevaluaci&#243;n%202025%20-%20Estudiante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udistritaleduco-my.sharepoint.com/personal/mcic_udistrital_edu_co/Documents/Maestria%20CIC/2025/Monitorias/Nueva%20carpeta/Resultados%20encuestas/Presentaci&#243;n%20Encuestas/Proceso%20de%20autoevaluaci&#243;n%202025%20-%20Estudiante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udistritaleduco-my.sharepoint.com/personal/mcic_udistrital_edu_co/Documents/Maestria%20CIC/2025/Monitorias/Nueva%20carpeta/Resultados%20encuestas/Presentaci&#243;n%20Encuestas/Proceso%20de%20autoevaluaci&#243;n%202025%20-%20Estudiante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udistritaleduco-my.sharepoint.com/personal/mcic_udistrital_edu_co/Documents/Maestria%20CIC/2025/Monitorias/Nueva%20carpeta/Resultados%20encuestas/Presentaci&#243;n%20Encuestas/Proceso%20de%20autoevaluaci&#243;n%202025%20-%20Estudiante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udistritaleduco-my.sharepoint.com/personal/mcic_udistrital_edu_co/Documents/Maestria%20CIC/2025/Monitorias/Nueva%20carpeta/Resultados%20encuestas/Presentaci&#243;n%20Encuestas/Proceso%20de%20autoevaluaci&#243;n%202025%20-%20Estudiante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udistritaleduco-my.sharepoint.com/personal/mcic_udistrital_edu_co/Documents/Maestria%20CIC/2025/Monitorias/Nueva%20carpeta/Resultados%20encuestas/Presentaci&#243;n%20Encuestas/Proceso%20de%20autoevaluaci&#243;n%202025%20-%20Estudiantes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udistritaleduco-my.sharepoint.com/personal/mcic_udistrital_edu_co/Documents/Maestria%20CIC/2025/Monitorias/Nueva%20carpeta/Resultados%20encuestas/Presentaci&#243;n%20Encuestas/Proceso%20de%20autoevaluaci&#243;n%202025%20-%20Estudiantes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https://udistritaleduco-my.sharepoint.com/personal/mcic_udistrital_edu_co/Documents/Maestria%20CIC/2025/Monitorias/Nueva%20carpeta/Resultados%20encuestas/Presentaci&#243;n%20Encuestas/Proceso%20de%20autoevaluaci&#243;n%202025%20-%20Estudiantes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https://udistritaleduco-my.sharepoint.com/personal/mcic_udistrital_edu_co/Documents/Maestria%20CIC/2025/Monitorias/Nueva%20carpeta/Resultados%20encuestas/Presentaci&#243;n%20Encuestas/Proceso%20de%20autoevaluaci&#243;n%202025%20-%20Estudiantes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https://udistritaleduco-my.sharepoint.com/personal/mcic_udistrital_edu_co/Documents/Maestria%20CIC/2025/Monitorias/Nueva%20carpeta/Resultados%20encuestas/Presentaci&#243;n%20Encuestas/Proceso%20de%20autoevaluaci&#243;n%202025%20-%20Estudiantes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https://udistritaleduco-my.sharepoint.com/personal/mcic_udistrital_edu_co/Documents/Maestria%20CIC/2025/Monitorias/Nueva%20carpeta/Resultados%20encuestas/Presentaci&#243;n%20Encuestas/Proceso%20de%20autoevaluaci&#243;n%202025%20-%20Estudiantes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amilo%20U\15avo%20Semestre\Monitorias\Encuestas\Proceso%20de%20autoevaluaci&#243;n%202025%20-%20Estudiantes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amilo%20U\15avo%20Semestre\Monitorias\Encuestas\Proceso%20de%20autoevaluaci&#243;n%202025%20-%20Estudiantes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amilo%20U\15avo%20Semestre\Monitorias\Encuestas\Proceso%20de%20autoevaluaci&#243;n%202025%20-%20Estudiantes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amilo%20U\15avo%20Semestre\Monitorias\Encuestas\Proceso%20de%20autoevaluaci&#243;n%202025%20-%20Estudiantes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amilo%20U\15avo%20Semestre\Monitorias\Encuestas\Proceso%20de%20autoevaluaci&#243;n%202025%20-%20Estudiantes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amilo%20U\15avo%20Semestre\Monitorias\Encuestas\Proceso%20de%20autoevaluaci&#243;n%202025%20-%20Estudiantes.xlsx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amilo%20U\15avo%20Semestre\Monitorias\Encuestas\Proceso%20de%20autoevaluaci&#243;n%202025%20-%20Estudiantes.xlsx" TargetMode="External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amilo%20U\15avo%20Semestre\Monitorias\Encuestas\Proceso%20de%20autoevaluaci&#243;n%202025%20-%20Estudiantes.xlsx" TargetMode="External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amilo%20U\15avo%20Semestre\Monitorias\Encuestas\Proceso%20de%20autoevaluaci&#243;n%202025%20-%20Estudiantes.xlsx" TargetMode="External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amilo%20U\15avo%20Semestre\Monitorias\Encuestas\Proceso%20de%20autoevaluaci&#243;n%202025%20-%20Estudiantes.xlsx" TargetMode="External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amilo%20U\15avo%20Semestre\Monitorias\Encuestas\Proceso%20de%20autoevaluaci&#243;n%202025%20-%20Estudiantes.xlsx" TargetMode="External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amilo%20U\15avo%20Semestre\Monitorias\Encuestas\Proceso%20de%20autoevaluaci&#243;n%202025%20-%20Estudiantes.xlsx" TargetMode="External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amilo%20U\15avo%20Semestre\Monitorias\Encuestas\Proceso%20de%20autoevaluaci&#243;n%202025%20-%20Estudiantes.xlsx" TargetMode="External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amilo%20U\15avo%20Semestre\Monitorias\Encuestas\Proceso%20de%20autoevaluaci&#243;n%202025%20-%20Estudiantes.xlsx" TargetMode="External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amilo%20U\15avo%20Semestre\Monitorias\Encuestas\Proceso%20de%20autoevaluaci&#243;n%202025%20-%20Estudiantes.xlsx" TargetMode="External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amilo%20U\15avo%20Semestre\Monitorias\Encuestas\Proceso%20de%20autoevaluaci&#243;n%202025%20-%20Estudiantes.xlsx" TargetMode="External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amilo%20U\15avo%20Semestre\Monitorias\Encuestas\Proceso%20de%20autoevaluaci&#243;n%202025%20-%20Estudiantes.xlsx" TargetMode="External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/>
              <a:t>¿En que rango de edad se encuentra?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'Proceso de autoevaluación 2025 '!$O$59:$O$62</c:f>
              <c:strCache>
                <c:ptCount val="4"/>
                <c:pt idx="0">
                  <c:v>25 a 30</c:v>
                </c:pt>
                <c:pt idx="1">
                  <c:v>31 a 40</c:v>
                </c:pt>
                <c:pt idx="2">
                  <c:v>41 a 50</c:v>
                </c:pt>
                <c:pt idx="3">
                  <c:v>51 o más</c:v>
                </c:pt>
              </c:strCache>
            </c:strRef>
          </c:cat>
          <c:val>
            <c:numRef>
              <c:f>'Proceso de autoevaluación 2025 '!$P$59:$P$62</c:f>
              <c:numCache>
                <c:formatCode>General</c:formatCode>
                <c:ptCount val="4"/>
                <c:pt idx="0">
                  <c:v>30</c:v>
                </c:pt>
                <c:pt idx="1">
                  <c:v>16</c:v>
                </c:pt>
                <c:pt idx="2">
                  <c:v>3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2C-4836-9848-7733DF73F05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552202432"/>
        <c:axId val="552204592"/>
      </c:barChart>
      <c:catAx>
        <c:axId val="5522024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552204592"/>
        <c:crosses val="autoZero"/>
        <c:auto val="1"/>
        <c:lblAlgn val="ctr"/>
        <c:lblOffset val="100"/>
        <c:noMultiLvlLbl val="0"/>
      </c:catAx>
      <c:valAx>
        <c:axId val="5522045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in"/>
        <c:minorTickMark val="out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5522024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/>
              <a:t>¿En qué año ingreso a la Maestría en Ciencias de la Información y las Comunicaciones?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'Proceso de autoevaluación 2025 '!$U$58:$U$65</c:f>
              <c:numCache>
                <c:formatCode>General</c:formatCod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2024</c:v>
                </c:pt>
                <c:pt idx="7">
                  <c:v>2025</c:v>
                </c:pt>
              </c:numCache>
            </c:numRef>
          </c:cat>
          <c:val>
            <c:numRef>
              <c:f>'Proceso de autoevaluación 2025 '!$V$58:$V$65</c:f>
              <c:numCache>
                <c:formatCode>General</c:formatCode>
                <c:ptCount val="8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3</c:v>
                </c:pt>
                <c:pt idx="4">
                  <c:v>1</c:v>
                </c:pt>
                <c:pt idx="5">
                  <c:v>1</c:v>
                </c:pt>
                <c:pt idx="6">
                  <c:v>25</c:v>
                </c:pt>
                <c:pt idx="7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AF-49AE-96BB-6BBAF66F8C5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637310288"/>
        <c:axId val="637307768"/>
      </c:barChart>
      <c:catAx>
        <c:axId val="6373102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637307768"/>
        <c:crosses val="autoZero"/>
        <c:auto val="1"/>
        <c:lblAlgn val="ctr"/>
        <c:lblOffset val="100"/>
        <c:noMultiLvlLbl val="0"/>
      </c:catAx>
      <c:valAx>
        <c:axId val="637307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6373102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/>
              <a:t>¿En qué énfasis se encuentra inscrito?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'Proceso de autoevaluación 2025 '!$X$58</c:f>
              <c:strCache>
                <c:ptCount val="1"/>
                <c:pt idx="0">
                  <c:v>Geomtatica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'!$Y$58</c:f>
              <c:numCache>
                <c:formatCode>General</c:formatCode>
                <c:ptCount val="1"/>
                <c:pt idx="0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58-40D1-A4C1-5C8C9B6D7313}"/>
            </c:ext>
          </c:extLst>
        </c:ser>
        <c:ser>
          <c:idx val="1"/>
          <c:order val="1"/>
          <c:tx>
            <c:strRef>
              <c:f>'Proceso de autoevaluación 2025 '!$X$59</c:f>
              <c:strCache>
                <c:ptCount val="1"/>
                <c:pt idx="0">
                  <c:v>Ingeniería de Software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'!$Y$59</c:f>
              <c:numCache>
                <c:formatCode>General</c:formatCode>
                <c:ptCount val="1"/>
                <c:pt idx="0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758-40D1-A4C1-5C8C9B6D7313}"/>
            </c:ext>
          </c:extLst>
        </c:ser>
        <c:ser>
          <c:idx val="2"/>
          <c:order val="2"/>
          <c:tx>
            <c:strRef>
              <c:f>'Proceso de autoevaluación 2025 '!$X$60</c:f>
              <c:strCache>
                <c:ptCount val="1"/>
                <c:pt idx="0">
                  <c:v>Inteligencia Artificial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'!$Y$60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758-40D1-A4C1-5C8C9B6D7313}"/>
            </c:ext>
          </c:extLst>
        </c:ser>
        <c:ser>
          <c:idx val="3"/>
          <c:order val="3"/>
          <c:tx>
            <c:strRef>
              <c:f>'Proceso de autoevaluación 2025 '!$X$61</c:f>
              <c:strCache>
                <c:ptCount val="1"/>
                <c:pt idx="0">
                  <c:v>Teleinformatica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'!$Y$61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758-40D1-A4C1-5C8C9B6D731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553703896"/>
        <c:axId val="553708216"/>
      </c:barChart>
      <c:catAx>
        <c:axId val="553703896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553708216"/>
        <c:crosses val="autoZero"/>
        <c:auto val="1"/>
        <c:lblAlgn val="ctr"/>
        <c:lblOffset val="100"/>
        <c:noMultiLvlLbl val="0"/>
      </c:catAx>
      <c:valAx>
        <c:axId val="5537082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in"/>
        <c:minorTickMark val="out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5537038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¿En qué Modalidad o Metodología se encuentra inscrito?	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CD4-416D-B58E-190E7D19A55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CD4-416D-B58E-190E7D19A55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1"/>
            <c:showBubbleSize val="0"/>
            <c:separator>, 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'Proceso de autoevaluación 2025 '!$AA$58:$AA$59</c:f>
              <c:strCache>
                <c:ptCount val="2"/>
                <c:pt idx="0">
                  <c:v>Investigación</c:v>
                </c:pt>
                <c:pt idx="1">
                  <c:v>Profundización</c:v>
                </c:pt>
              </c:strCache>
            </c:strRef>
          </c:cat>
          <c:val>
            <c:numRef>
              <c:f>'Proceso de autoevaluación 2025 '!$AB$58:$AB$59</c:f>
              <c:numCache>
                <c:formatCode>General</c:formatCode>
                <c:ptCount val="2"/>
                <c:pt idx="0">
                  <c:v>24</c:v>
                </c:pt>
                <c:pt idx="1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CD4-416D-B58E-190E7D19A55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/>
              <a:t>Si se ofreciera una asignatura impartida en un 50% en inglés el próximo semestre, ¿se inscribiría?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pieChart>
        <c:varyColors val="1"/>
        <c:ser>
          <c:idx val="0"/>
          <c:order val="0"/>
          <c:spPr>
            <a:ln>
              <a:solidFill>
                <a:srgbClr val="4472C4"/>
              </a:solidFill>
              <a:prstDash val="solid"/>
            </a:ln>
          </c:spPr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1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1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rgbClr val="4472C4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8939-4A70-9169-07635C6F34FD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2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2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rgbClr val="4472C4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8939-4A70-9169-07635C6F34F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tx1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'Proceso de autoevaluación 2025 '!$AG$58:$AG$59</c:f>
              <c:strCache>
                <c:ptCount val="2"/>
                <c:pt idx="0">
                  <c:v>SI</c:v>
                </c:pt>
                <c:pt idx="1">
                  <c:v>NO</c:v>
                </c:pt>
              </c:strCache>
            </c:strRef>
          </c:cat>
          <c:val>
            <c:numRef>
              <c:f>'Proceso de autoevaluación 2025 '!$AH$58:$AH$59</c:f>
              <c:numCache>
                <c:formatCode>General</c:formatCode>
                <c:ptCount val="2"/>
                <c:pt idx="0">
                  <c:v>43</c:v>
                </c:pt>
                <c:pt idx="1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939-4A70-9169-07635C6F34F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 sz="1400" b="0" i="0" u="none" strike="noStrike" cap="none" baseline="0">
                <a:effectLst/>
              </a:rPr>
              <a:t>Considero que mi participación en actividades de investigación, desarrollo tecnológico, creación artística, culturales, deportivas y de extensión ha contribuido a mi desarrollo integral como persona.</a:t>
            </a:r>
            <a:r>
              <a:rPr lang="es-CO" sz="1400" b="0" i="0" u="none" strike="noStrike" cap="none" baseline="0"/>
              <a:t> </a:t>
            </a:r>
            <a:endParaRPr lang="es-CO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'Proceso de autoevaluación 2025 '!$AM$57</c:f>
              <c:strCache>
                <c:ptCount val="1"/>
                <c:pt idx="0">
                  <c:v>Totalmente de acuerdo.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'!$AN$57</c:f>
              <c:numCache>
                <c:formatCode>General</c:formatCode>
                <c:ptCount val="1"/>
                <c:pt idx="0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AB-41FA-A080-6810A8F5205A}"/>
            </c:ext>
          </c:extLst>
        </c:ser>
        <c:ser>
          <c:idx val="1"/>
          <c:order val="1"/>
          <c:tx>
            <c:strRef>
              <c:f>'Proceso de autoevaluación 2025 '!$AM$58</c:f>
              <c:strCache>
                <c:ptCount val="1"/>
                <c:pt idx="0">
                  <c:v> De acuerdo.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'!$AN$58</c:f>
              <c:numCache>
                <c:formatCode>General</c:formatCode>
                <c:ptCount val="1"/>
                <c:pt idx="0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5AB-41FA-A080-6810A8F5205A}"/>
            </c:ext>
          </c:extLst>
        </c:ser>
        <c:ser>
          <c:idx val="3"/>
          <c:order val="2"/>
          <c:tx>
            <c:strRef>
              <c:f>'Proceso de autoevaluación 2025 '!$AM$60</c:f>
              <c:strCache>
                <c:ptCount val="1"/>
                <c:pt idx="0">
                  <c:v>Ni en acuerdo, ni en desacuerdo.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'!$AN$60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5AB-41FA-A080-6810A8F5205A}"/>
            </c:ext>
          </c:extLst>
        </c:ser>
        <c:ser>
          <c:idx val="2"/>
          <c:order val="3"/>
          <c:tx>
            <c:strRef>
              <c:f>'Proceso de autoevaluación 2025 '!$AM$59</c:f>
              <c:strCache>
                <c:ptCount val="1"/>
                <c:pt idx="0">
                  <c:v>En desacuerdo.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'!$AN$59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5AB-41FA-A080-6810A8F5205A}"/>
            </c:ext>
          </c:extLst>
        </c:ser>
        <c:ser>
          <c:idx val="4"/>
          <c:order val="4"/>
          <c:tx>
            <c:strRef>
              <c:f>'Proceso de autoevaluación 2025 '!$AM$61</c:f>
              <c:strCache>
                <c:ptCount val="1"/>
                <c:pt idx="0">
                  <c:v>Totalmente en desacuerdo.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'!$AN$61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5AB-41FA-A080-6810A8F5205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558378304"/>
        <c:axId val="558377224"/>
      </c:barChart>
      <c:catAx>
        <c:axId val="55837830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58377224"/>
        <c:crosses val="autoZero"/>
        <c:auto val="1"/>
        <c:lblAlgn val="ctr"/>
        <c:lblOffset val="100"/>
        <c:noMultiLvlLbl val="0"/>
      </c:catAx>
      <c:valAx>
        <c:axId val="5583772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5583783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/>
              <a:t>Considero que el reglamento estudiantil y las políticas académicas del programa son pertinentes y están actualizadas.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'Proceso de autoevaluación 2025 '!$AS$57</c:f>
              <c:strCache>
                <c:ptCount val="1"/>
                <c:pt idx="0">
                  <c:v>Totalmente de acuerdo.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'!$AT$57</c:f>
              <c:numCache>
                <c:formatCode>General</c:formatCode>
                <c:ptCount val="1"/>
                <c:pt idx="0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0C6-447A-B996-EEA1D2EF07B7}"/>
            </c:ext>
          </c:extLst>
        </c:ser>
        <c:ser>
          <c:idx val="1"/>
          <c:order val="1"/>
          <c:tx>
            <c:strRef>
              <c:f>'Proceso de autoevaluación 2025 '!$AS$58</c:f>
              <c:strCache>
                <c:ptCount val="1"/>
                <c:pt idx="0">
                  <c:v> De acuerdo.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'!$AT$58</c:f>
              <c:numCache>
                <c:formatCode>General</c:formatCode>
                <c:ptCount val="1"/>
                <c:pt idx="0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0C6-447A-B996-EEA1D2EF07B7}"/>
            </c:ext>
          </c:extLst>
        </c:ser>
        <c:ser>
          <c:idx val="3"/>
          <c:order val="2"/>
          <c:tx>
            <c:strRef>
              <c:f>'Proceso de autoevaluación 2025 '!$AS$60</c:f>
              <c:strCache>
                <c:ptCount val="1"/>
                <c:pt idx="0">
                  <c:v>Ni en acuerdo, ni en desacuerdo.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'!$AT$60</c:f>
              <c:numCache>
                <c:formatCode>General</c:formatCode>
                <c:ptCount val="1"/>
                <c:pt idx="0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0C6-447A-B996-EEA1D2EF07B7}"/>
            </c:ext>
          </c:extLst>
        </c:ser>
        <c:ser>
          <c:idx val="2"/>
          <c:order val="3"/>
          <c:tx>
            <c:strRef>
              <c:f>'Proceso de autoevaluación 2025 '!$AS$59</c:f>
              <c:strCache>
                <c:ptCount val="1"/>
                <c:pt idx="0">
                  <c:v> En desacuerdo.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'!$AT$59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0C6-447A-B996-EEA1D2EF07B7}"/>
            </c:ext>
          </c:extLst>
        </c:ser>
        <c:ser>
          <c:idx val="4"/>
          <c:order val="4"/>
          <c:tx>
            <c:strRef>
              <c:f>'Proceso de autoevaluación 2025 '!$AS$61</c:f>
              <c:strCache>
                <c:ptCount val="1"/>
                <c:pt idx="0">
                  <c:v>Totalmente en desacuerdo.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'!$AT$61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0C6-447A-B996-EEA1D2EF07B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556754736"/>
        <c:axId val="556756536"/>
      </c:barChart>
      <c:catAx>
        <c:axId val="55675473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56756536"/>
        <c:crosses val="autoZero"/>
        <c:auto val="1"/>
        <c:lblAlgn val="ctr"/>
        <c:lblOffset val="100"/>
        <c:noMultiLvlLbl val="0"/>
      </c:catAx>
      <c:valAx>
        <c:axId val="5567565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556754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/>
              <a:t>Considero que los criterios para la concesión de estímulos académicos y apoyos socioeconómicos, son claros y justos.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'Proceso de autoevaluación 2025 '!$AY$57</c:f>
              <c:strCache>
                <c:ptCount val="1"/>
                <c:pt idx="0">
                  <c:v>Totalmente de acuerdo.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'!$AZ$57</c:f>
              <c:numCache>
                <c:formatCode>General</c:formatCode>
                <c:ptCount val="1"/>
                <c:pt idx="0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21-4FA7-8DE1-5DD6F2BE9E6B}"/>
            </c:ext>
          </c:extLst>
        </c:ser>
        <c:ser>
          <c:idx val="1"/>
          <c:order val="1"/>
          <c:tx>
            <c:strRef>
              <c:f>'Proceso de autoevaluación 2025 '!$AY$58</c:f>
              <c:strCache>
                <c:ptCount val="1"/>
                <c:pt idx="0">
                  <c:v> De acuerdo.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'!$AZ$58</c:f>
              <c:numCache>
                <c:formatCode>General</c:formatCode>
                <c:ptCount val="1"/>
                <c:pt idx="0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221-4FA7-8DE1-5DD6F2BE9E6B}"/>
            </c:ext>
          </c:extLst>
        </c:ser>
        <c:ser>
          <c:idx val="2"/>
          <c:order val="2"/>
          <c:tx>
            <c:strRef>
              <c:f>'Proceso de autoevaluación 2025 '!$AY$59</c:f>
              <c:strCache>
                <c:ptCount val="1"/>
                <c:pt idx="0">
                  <c:v> En desacuerdo.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'!$AZ$59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221-4FA7-8DE1-5DD6F2BE9E6B}"/>
            </c:ext>
          </c:extLst>
        </c:ser>
        <c:ser>
          <c:idx val="3"/>
          <c:order val="3"/>
          <c:tx>
            <c:strRef>
              <c:f>'Proceso de autoevaluación 2025 '!$AY$60</c:f>
              <c:strCache>
                <c:ptCount val="1"/>
                <c:pt idx="0">
                  <c:v>Ni en acuerdo, ni en desacuerdo.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'!$AZ$60</c:f>
              <c:numCache>
                <c:formatCode>General</c:formatCode>
                <c:ptCount val="1"/>
                <c:pt idx="0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221-4FA7-8DE1-5DD6F2BE9E6B}"/>
            </c:ext>
          </c:extLst>
        </c:ser>
        <c:ser>
          <c:idx val="4"/>
          <c:order val="4"/>
          <c:tx>
            <c:strRef>
              <c:f>'Proceso de autoevaluación 2025 '!$AY$61</c:f>
              <c:strCache>
                <c:ptCount val="1"/>
                <c:pt idx="0">
                  <c:v>Totalmente en desacuerdo.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'!$AZ$61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221-4FA7-8DE1-5DD6F2BE9E6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676556296"/>
        <c:axId val="676555576"/>
      </c:barChart>
      <c:catAx>
        <c:axId val="67655629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676555576"/>
        <c:crosses val="autoZero"/>
        <c:auto val="1"/>
        <c:lblAlgn val="ctr"/>
        <c:lblOffset val="100"/>
        <c:noMultiLvlLbl val="0"/>
      </c:catAx>
      <c:valAx>
        <c:axId val="6765555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6765562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/>
              <a:t>Considero que el material académico producido por los docentes es pertinente y adecuado con las necesidades y objetivos de la Maestría en Ciencias de la Información y las Comunicaciones.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'Proceso de autoevaluación 2025 '!$BE$57</c:f>
              <c:strCache>
                <c:ptCount val="1"/>
                <c:pt idx="0">
                  <c:v>Totalmente de acuerdo.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'!$BF$57</c:f>
              <c:numCache>
                <c:formatCode>General</c:formatCode>
                <c:ptCount val="1"/>
                <c:pt idx="0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8B-43C8-899F-A6A68E7A7D63}"/>
            </c:ext>
          </c:extLst>
        </c:ser>
        <c:ser>
          <c:idx val="1"/>
          <c:order val="1"/>
          <c:tx>
            <c:strRef>
              <c:f>'Proceso de autoevaluación 2025 '!$BE$58</c:f>
              <c:strCache>
                <c:ptCount val="1"/>
                <c:pt idx="0">
                  <c:v> De acuerdo.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'!$BF$58</c:f>
              <c:numCache>
                <c:formatCode>General</c:formatCode>
                <c:ptCount val="1"/>
                <c:pt idx="0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88B-43C8-899F-A6A68E7A7D63}"/>
            </c:ext>
          </c:extLst>
        </c:ser>
        <c:ser>
          <c:idx val="3"/>
          <c:order val="2"/>
          <c:tx>
            <c:strRef>
              <c:f>'Proceso de autoevaluación 2025 '!$BE$60</c:f>
              <c:strCache>
                <c:ptCount val="1"/>
                <c:pt idx="0">
                  <c:v>Ni en acuerdo, ni en desacuerdo.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'!$BF$60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88B-43C8-899F-A6A68E7A7D63}"/>
            </c:ext>
          </c:extLst>
        </c:ser>
        <c:ser>
          <c:idx val="2"/>
          <c:order val="3"/>
          <c:tx>
            <c:strRef>
              <c:f>'Proceso de autoevaluación 2025 '!$BE$59</c:f>
              <c:strCache>
                <c:ptCount val="1"/>
                <c:pt idx="0">
                  <c:v> En desacuerdo.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'!$BF$59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88B-43C8-899F-A6A68E7A7D63}"/>
            </c:ext>
          </c:extLst>
        </c:ser>
        <c:ser>
          <c:idx val="4"/>
          <c:order val="4"/>
          <c:tx>
            <c:strRef>
              <c:f>'Proceso de autoevaluación 2025 '!$BE$61</c:f>
              <c:strCache>
                <c:ptCount val="1"/>
                <c:pt idx="0">
                  <c:v>Totalmente en desacuerdo.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'!$BF$61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88B-43C8-899F-A6A68E7A7D6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678984456"/>
        <c:axId val="678981216"/>
      </c:barChart>
      <c:catAx>
        <c:axId val="67898445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678981216"/>
        <c:crosses val="autoZero"/>
        <c:auto val="1"/>
        <c:lblAlgn val="ctr"/>
        <c:lblOffset val="100"/>
        <c:noMultiLvlLbl val="0"/>
      </c:catAx>
      <c:valAx>
        <c:axId val="6789812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6789844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 sz="1400" b="0" i="0" u="none" strike="noStrike" cap="none" baseline="0">
                <a:effectLst/>
              </a:rPr>
              <a:t>Considero que los criterios y mecanismos utilizados para la evaluación de los profesores son transparentes, accesibles y eficaces</a:t>
            </a:r>
            <a:r>
              <a:rPr lang="es-CO" sz="1400" b="0" i="0" u="none" strike="noStrike" cap="none" baseline="0"/>
              <a:t> </a:t>
            </a:r>
            <a:endParaRPr lang="es-CO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'Proceso de autoevaluación 2025 '!$BH$57</c:f>
              <c:strCache>
                <c:ptCount val="1"/>
                <c:pt idx="0">
                  <c:v>Totalmente de acuerdo.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'!$BI$57</c:f>
              <c:numCache>
                <c:formatCode>General</c:formatCode>
                <c:ptCount val="1"/>
                <c:pt idx="0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B3-4DD8-B441-A6A7AD5704B5}"/>
            </c:ext>
          </c:extLst>
        </c:ser>
        <c:ser>
          <c:idx val="1"/>
          <c:order val="1"/>
          <c:tx>
            <c:strRef>
              <c:f>'Proceso de autoevaluación 2025 '!$BH$58</c:f>
              <c:strCache>
                <c:ptCount val="1"/>
                <c:pt idx="0">
                  <c:v> De acuerdo.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'!$BI$58</c:f>
              <c:numCache>
                <c:formatCode>General</c:formatCode>
                <c:ptCount val="1"/>
                <c:pt idx="0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AB3-4DD8-B441-A6A7AD5704B5}"/>
            </c:ext>
          </c:extLst>
        </c:ser>
        <c:ser>
          <c:idx val="3"/>
          <c:order val="2"/>
          <c:tx>
            <c:strRef>
              <c:f>'Proceso de autoevaluación 2025 '!$BH$60</c:f>
              <c:strCache>
                <c:ptCount val="1"/>
                <c:pt idx="0">
                  <c:v>Ni en acuerdo, ni en desacuerdo.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'!$BI$60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AB3-4DD8-B441-A6A7AD5704B5}"/>
            </c:ext>
          </c:extLst>
        </c:ser>
        <c:ser>
          <c:idx val="2"/>
          <c:order val="3"/>
          <c:tx>
            <c:strRef>
              <c:f>'Proceso de autoevaluación 2025 '!$BH$59</c:f>
              <c:strCache>
                <c:ptCount val="1"/>
                <c:pt idx="0">
                  <c:v> En desacuerdo.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'!$BI$59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AB3-4DD8-B441-A6A7AD5704B5}"/>
            </c:ext>
          </c:extLst>
        </c:ser>
        <c:ser>
          <c:idx val="4"/>
          <c:order val="4"/>
          <c:tx>
            <c:strRef>
              <c:f>'Proceso de autoevaluación 2025 '!$BH$61</c:f>
              <c:strCache>
                <c:ptCount val="1"/>
                <c:pt idx="0">
                  <c:v>Totalmente en desacuerdo.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'!$BI$61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AB3-4DD8-B441-A6A7AD5704B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678982296"/>
        <c:axId val="678980496"/>
      </c:barChart>
      <c:catAx>
        <c:axId val="67898229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678980496"/>
        <c:crosses val="autoZero"/>
        <c:auto val="1"/>
        <c:lblAlgn val="ctr"/>
        <c:lblOffset val="100"/>
        <c:noMultiLvlLbl val="0"/>
      </c:catAx>
      <c:valAx>
        <c:axId val="6789804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6789822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 sz="1400" b="0" i="0" u="none" strike="noStrike" cap="none" baseline="0">
                <a:effectLst/>
              </a:rPr>
              <a:t>Considero que las estrategias de flexibilidad curricular me han permitido personalizar mi formación de acuerdo con mis objetivos profesionales y académicos.</a:t>
            </a:r>
            <a:r>
              <a:rPr lang="es-CO" sz="1400" b="0" i="0" u="none" strike="noStrike" cap="none" baseline="0"/>
              <a:t> </a:t>
            </a:r>
            <a:endParaRPr lang="es-CO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'Proceso de autoevaluación 2025 '!$BK$57</c:f>
              <c:strCache>
                <c:ptCount val="1"/>
                <c:pt idx="0">
                  <c:v>Totalmente de acuerdo.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'!$BL$57</c:f>
              <c:numCache>
                <c:formatCode>General</c:formatCode>
                <c:ptCount val="1"/>
                <c:pt idx="0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89-435F-B428-6F0CC88EE317}"/>
            </c:ext>
          </c:extLst>
        </c:ser>
        <c:ser>
          <c:idx val="1"/>
          <c:order val="1"/>
          <c:tx>
            <c:strRef>
              <c:f>'Proceso de autoevaluación 2025 '!$BK$58</c:f>
              <c:strCache>
                <c:ptCount val="1"/>
                <c:pt idx="0">
                  <c:v> De acuerdo.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'!$BL$58</c:f>
              <c:numCache>
                <c:formatCode>General</c:formatCode>
                <c:ptCount val="1"/>
                <c:pt idx="0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B89-435F-B428-6F0CC88EE317}"/>
            </c:ext>
          </c:extLst>
        </c:ser>
        <c:ser>
          <c:idx val="3"/>
          <c:order val="2"/>
          <c:tx>
            <c:strRef>
              <c:f>'Proceso de autoevaluación 2025 '!$BK$60</c:f>
              <c:strCache>
                <c:ptCount val="1"/>
                <c:pt idx="0">
                  <c:v>Ni en acuerdo, ni en desacuerdo.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'!$BL$60</c:f>
              <c:numCache>
                <c:formatCode>General</c:formatCode>
                <c:ptCount val="1"/>
                <c:pt idx="0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B89-435F-B428-6F0CC88EE317}"/>
            </c:ext>
          </c:extLst>
        </c:ser>
        <c:ser>
          <c:idx val="2"/>
          <c:order val="3"/>
          <c:tx>
            <c:strRef>
              <c:f>'Proceso de autoevaluación 2025 '!$BK$59</c:f>
              <c:strCache>
                <c:ptCount val="1"/>
                <c:pt idx="0">
                  <c:v> En desacuerdo.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'!$BL$59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B89-435F-B428-6F0CC88EE317}"/>
            </c:ext>
          </c:extLst>
        </c:ser>
        <c:ser>
          <c:idx val="4"/>
          <c:order val="4"/>
          <c:tx>
            <c:strRef>
              <c:f>'Proceso de autoevaluación 2025 '!$BK$61</c:f>
              <c:strCache>
                <c:ptCount val="1"/>
                <c:pt idx="0">
                  <c:v>Totalmente en desacuerdo.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'!$BL$61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B89-435F-B428-6F0CC88EE31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676547728"/>
        <c:axId val="676548448"/>
      </c:barChart>
      <c:catAx>
        <c:axId val="67654772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676548448"/>
        <c:crosses val="autoZero"/>
        <c:auto val="1"/>
        <c:lblAlgn val="ctr"/>
        <c:lblOffset val="100"/>
        <c:noMultiLvlLbl val="0"/>
      </c:catAx>
      <c:valAx>
        <c:axId val="676548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6765477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 sz="1400" b="0" i="0" u="none" strike="noStrike" cap="none" baseline="0">
                <a:effectLst/>
              </a:rPr>
              <a:t>Considero que las estrategias pedagógicas y escenarios de práctica utilizadas en la Maestría en Ciencias de la Información y las Comunicaciones son coherentes y efectivas para facilitar los resultados</a:t>
            </a:r>
            <a:r>
              <a:rPr lang="es-CO" sz="1400" b="0" i="0" u="none" strike="noStrike" cap="none" baseline="0"/>
              <a:t> </a:t>
            </a:r>
            <a:endParaRPr lang="es-CO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'Proceso de autoevaluación 2025 '!$BT$57</c:f>
              <c:strCache>
                <c:ptCount val="1"/>
                <c:pt idx="0">
                  <c:v>Totalmente de acuerdo.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'!$BU$57</c:f>
              <c:numCache>
                <c:formatCode>General</c:formatCode>
                <c:ptCount val="1"/>
                <c:pt idx="0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CB-4E36-A534-8366060F0DFD}"/>
            </c:ext>
          </c:extLst>
        </c:ser>
        <c:ser>
          <c:idx val="1"/>
          <c:order val="1"/>
          <c:tx>
            <c:strRef>
              <c:f>'Proceso de autoevaluación 2025 '!$BT$58</c:f>
              <c:strCache>
                <c:ptCount val="1"/>
                <c:pt idx="0">
                  <c:v> De acuerdo.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'!$BU$58</c:f>
              <c:numCache>
                <c:formatCode>General</c:formatCode>
                <c:ptCount val="1"/>
                <c:pt idx="0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ECB-4E36-A534-8366060F0DFD}"/>
            </c:ext>
          </c:extLst>
        </c:ser>
        <c:ser>
          <c:idx val="2"/>
          <c:order val="2"/>
          <c:tx>
            <c:strRef>
              <c:f>'Proceso de autoevaluación 2025 '!$BT$59</c:f>
              <c:strCache>
                <c:ptCount val="1"/>
                <c:pt idx="0">
                  <c:v> En desacuerdo.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'!$BU$59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ECB-4E36-A534-8366060F0DFD}"/>
            </c:ext>
          </c:extLst>
        </c:ser>
        <c:ser>
          <c:idx val="3"/>
          <c:order val="3"/>
          <c:tx>
            <c:strRef>
              <c:f>'Proceso de autoevaluación 2025 '!$BT$60</c:f>
              <c:strCache>
                <c:ptCount val="1"/>
                <c:pt idx="0">
                  <c:v>Ni en acuerdo, ni en desacuerdo.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'!$BU$60</c:f>
              <c:numCache>
                <c:formatCode>General</c:formatCode>
                <c:ptCount val="1"/>
                <c:pt idx="0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ECB-4E36-A534-8366060F0DFD}"/>
            </c:ext>
          </c:extLst>
        </c:ser>
        <c:ser>
          <c:idx val="4"/>
          <c:order val="4"/>
          <c:tx>
            <c:strRef>
              <c:f>'Proceso de autoevaluación 2025 '!$BT$61</c:f>
              <c:strCache>
                <c:ptCount val="1"/>
                <c:pt idx="0">
                  <c:v>Totalmente en desacuerdo.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'!$BU$61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ECB-4E36-A534-8366060F0DF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678981576"/>
        <c:axId val="678982656"/>
      </c:barChart>
      <c:catAx>
        <c:axId val="67898157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678982656"/>
        <c:crosses val="autoZero"/>
        <c:auto val="1"/>
        <c:lblAlgn val="ctr"/>
        <c:lblOffset val="100"/>
        <c:noMultiLvlLbl val="0"/>
      </c:catAx>
      <c:valAx>
        <c:axId val="6789826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678981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/>
              <a:t>Considero que los sistemas de evaluación de los resultados de aprendizaje permiten una realimentación efectiva que contribuye a la mejora continua de la formación en los estudiantes.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'Proceso de autoevaluación 2025 '!$BW$57</c:f>
              <c:strCache>
                <c:ptCount val="1"/>
                <c:pt idx="0">
                  <c:v>Totalmente de acuerdo.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'!$BX$57</c:f>
              <c:numCache>
                <c:formatCode>General</c:formatCode>
                <c:ptCount val="1"/>
                <c:pt idx="0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FB8-45DF-BEC8-5276D96AA3AC}"/>
            </c:ext>
          </c:extLst>
        </c:ser>
        <c:ser>
          <c:idx val="1"/>
          <c:order val="1"/>
          <c:tx>
            <c:strRef>
              <c:f>'Proceso de autoevaluación 2025 '!$BW$58</c:f>
              <c:strCache>
                <c:ptCount val="1"/>
                <c:pt idx="0">
                  <c:v> De acuerdo.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'!$BX$58</c:f>
              <c:numCache>
                <c:formatCode>General</c:formatCode>
                <c:ptCount val="1"/>
                <c:pt idx="0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FB8-45DF-BEC8-5276D96AA3AC}"/>
            </c:ext>
          </c:extLst>
        </c:ser>
        <c:ser>
          <c:idx val="2"/>
          <c:order val="2"/>
          <c:tx>
            <c:strRef>
              <c:f>'Proceso de autoevaluación 2025 '!$BW$59</c:f>
              <c:strCache>
                <c:ptCount val="1"/>
                <c:pt idx="0">
                  <c:v>Ni en acuerdo, ni en desacuerdo.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'!$BX$59</c:f>
              <c:numCache>
                <c:formatCode>General</c:formatCode>
                <c:ptCount val="1"/>
                <c:pt idx="0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FB8-45DF-BEC8-5276D96AA3AC}"/>
            </c:ext>
          </c:extLst>
        </c:ser>
        <c:ser>
          <c:idx val="3"/>
          <c:order val="3"/>
          <c:tx>
            <c:strRef>
              <c:f>'Proceso de autoevaluación 2025 '!$BW$60</c:f>
              <c:strCache>
                <c:ptCount val="1"/>
                <c:pt idx="0">
                  <c:v> En desacuerdo.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'!$BX$60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FB8-45DF-BEC8-5276D96AA3AC}"/>
            </c:ext>
          </c:extLst>
        </c:ser>
        <c:ser>
          <c:idx val="4"/>
          <c:order val="4"/>
          <c:tx>
            <c:strRef>
              <c:f>'Proceso de autoevaluación 2025 '!$BW$61</c:f>
              <c:strCache>
                <c:ptCount val="1"/>
                <c:pt idx="0">
                  <c:v>Totalmente en desacuerdo.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'!$BX$61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FB8-45DF-BEC8-5276D96AA3A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528005352"/>
        <c:axId val="528006072"/>
      </c:barChart>
      <c:catAx>
        <c:axId val="52800535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28006072"/>
        <c:crosses val="autoZero"/>
        <c:auto val="1"/>
        <c:lblAlgn val="ctr"/>
        <c:lblOffset val="100"/>
        <c:noMultiLvlLbl val="0"/>
      </c:catAx>
      <c:valAx>
        <c:axId val="5280060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5280053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 sz="1400" b="0" i="0" u="none" strike="noStrike" cap="none" baseline="0">
                <a:effectLst/>
              </a:rPr>
              <a:t>Considero que el proceso de evaluación y autorregulación de la Maestría en Ciencias de la Información y las Comunicaciones tiene en cuenta de manera efectiva las necesidades y expectativas de los estudiantes</a:t>
            </a:r>
            <a:endParaRPr lang="es-CO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'Proceso de autoevaluación 2025 '!$BZ$57</c:f>
              <c:strCache>
                <c:ptCount val="1"/>
                <c:pt idx="0">
                  <c:v>Totalmente de acuerdo.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'!$CA$57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FF-4C9B-8B66-68EE430A44F1}"/>
            </c:ext>
          </c:extLst>
        </c:ser>
        <c:ser>
          <c:idx val="1"/>
          <c:order val="1"/>
          <c:tx>
            <c:strRef>
              <c:f>'Proceso de autoevaluación 2025 '!$BZ$58</c:f>
              <c:strCache>
                <c:ptCount val="1"/>
                <c:pt idx="0">
                  <c:v> De acuerdo.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'!$CA$58</c:f>
              <c:numCache>
                <c:formatCode>General</c:formatCode>
                <c:ptCount val="1"/>
                <c:pt idx="0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CFF-4C9B-8B66-68EE430A44F1}"/>
            </c:ext>
          </c:extLst>
        </c:ser>
        <c:ser>
          <c:idx val="2"/>
          <c:order val="2"/>
          <c:tx>
            <c:strRef>
              <c:f>'Proceso de autoevaluación 2025 '!$BZ$59</c:f>
              <c:strCache>
                <c:ptCount val="1"/>
                <c:pt idx="0">
                  <c:v>Ni en acuerdo, ni en desacuerdo.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'!$CA$59</c:f>
              <c:numCache>
                <c:formatCode>General</c:formatCode>
                <c:ptCount val="1"/>
                <c:pt idx="0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CFF-4C9B-8B66-68EE430A44F1}"/>
            </c:ext>
          </c:extLst>
        </c:ser>
        <c:ser>
          <c:idx val="3"/>
          <c:order val="3"/>
          <c:tx>
            <c:strRef>
              <c:f>'Proceso de autoevaluación 2025 '!$BZ$60</c:f>
              <c:strCache>
                <c:ptCount val="1"/>
                <c:pt idx="0">
                  <c:v> En desacuerdo.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'!$CA$60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CFF-4C9B-8B66-68EE430A44F1}"/>
            </c:ext>
          </c:extLst>
        </c:ser>
        <c:ser>
          <c:idx val="4"/>
          <c:order val="4"/>
          <c:tx>
            <c:strRef>
              <c:f>'Proceso de autoevaluación 2025 '!$BZ$61</c:f>
              <c:strCache>
                <c:ptCount val="1"/>
                <c:pt idx="0">
                  <c:v>Totalmente en desacuerdo.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'!$CA$61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CFF-4C9B-8B66-68EE430A44F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597249536"/>
        <c:axId val="597249176"/>
      </c:barChart>
      <c:catAx>
        <c:axId val="59724953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97249176"/>
        <c:crosses val="autoZero"/>
        <c:auto val="1"/>
        <c:lblAlgn val="ctr"/>
        <c:lblOffset val="100"/>
        <c:noMultiLvlLbl val="0"/>
      </c:catAx>
      <c:valAx>
        <c:axId val="5972491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5972495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/>
              <a:t>Considero que las intervenciones y el apoyo proporcionados para alertarme de forma temprana, han sido útiles para mejorar mi rendimiento académico y facilitar mi progreso hacia la graduación.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'Proceso de autoevaluación 2025 '!$CC$57</c:f>
              <c:strCache>
                <c:ptCount val="1"/>
                <c:pt idx="0">
                  <c:v>Totalmente de acuerdo.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'!$CD$57</c:f>
              <c:numCache>
                <c:formatCode>General</c:formatCode>
                <c:ptCount val="1"/>
                <c:pt idx="0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AED-4076-9115-1C542E920163}"/>
            </c:ext>
          </c:extLst>
        </c:ser>
        <c:ser>
          <c:idx val="1"/>
          <c:order val="1"/>
          <c:tx>
            <c:strRef>
              <c:f>'Proceso de autoevaluación 2025 '!$CC$58</c:f>
              <c:strCache>
                <c:ptCount val="1"/>
                <c:pt idx="0">
                  <c:v> De acuerdo.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'!$CD$58</c:f>
              <c:numCache>
                <c:formatCode>General</c:formatCode>
                <c:ptCount val="1"/>
                <c:pt idx="0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AED-4076-9115-1C542E920163}"/>
            </c:ext>
          </c:extLst>
        </c:ser>
        <c:ser>
          <c:idx val="2"/>
          <c:order val="2"/>
          <c:tx>
            <c:strRef>
              <c:f>'Proceso de autoevaluación 2025 '!$CC$59</c:f>
              <c:strCache>
                <c:ptCount val="1"/>
                <c:pt idx="0">
                  <c:v>Ni en acuerdo, ni en desacuerdo.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'!$CD$59</c:f>
              <c:numCache>
                <c:formatCode>General</c:formatCode>
                <c:ptCount val="1"/>
                <c:pt idx="0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AED-4076-9115-1C542E920163}"/>
            </c:ext>
          </c:extLst>
        </c:ser>
        <c:ser>
          <c:idx val="3"/>
          <c:order val="3"/>
          <c:tx>
            <c:strRef>
              <c:f>'Proceso de autoevaluación 2025 '!$CC$60</c:f>
              <c:strCache>
                <c:ptCount val="1"/>
                <c:pt idx="0">
                  <c:v> En desacuerdo.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'!$CD$60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AED-4076-9115-1C542E920163}"/>
            </c:ext>
          </c:extLst>
        </c:ser>
        <c:ser>
          <c:idx val="4"/>
          <c:order val="4"/>
          <c:tx>
            <c:strRef>
              <c:f>'Proceso de autoevaluación 2025 '!$CC$61</c:f>
              <c:strCache>
                <c:ptCount val="1"/>
                <c:pt idx="0">
                  <c:v>Totalmente en desacuerdo.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'!$CD$61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AED-4076-9115-1C542E92016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597265736"/>
        <c:axId val="597266096"/>
      </c:barChart>
      <c:catAx>
        <c:axId val="59726573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97266096"/>
        <c:crosses val="autoZero"/>
        <c:auto val="1"/>
        <c:lblAlgn val="ctr"/>
        <c:lblOffset val="100"/>
        <c:noMultiLvlLbl val="0"/>
      </c:catAx>
      <c:valAx>
        <c:axId val="5972660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597265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 sz="1400" b="0" i="0" u="none" strike="noStrike" cap="none" baseline="0">
                <a:effectLst/>
              </a:rPr>
              <a:t>Considero que la interacción con homólogos nacionales e internacionales ha mejorado mis competencias académicas y científicas, así como las oportunidades de desarrollo profesional.</a:t>
            </a:r>
            <a:r>
              <a:rPr lang="es-CO" sz="1400" b="0" i="0" u="none" strike="noStrike" cap="none" baseline="0"/>
              <a:t> </a:t>
            </a:r>
            <a:endParaRPr lang="es-CO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'Proceso de autoevaluación 2025 '!$CF$57</c:f>
              <c:strCache>
                <c:ptCount val="1"/>
                <c:pt idx="0">
                  <c:v>Totalmente de acuerdo.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'!$CG$57</c:f>
              <c:numCache>
                <c:formatCode>General</c:formatCode>
                <c:ptCount val="1"/>
                <c:pt idx="0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75-4DA2-A1EF-39D6A9034B94}"/>
            </c:ext>
          </c:extLst>
        </c:ser>
        <c:ser>
          <c:idx val="1"/>
          <c:order val="1"/>
          <c:tx>
            <c:strRef>
              <c:f>'Proceso de autoevaluación 2025 '!$CF$58</c:f>
              <c:strCache>
                <c:ptCount val="1"/>
                <c:pt idx="0">
                  <c:v> De acuerdo.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'!$CG$58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E75-4DA2-A1EF-39D6A9034B94}"/>
            </c:ext>
          </c:extLst>
        </c:ser>
        <c:ser>
          <c:idx val="2"/>
          <c:order val="2"/>
          <c:tx>
            <c:strRef>
              <c:f>'Proceso de autoevaluación 2025 '!$CF$59</c:f>
              <c:strCache>
                <c:ptCount val="1"/>
                <c:pt idx="0">
                  <c:v>Ni en acuerdo, ni en desacuerdo.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'!$CG$59</c:f>
              <c:numCache>
                <c:formatCode>General</c:formatCode>
                <c:ptCount val="1"/>
                <c:pt idx="0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E75-4DA2-A1EF-39D6A9034B94}"/>
            </c:ext>
          </c:extLst>
        </c:ser>
        <c:ser>
          <c:idx val="3"/>
          <c:order val="3"/>
          <c:tx>
            <c:strRef>
              <c:f>'Proceso de autoevaluación 2025 '!$CF$60</c:f>
              <c:strCache>
                <c:ptCount val="1"/>
                <c:pt idx="0">
                  <c:v> En desacuerdo.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'!$CG$60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E75-4DA2-A1EF-39D6A9034B94}"/>
            </c:ext>
          </c:extLst>
        </c:ser>
        <c:ser>
          <c:idx val="4"/>
          <c:order val="4"/>
          <c:tx>
            <c:strRef>
              <c:f>'Proceso de autoevaluación 2025 '!$CF$61</c:f>
              <c:strCache>
                <c:ptCount val="1"/>
                <c:pt idx="0">
                  <c:v>Totalmente en desacuerdo.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'!$CG$61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E75-4DA2-A1EF-39D6A9034B9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597265016"/>
        <c:axId val="597272216"/>
      </c:barChart>
      <c:catAx>
        <c:axId val="597265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597272216"/>
        <c:crosses val="autoZero"/>
        <c:auto val="1"/>
        <c:lblAlgn val="ctr"/>
        <c:lblOffset val="100"/>
        <c:noMultiLvlLbl val="0"/>
      </c:catAx>
      <c:valAx>
        <c:axId val="5972722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5972650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/>
              <a:t>Considero que la Maestría en Ciencias de la Información y las Comunicaciones me proporciona una formación adecuada para la investigación, fomentando el desarrollo de un pensamiento crítico, creativo e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'Proceso de autoevaluación 2025 '!$CL$57</c:f>
              <c:strCache>
                <c:ptCount val="1"/>
                <c:pt idx="0">
                  <c:v>Totalmente de acuerdo.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'!$CM$57</c:f>
              <c:numCache>
                <c:formatCode>General</c:formatCode>
                <c:ptCount val="1"/>
                <c:pt idx="0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12-43EC-A393-8516D788F9FC}"/>
            </c:ext>
          </c:extLst>
        </c:ser>
        <c:ser>
          <c:idx val="1"/>
          <c:order val="1"/>
          <c:tx>
            <c:strRef>
              <c:f>'Proceso de autoevaluación 2025 '!$CL$58</c:f>
              <c:strCache>
                <c:ptCount val="1"/>
                <c:pt idx="0">
                  <c:v> De acuerdo.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'!$CM$58</c:f>
              <c:numCache>
                <c:formatCode>General</c:formatCode>
                <c:ptCount val="1"/>
                <c:pt idx="0">
                  <c:v>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D12-43EC-A393-8516D788F9FC}"/>
            </c:ext>
          </c:extLst>
        </c:ser>
        <c:ser>
          <c:idx val="2"/>
          <c:order val="2"/>
          <c:tx>
            <c:strRef>
              <c:f>'Proceso de autoevaluación 2025 '!$CL$59</c:f>
              <c:strCache>
                <c:ptCount val="1"/>
                <c:pt idx="0">
                  <c:v>Ni en acuerdo, ni en desacuerdo.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'!$CM$59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D12-43EC-A393-8516D788F9FC}"/>
            </c:ext>
          </c:extLst>
        </c:ser>
        <c:ser>
          <c:idx val="3"/>
          <c:order val="3"/>
          <c:tx>
            <c:strRef>
              <c:f>'Proceso de autoevaluación 2025 '!$CL$60</c:f>
              <c:strCache>
                <c:ptCount val="1"/>
                <c:pt idx="0">
                  <c:v> En desacuerdo.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'!$CM$60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D12-43EC-A393-8516D788F9FC}"/>
            </c:ext>
          </c:extLst>
        </c:ser>
        <c:ser>
          <c:idx val="4"/>
          <c:order val="4"/>
          <c:tx>
            <c:strRef>
              <c:f>'Proceso de autoevaluación 2025 '!$CL$61</c:f>
              <c:strCache>
                <c:ptCount val="1"/>
                <c:pt idx="0">
                  <c:v>Totalmente en desacuerdo.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'!$CM$61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D12-43EC-A393-8516D788F9F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597259256"/>
        <c:axId val="597254216"/>
      </c:barChart>
      <c:catAx>
        <c:axId val="5972592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597254216"/>
        <c:crosses val="autoZero"/>
        <c:auto val="1"/>
        <c:lblAlgn val="ctr"/>
        <c:lblOffset val="100"/>
        <c:noMultiLvlLbl val="0"/>
      </c:catAx>
      <c:valAx>
        <c:axId val="5972542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5972592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 sz="1400" b="0" i="0" u="none" strike="noStrike" cap="none" baseline="0">
                <a:effectLst/>
              </a:rPr>
              <a:t>Considero que las políticas, programas y servicios de bienestar implementados en Maestría en Ciencias de la Información y las Comunicaciones son coherentes con las condiciones y necesidades específica</a:t>
            </a:r>
            <a:r>
              <a:rPr lang="es-CO" sz="1400" b="0" i="0" u="none" strike="noStrike" cap="none" baseline="0"/>
              <a:t> </a:t>
            </a:r>
            <a:endParaRPr lang="es-CO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'Proceso de autoevaluación 2025 '!$CR$57</c:f>
              <c:strCache>
                <c:ptCount val="1"/>
                <c:pt idx="0">
                  <c:v>Totalmente de acuerdo.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'!$CS$57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CF-40F5-BF25-B8A9FBE46B32}"/>
            </c:ext>
          </c:extLst>
        </c:ser>
        <c:ser>
          <c:idx val="1"/>
          <c:order val="1"/>
          <c:tx>
            <c:strRef>
              <c:f>'Proceso de autoevaluación 2025 '!$CR$58</c:f>
              <c:strCache>
                <c:ptCount val="1"/>
                <c:pt idx="0">
                  <c:v> De acuerdo.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'!$CS$58</c:f>
              <c:numCache>
                <c:formatCode>General</c:formatCode>
                <c:ptCount val="1"/>
                <c:pt idx="0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1CF-40F5-BF25-B8A9FBE46B32}"/>
            </c:ext>
          </c:extLst>
        </c:ser>
        <c:ser>
          <c:idx val="2"/>
          <c:order val="2"/>
          <c:tx>
            <c:strRef>
              <c:f>'Proceso de autoevaluación 2025 '!$CR$59</c:f>
              <c:strCache>
                <c:ptCount val="1"/>
                <c:pt idx="0">
                  <c:v>Ni en acuerdo, ni en desacuerdo.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'!$CS$59</c:f>
              <c:numCache>
                <c:formatCode>General</c:formatCode>
                <c:ptCount val="1"/>
                <c:pt idx="0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1CF-40F5-BF25-B8A9FBE46B32}"/>
            </c:ext>
          </c:extLst>
        </c:ser>
        <c:ser>
          <c:idx val="3"/>
          <c:order val="3"/>
          <c:tx>
            <c:strRef>
              <c:f>'Proceso de autoevaluación 2025 '!$CR$60</c:f>
              <c:strCache>
                <c:ptCount val="1"/>
                <c:pt idx="0">
                  <c:v> En desacuerdo.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'!$CS$60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1CF-40F5-BF25-B8A9FBE46B32}"/>
            </c:ext>
          </c:extLst>
        </c:ser>
        <c:ser>
          <c:idx val="4"/>
          <c:order val="4"/>
          <c:tx>
            <c:strRef>
              <c:f>'Proceso de autoevaluación 2025 '!$CR$61</c:f>
              <c:strCache>
                <c:ptCount val="1"/>
                <c:pt idx="0">
                  <c:v>Totalmente en desacuerdo.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'!$CS$61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1CF-40F5-BF25-B8A9FBE46B3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636250272"/>
        <c:axId val="636249912"/>
      </c:barChart>
      <c:catAx>
        <c:axId val="6362502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636249912"/>
        <c:crosses val="autoZero"/>
        <c:auto val="1"/>
        <c:lblAlgn val="ctr"/>
        <c:lblOffset val="100"/>
        <c:noMultiLvlLbl val="0"/>
      </c:catAx>
      <c:valAx>
        <c:axId val="636249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63625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/>
              <a:t>Considero que el acompañamiento proporcionado en la Maestría en Ciencias de la Información y las Comunicaciones facilita una comunicación efectiva y una interacción constructiva entre profesores y estudiantes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'Proceso de autoevaluación 2025 '!$CU$57</c:f>
              <c:strCache>
                <c:ptCount val="1"/>
                <c:pt idx="0">
                  <c:v>Totalmente de acuerdo.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'!$CV$57</c:f>
              <c:numCache>
                <c:formatCode>General</c:formatCode>
                <c:ptCount val="1"/>
                <c:pt idx="0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81-45E6-AE01-48CE28B47BD1}"/>
            </c:ext>
          </c:extLst>
        </c:ser>
        <c:ser>
          <c:idx val="1"/>
          <c:order val="1"/>
          <c:tx>
            <c:strRef>
              <c:f>'Proceso de autoevaluación 2025 '!$CU$58</c:f>
              <c:strCache>
                <c:ptCount val="1"/>
                <c:pt idx="0">
                  <c:v> De acuerdo.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'!$CV$58</c:f>
              <c:numCache>
                <c:formatCode>General</c:formatCode>
                <c:ptCount val="1"/>
                <c:pt idx="0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381-45E6-AE01-48CE28B47BD1}"/>
            </c:ext>
          </c:extLst>
        </c:ser>
        <c:ser>
          <c:idx val="2"/>
          <c:order val="2"/>
          <c:tx>
            <c:strRef>
              <c:f>'Proceso de autoevaluación 2025 '!$CU$59</c:f>
              <c:strCache>
                <c:ptCount val="1"/>
                <c:pt idx="0">
                  <c:v>Ni en acuerdo, ni en desacuerdo.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'!$CV$59</c:f>
              <c:numCache>
                <c:formatCode>General</c:formatCode>
                <c:ptCount val="1"/>
                <c:pt idx="0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381-45E6-AE01-48CE28B47BD1}"/>
            </c:ext>
          </c:extLst>
        </c:ser>
        <c:ser>
          <c:idx val="3"/>
          <c:order val="3"/>
          <c:tx>
            <c:strRef>
              <c:f>'Proceso de autoevaluación 2025 '!$CU$60</c:f>
              <c:strCache>
                <c:ptCount val="1"/>
                <c:pt idx="0">
                  <c:v> En desacuerdo.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'!$CV$60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381-45E6-AE01-48CE28B47BD1}"/>
            </c:ext>
          </c:extLst>
        </c:ser>
        <c:ser>
          <c:idx val="4"/>
          <c:order val="4"/>
          <c:tx>
            <c:strRef>
              <c:f>'Proceso de autoevaluación 2025 '!$CU$61</c:f>
              <c:strCache>
                <c:ptCount val="1"/>
                <c:pt idx="0">
                  <c:v>Totalmente en desacuerdo.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'!$CV$61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381-45E6-AE01-48CE28B47BD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636248112"/>
        <c:axId val="636254952"/>
      </c:barChart>
      <c:catAx>
        <c:axId val="63624811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636254952"/>
        <c:crosses val="autoZero"/>
        <c:auto val="1"/>
        <c:lblAlgn val="ctr"/>
        <c:lblOffset val="100"/>
        <c:noMultiLvlLbl val="0"/>
      </c:catAx>
      <c:valAx>
        <c:axId val="6362549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6362481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/>
              <a:t>Considero que los espacios, recurso, herramientas y equipos de apoyo ofrecidos son pertinentes y se ajustan adecuadamente a mis necesidades formativas en los diferentes contextos que requiero. </a:t>
            </a:r>
          </a:p>
        </c:rich>
      </c:tx>
      <c:layout>
        <c:manualLayout>
          <c:xMode val="edge"/>
          <c:yMode val="edge"/>
          <c:x val="0.10646522309711286"/>
          <c:y val="3.240740740740740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'Proceso de autoevaluación 2025 '!$CX$57</c:f>
              <c:strCache>
                <c:ptCount val="1"/>
                <c:pt idx="0">
                  <c:v>Totalmente de acuerdo.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'!$CY$57</c:f>
              <c:numCache>
                <c:formatCode>General</c:formatCode>
                <c:ptCount val="1"/>
                <c:pt idx="0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55-4336-B6A9-04113FA88779}"/>
            </c:ext>
          </c:extLst>
        </c:ser>
        <c:ser>
          <c:idx val="1"/>
          <c:order val="1"/>
          <c:tx>
            <c:strRef>
              <c:f>'Proceso de autoevaluación 2025 '!$CX$58</c:f>
              <c:strCache>
                <c:ptCount val="1"/>
                <c:pt idx="0">
                  <c:v> De acuerdo.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'!$CY$58</c:f>
              <c:numCache>
                <c:formatCode>General</c:formatCode>
                <c:ptCount val="1"/>
                <c:pt idx="0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955-4336-B6A9-04113FA88779}"/>
            </c:ext>
          </c:extLst>
        </c:ser>
        <c:ser>
          <c:idx val="2"/>
          <c:order val="2"/>
          <c:tx>
            <c:strRef>
              <c:f>'Proceso de autoevaluación 2025 '!$CX$59</c:f>
              <c:strCache>
                <c:ptCount val="1"/>
                <c:pt idx="0">
                  <c:v>Ni en acuerdo, ni en desacuerdo.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'!$CY$59</c:f>
              <c:numCache>
                <c:formatCode>General</c:formatCode>
                <c:ptCount val="1"/>
                <c:pt idx="0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955-4336-B6A9-04113FA88779}"/>
            </c:ext>
          </c:extLst>
        </c:ser>
        <c:ser>
          <c:idx val="3"/>
          <c:order val="3"/>
          <c:tx>
            <c:strRef>
              <c:f>'Proceso de autoevaluación 2025 '!$CX$60</c:f>
              <c:strCache>
                <c:ptCount val="1"/>
                <c:pt idx="0">
                  <c:v> En desacuerdo.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'!$CY$60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955-4336-B6A9-04113FA88779}"/>
            </c:ext>
          </c:extLst>
        </c:ser>
        <c:ser>
          <c:idx val="4"/>
          <c:order val="4"/>
          <c:tx>
            <c:strRef>
              <c:f>'Proceso de autoevaluación 2025 '!$CX$61</c:f>
              <c:strCache>
                <c:ptCount val="1"/>
                <c:pt idx="0">
                  <c:v>Totalmente en desacuerdo.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'!$CY$61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955-4336-B6A9-04113FA8877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636229752"/>
        <c:axId val="636227952"/>
      </c:barChart>
      <c:catAx>
        <c:axId val="63622975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636227952"/>
        <c:crosses val="autoZero"/>
        <c:auto val="1"/>
        <c:lblAlgn val="ctr"/>
        <c:lblOffset val="100"/>
        <c:noMultiLvlLbl val="0"/>
      </c:catAx>
      <c:valAx>
        <c:axId val="6362279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6362297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 sz="1400" b="0" i="0" u="none" strike="noStrike" cap="none" baseline="0">
                <a:effectLst/>
              </a:rPr>
              <a:t>¿Has notado alguna mejora en las estrategias y recursos de apoyo como resultado de retroalimentaciones previas?</a:t>
            </a:r>
            <a:r>
              <a:rPr lang="es-CO" sz="1400" b="0" i="0" u="none" strike="noStrike" cap="none" baseline="0"/>
              <a:t> </a:t>
            </a:r>
            <a:endParaRPr lang="es-CO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1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1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5E56-4020-BABD-41CE94D427F1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2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2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2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5E56-4020-BABD-41CE94D427F1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3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3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3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5E56-4020-BABD-41CE94D427F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tx1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'Proceso de autoevaluación 2025 '!$DA$57:$DA$59</c:f>
              <c:strCache>
                <c:ptCount val="3"/>
                <c:pt idx="0">
                  <c:v>Sí.</c:v>
                </c:pt>
                <c:pt idx="1">
                  <c:v>No.</c:v>
                </c:pt>
                <c:pt idx="2">
                  <c:v>No sabe/ No responde.</c:v>
                </c:pt>
              </c:strCache>
            </c:strRef>
          </c:cat>
          <c:val>
            <c:numRef>
              <c:f>'Proceso de autoevaluación 2025 '!$DB$57:$DB$59</c:f>
              <c:numCache>
                <c:formatCode>General</c:formatCode>
                <c:ptCount val="3"/>
                <c:pt idx="0">
                  <c:v>17</c:v>
                </c:pt>
                <c:pt idx="1">
                  <c:v>8</c:v>
                </c:pt>
                <c:pt idx="2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E56-4020-BABD-41CE94D427F1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/>
              <a:t>Considero que el material bibliográfico y de información disponible en la Maestría en Ciencias de la Información y las Comunicaciones es pertinente y adecuado para apoyar el desarrollo de las distinta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'Proceso de autoevaluación 2025 '!$DD$57</c:f>
              <c:strCache>
                <c:ptCount val="1"/>
                <c:pt idx="0">
                  <c:v>Totalmente de acuerdo.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'!$DE$57</c:f>
              <c:numCache>
                <c:formatCode>General</c:formatCode>
                <c:ptCount val="1"/>
                <c:pt idx="0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B4-45A7-BEA4-11C548838C3A}"/>
            </c:ext>
          </c:extLst>
        </c:ser>
        <c:ser>
          <c:idx val="1"/>
          <c:order val="1"/>
          <c:tx>
            <c:strRef>
              <c:f>'Proceso de autoevaluación 2025 '!$DD$58</c:f>
              <c:strCache>
                <c:ptCount val="1"/>
                <c:pt idx="0">
                  <c:v> De acuerdo.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'!$DE$58</c:f>
              <c:numCache>
                <c:formatCode>General</c:formatCode>
                <c:ptCount val="1"/>
                <c:pt idx="0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CB4-45A7-BEA4-11C548838C3A}"/>
            </c:ext>
          </c:extLst>
        </c:ser>
        <c:ser>
          <c:idx val="2"/>
          <c:order val="2"/>
          <c:tx>
            <c:strRef>
              <c:f>'Proceso de autoevaluación 2025 '!$DD$59</c:f>
              <c:strCache>
                <c:ptCount val="1"/>
                <c:pt idx="0">
                  <c:v>Ni en acuerdo, ni en desacuerdo.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'!$DE$59</c:f>
              <c:numCache>
                <c:formatCode>General</c:formatCode>
                <c:ptCount val="1"/>
                <c:pt idx="0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CB4-45A7-BEA4-11C548838C3A}"/>
            </c:ext>
          </c:extLst>
        </c:ser>
        <c:ser>
          <c:idx val="3"/>
          <c:order val="3"/>
          <c:tx>
            <c:strRef>
              <c:f>'Proceso de autoevaluación 2025 '!$DD$60</c:f>
              <c:strCache>
                <c:ptCount val="1"/>
                <c:pt idx="0">
                  <c:v> En desacuerdo.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'!$DE$60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CB4-45A7-BEA4-11C548838C3A}"/>
            </c:ext>
          </c:extLst>
        </c:ser>
        <c:ser>
          <c:idx val="4"/>
          <c:order val="4"/>
          <c:tx>
            <c:strRef>
              <c:f>'Proceso de autoevaluación 2025 '!$DD$61</c:f>
              <c:strCache>
                <c:ptCount val="1"/>
                <c:pt idx="0">
                  <c:v>Totalmente en desacuerdo.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'!$DE$61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CB4-45A7-BEA4-11C548838C3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597259616"/>
        <c:axId val="597257096"/>
      </c:barChart>
      <c:catAx>
        <c:axId val="5972596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597257096"/>
        <c:crosses val="autoZero"/>
        <c:auto val="1"/>
        <c:lblAlgn val="ctr"/>
        <c:lblOffset val="100"/>
        <c:noMultiLvlLbl val="0"/>
      </c:catAx>
      <c:valAx>
        <c:axId val="5972570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5972596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/>
              <a:t>Considero que el material bibliográfico y de información disponible en la Maestría en Ciencias de la Información y las Comunicaciones es pertinente y adecuado para apoyar el desarrollo de las distinta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'Proceso de autoevaluación 2025 '!$DD$57</c:f>
              <c:strCache>
                <c:ptCount val="1"/>
                <c:pt idx="0">
                  <c:v>Totalmente de acuerdo.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'!$DE$57</c:f>
              <c:numCache>
                <c:formatCode>General</c:formatCode>
                <c:ptCount val="1"/>
                <c:pt idx="0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FE-405A-97F6-9C7B8780B475}"/>
            </c:ext>
          </c:extLst>
        </c:ser>
        <c:ser>
          <c:idx val="1"/>
          <c:order val="1"/>
          <c:tx>
            <c:strRef>
              <c:f>'Proceso de autoevaluación 2025 '!$DD$58</c:f>
              <c:strCache>
                <c:ptCount val="1"/>
                <c:pt idx="0">
                  <c:v> De acuerdo.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'!$DE$58</c:f>
              <c:numCache>
                <c:formatCode>General</c:formatCode>
                <c:ptCount val="1"/>
                <c:pt idx="0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9FE-405A-97F6-9C7B8780B475}"/>
            </c:ext>
          </c:extLst>
        </c:ser>
        <c:ser>
          <c:idx val="2"/>
          <c:order val="2"/>
          <c:tx>
            <c:strRef>
              <c:f>'Proceso de autoevaluación 2025 '!$DD$59</c:f>
              <c:strCache>
                <c:ptCount val="1"/>
                <c:pt idx="0">
                  <c:v>Ni en acuerdo, ni en desacuerdo.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'!$DE$59</c:f>
              <c:numCache>
                <c:formatCode>General</c:formatCode>
                <c:ptCount val="1"/>
                <c:pt idx="0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9FE-405A-97F6-9C7B8780B475}"/>
            </c:ext>
          </c:extLst>
        </c:ser>
        <c:ser>
          <c:idx val="3"/>
          <c:order val="3"/>
          <c:tx>
            <c:strRef>
              <c:f>'Proceso de autoevaluación 2025 '!$DD$60</c:f>
              <c:strCache>
                <c:ptCount val="1"/>
                <c:pt idx="0">
                  <c:v> En desacuerdo.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'!$DE$60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9FE-405A-97F6-9C7B8780B475}"/>
            </c:ext>
          </c:extLst>
        </c:ser>
        <c:ser>
          <c:idx val="4"/>
          <c:order val="4"/>
          <c:tx>
            <c:strRef>
              <c:f>'Proceso de autoevaluación 2025 '!$DD$61</c:f>
              <c:strCache>
                <c:ptCount val="1"/>
                <c:pt idx="0">
                  <c:v>Totalmente en desacuerdo.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'!$DE$61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9FE-405A-97F6-9C7B8780B47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597252776"/>
        <c:axId val="597241976"/>
      </c:barChart>
      <c:catAx>
        <c:axId val="59725277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97241976"/>
        <c:crosses val="autoZero"/>
        <c:auto val="1"/>
        <c:lblAlgn val="ctr"/>
        <c:lblOffset val="100"/>
        <c:noMultiLvlLbl val="0"/>
      </c:catAx>
      <c:valAx>
        <c:axId val="5972419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5972527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/>
              <a:t>Creo que los procesos administrativos están orientados adecuadamente y son eficaces para apoyar el desarrollo integral de las labores formativas, académicas, docentes, científicas, culturales y de ext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'Proceso de autoevaluación 2025 '!$DJ$57</c:f>
              <c:strCache>
                <c:ptCount val="1"/>
                <c:pt idx="0">
                  <c:v>Totalmente de acuerdo.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'!$DK$57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78-4126-9893-A9079A5FBAB3}"/>
            </c:ext>
          </c:extLst>
        </c:ser>
        <c:ser>
          <c:idx val="1"/>
          <c:order val="1"/>
          <c:tx>
            <c:strRef>
              <c:f>'Proceso de autoevaluación 2025 '!$DJ$58</c:f>
              <c:strCache>
                <c:ptCount val="1"/>
                <c:pt idx="0">
                  <c:v> De acuerdo.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'!$DK$58</c:f>
              <c:numCache>
                <c:formatCode>General</c:formatCode>
                <c:ptCount val="1"/>
                <c:pt idx="0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D78-4126-9893-A9079A5FBAB3}"/>
            </c:ext>
          </c:extLst>
        </c:ser>
        <c:ser>
          <c:idx val="2"/>
          <c:order val="2"/>
          <c:tx>
            <c:strRef>
              <c:f>'Proceso de autoevaluación 2025 '!$DJ$59</c:f>
              <c:strCache>
                <c:ptCount val="1"/>
                <c:pt idx="0">
                  <c:v>Ni en acuerdo, ni en desacuerdo.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'!$DK$59</c:f>
              <c:numCache>
                <c:formatCode>General</c:formatCode>
                <c:ptCount val="1"/>
                <c:pt idx="0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D78-4126-9893-A9079A5FBAB3}"/>
            </c:ext>
          </c:extLst>
        </c:ser>
        <c:ser>
          <c:idx val="3"/>
          <c:order val="3"/>
          <c:tx>
            <c:strRef>
              <c:f>'Proceso de autoevaluación 2025 '!$DJ$60</c:f>
              <c:strCache>
                <c:ptCount val="1"/>
                <c:pt idx="0">
                  <c:v> En desacuerdo.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'!$DK$60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D78-4126-9893-A9079A5FBAB3}"/>
            </c:ext>
          </c:extLst>
        </c:ser>
        <c:ser>
          <c:idx val="4"/>
          <c:order val="4"/>
          <c:tx>
            <c:strRef>
              <c:f>'Proceso de autoevaluación 2025 '!$DJ$61</c:f>
              <c:strCache>
                <c:ptCount val="1"/>
                <c:pt idx="0">
                  <c:v>Totalmente en desacuerdo.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'!$DK$61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D78-4126-9893-A9079A5FBAB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636230112"/>
        <c:axId val="636226872"/>
      </c:barChart>
      <c:catAx>
        <c:axId val="63623011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636226872"/>
        <c:crosses val="autoZero"/>
        <c:auto val="1"/>
        <c:lblAlgn val="ctr"/>
        <c:lblOffset val="100"/>
        <c:noMultiLvlLbl val="0"/>
      </c:catAx>
      <c:valAx>
        <c:axId val="636226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6362301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/>
              <a:t>Considero que los recursos humanos (profesores, personal administrativo, etc.) disponibles en la Maestría en Ciencias de la Información y las Comunicaciones son suficientes y adecuados para atender el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'Proceso de autoevaluación 2025 '!$DM$57</c:f>
              <c:strCache>
                <c:ptCount val="1"/>
                <c:pt idx="0">
                  <c:v>Totalmente de acuerdo.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'!$DN$57</c:f>
              <c:numCache>
                <c:formatCode>General</c:formatCode>
                <c:ptCount val="1"/>
                <c:pt idx="0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1E-4F33-98E9-3C3F7C9DDBC6}"/>
            </c:ext>
          </c:extLst>
        </c:ser>
        <c:ser>
          <c:idx val="1"/>
          <c:order val="1"/>
          <c:tx>
            <c:strRef>
              <c:f>'Proceso de autoevaluación 2025 '!$DM$58</c:f>
              <c:strCache>
                <c:ptCount val="1"/>
                <c:pt idx="0">
                  <c:v> De acuerdo.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'!$DN$58</c:f>
              <c:numCache>
                <c:formatCode>General</c:formatCode>
                <c:ptCount val="1"/>
                <c:pt idx="0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21E-4F33-98E9-3C3F7C9DDBC6}"/>
            </c:ext>
          </c:extLst>
        </c:ser>
        <c:ser>
          <c:idx val="2"/>
          <c:order val="2"/>
          <c:tx>
            <c:strRef>
              <c:f>'Proceso de autoevaluación 2025 '!$DM$59</c:f>
              <c:strCache>
                <c:ptCount val="1"/>
                <c:pt idx="0">
                  <c:v>Ni en acuerdo, ni en desacuerdo.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'!$DN$59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21E-4F33-98E9-3C3F7C9DDBC6}"/>
            </c:ext>
          </c:extLst>
        </c:ser>
        <c:ser>
          <c:idx val="3"/>
          <c:order val="3"/>
          <c:tx>
            <c:strRef>
              <c:f>'Proceso de autoevaluación 2025 '!$DM$60</c:f>
              <c:strCache>
                <c:ptCount val="1"/>
                <c:pt idx="0">
                  <c:v> En desacuerdo.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'!$DN$60</c:f>
              <c:numCache>
                <c:formatCode>General</c:formatCode>
                <c:ptCount val="1"/>
                <c:pt idx="0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21E-4F33-98E9-3C3F7C9DDBC6}"/>
            </c:ext>
          </c:extLst>
        </c:ser>
        <c:ser>
          <c:idx val="4"/>
          <c:order val="4"/>
          <c:tx>
            <c:strRef>
              <c:f>'Proceso de autoevaluación 2025 '!$DM$61</c:f>
              <c:strCache>
                <c:ptCount val="1"/>
                <c:pt idx="0">
                  <c:v>Totalmente en desacuerdo.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'!$DN$61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21E-4F33-98E9-3C3F7C9DDBC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636242712"/>
        <c:axId val="636246312"/>
      </c:barChart>
      <c:catAx>
        <c:axId val="63624271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636246312"/>
        <c:crosses val="autoZero"/>
        <c:auto val="1"/>
        <c:lblAlgn val="ctr"/>
        <c:lblOffset val="100"/>
        <c:noMultiLvlLbl val="0"/>
      </c:catAx>
      <c:valAx>
        <c:axId val="6362463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6362427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/>
              <a:t>Considero que los recursos informáticos disponibles, corresponden adecuadamente con las</a:t>
            </a:r>
            <a:br>
              <a:rPr lang="es-CO"/>
            </a:br>
            <a:r>
              <a:rPr lang="es-CO"/>
              <a:t>necesidades tecnológicas de la Maestría en Ciencias de la Información y las Comunicaciones y de sus miembros (pr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'Proceso de autoevaluación 2025 '!$DP$57</c:f>
              <c:strCache>
                <c:ptCount val="1"/>
                <c:pt idx="0">
                  <c:v>Totalmente de acuerdo.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'!$DQ$57</c:f>
              <c:numCache>
                <c:formatCode>General</c:formatCode>
                <c:ptCount val="1"/>
                <c:pt idx="0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00-41F9-B0B8-87B64A5B30A3}"/>
            </c:ext>
          </c:extLst>
        </c:ser>
        <c:ser>
          <c:idx val="1"/>
          <c:order val="1"/>
          <c:tx>
            <c:strRef>
              <c:f>'Proceso de autoevaluación 2025 '!$DP$58</c:f>
              <c:strCache>
                <c:ptCount val="1"/>
                <c:pt idx="0">
                  <c:v> De acuerdo.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'!$DQ$58</c:f>
              <c:numCache>
                <c:formatCode>General</c:formatCode>
                <c:ptCount val="1"/>
                <c:pt idx="0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B00-41F9-B0B8-87B64A5B30A3}"/>
            </c:ext>
          </c:extLst>
        </c:ser>
        <c:ser>
          <c:idx val="2"/>
          <c:order val="2"/>
          <c:tx>
            <c:strRef>
              <c:f>'Proceso de autoevaluación 2025 '!$DP$59</c:f>
              <c:strCache>
                <c:ptCount val="1"/>
                <c:pt idx="0">
                  <c:v>Ni en acuerdo, ni en desacuerdo.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'!$DQ$59</c:f>
              <c:numCache>
                <c:formatCode>General</c:formatCode>
                <c:ptCount val="1"/>
                <c:pt idx="0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B00-41F9-B0B8-87B64A5B30A3}"/>
            </c:ext>
          </c:extLst>
        </c:ser>
        <c:ser>
          <c:idx val="3"/>
          <c:order val="3"/>
          <c:tx>
            <c:strRef>
              <c:f>'Proceso de autoevaluación 2025 '!$DP$60</c:f>
              <c:strCache>
                <c:ptCount val="1"/>
                <c:pt idx="0">
                  <c:v> En desacuerdo.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'!$DQ$60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B00-41F9-B0B8-87B64A5B30A3}"/>
            </c:ext>
          </c:extLst>
        </c:ser>
        <c:ser>
          <c:idx val="4"/>
          <c:order val="4"/>
          <c:tx>
            <c:strRef>
              <c:f>'Proceso de autoevaluación 2025 '!$DP$61</c:f>
              <c:strCache>
                <c:ptCount val="1"/>
                <c:pt idx="0">
                  <c:v>Totalmente en desacuerdo.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'!$DQ$61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B00-41F9-B0B8-87B64A5B30A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621978152"/>
        <c:axId val="621978512"/>
      </c:barChart>
      <c:catAx>
        <c:axId val="621978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621978512"/>
        <c:crosses val="autoZero"/>
        <c:auto val="1"/>
        <c:lblAlgn val="ctr"/>
        <c:lblOffset val="100"/>
        <c:noMultiLvlLbl val="0"/>
      </c:catAx>
      <c:valAx>
        <c:axId val="6219785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6219781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 sz="1400" b="0" i="0" u="none" strike="noStrike" cap="none" baseline="0">
                <a:effectLst/>
              </a:rPr>
              <a:t>¿En qué sector se desempeña su trabajo actual?</a:t>
            </a:r>
            <a:r>
              <a:rPr lang="es-CO" sz="1400" b="0" i="0" u="none" strike="noStrike" cap="none" baseline="0"/>
              <a:t> </a:t>
            </a:r>
            <a:endParaRPr lang="es-CO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'Proceso de autoevaluación 2025 '!$DS$57</c:f>
              <c:strCache>
                <c:ptCount val="1"/>
                <c:pt idx="0">
                  <c:v>Sector primario (agricultura, ganadería, pesca, minería)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'!$DT$57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60-4B45-933C-21D315F3441E}"/>
            </c:ext>
          </c:extLst>
        </c:ser>
        <c:ser>
          <c:idx val="1"/>
          <c:order val="1"/>
          <c:tx>
            <c:strRef>
              <c:f>'Proceso de autoevaluación 2025 '!$DS$58</c:f>
              <c:strCache>
                <c:ptCount val="1"/>
                <c:pt idx="0">
                  <c:v>Sector público (administración pública, gobierno)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'!$DT$58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A60-4B45-933C-21D315F3441E}"/>
            </c:ext>
          </c:extLst>
        </c:ser>
        <c:ser>
          <c:idx val="2"/>
          <c:order val="2"/>
          <c:tx>
            <c:strRef>
              <c:f>'Proceso de autoevaluación 2025 '!$DS$59</c:f>
              <c:strCache>
                <c:ptCount val="1"/>
                <c:pt idx="0">
                  <c:v>Sector secundario (industria manufacturera, construcción, energía)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'!$DT$59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A60-4B45-933C-21D315F3441E}"/>
            </c:ext>
          </c:extLst>
        </c:ser>
        <c:ser>
          <c:idx val="3"/>
          <c:order val="3"/>
          <c:tx>
            <c:strRef>
              <c:f>'Proceso de autoevaluación 2025 '!$DS$60</c:f>
              <c:strCache>
                <c:ptCount val="1"/>
                <c:pt idx="0">
                  <c:v>Sector terciario (comercio, servicios: educación, salud, finanzas, etc.)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'!$DT$60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A60-4B45-933C-21D315F3441E}"/>
            </c:ext>
          </c:extLst>
        </c:ser>
        <c:ser>
          <c:idx val="4"/>
          <c:order val="4"/>
          <c:tx>
            <c:strRef>
              <c:f>'Proceso de autoevaluación 2025 '!$DS$61</c:f>
              <c:strCache>
                <c:ptCount val="1"/>
                <c:pt idx="0">
                  <c:v>Tecnología (desarrollo de software, IA, ciberseguridad, telecomunicaciones)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'!$DT$61</c:f>
              <c:numCache>
                <c:formatCode>General</c:formatCode>
                <c:ptCount val="1"/>
                <c:pt idx="0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A60-4B45-933C-21D315F3441E}"/>
            </c:ext>
          </c:extLst>
        </c:ser>
        <c:ser>
          <c:idx val="5"/>
          <c:order val="5"/>
          <c:tx>
            <c:strRef>
              <c:f>'Proceso de autoevaluación 2025 '!$DS$62</c:f>
              <c:strCache>
                <c:ptCount val="1"/>
                <c:pt idx="0">
                  <c:v>Otro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lumMod val="110000"/>
                    <a:satMod val="105000"/>
                    <a:tint val="67000"/>
                  </a:schemeClr>
                </a:gs>
                <a:gs pos="50000">
                  <a:schemeClr val="accent6">
                    <a:lumMod val="105000"/>
                    <a:satMod val="103000"/>
                    <a:tint val="73000"/>
                  </a:schemeClr>
                </a:gs>
                <a:gs pos="100000">
                  <a:schemeClr val="accent6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6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'!$DT$62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A60-4B45-933C-21D315F3441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568164000"/>
        <c:axId val="568165080"/>
      </c:barChart>
      <c:catAx>
        <c:axId val="5681640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68165080"/>
        <c:crosses val="autoZero"/>
        <c:auto val="1"/>
        <c:lblAlgn val="ctr"/>
        <c:lblOffset val="100"/>
        <c:noMultiLvlLbl val="0"/>
      </c:catAx>
      <c:valAx>
        <c:axId val="568165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in"/>
        <c:minorTickMark val="out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5681640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/>
              <a:t>¿El trabajo que realiza actualmente se relaciona directamente con los conocimientos adquiridos en la maestría?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'Proceso de autoevaluación 2025 '!$DV$57</c:f>
              <c:strCache>
                <c:ptCount val="1"/>
                <c:pt idx="0">
                  <c:v>Totalmente de acuerdo.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'!$DW$57</c:f>
              <c:numCache>
                <c:formatCode>General</c:formatCode>
                <c:ptCount val="1"/>
                <c:pt idx="0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DA-44B6-8C4A-7F51705200E1}"/>
            </c:ext>
          </c:extLst>
        </c:ser>
        <c:ser>
          <c:idx val="1"/>
          <c:order val="1"/>
          <c:tx>
            <c:strRef>
              <c:f>'Proceso de autoevaluación 2025 '!$DV$58</c:f>
              <c:strCache>
                <c:ptCount val="1"/>
                <c:pt idx="0">
                  <c:v> De acuerdo.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'!$DW$58</c:f>
              <c:numCache>
                <c:formatCode>General</c:formatCode>
                <c:ptCount val="1"/>
                <c:pt idx="0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EDA-44B6-8C4A-7F51705200E1}"/>
            </c:ext>
          </c:extLst>
        </c:ser>
        <c:ser>
          <c:idx val="2"/>
          <c:order val="2"/>
          <c:tx>
            <c:strRef>
              <c:f>'Proceso de autoevaluación 2025 '!$DV$59</c:f>
              <c:strCache>
                <c:ptCount val="1"/>
                <c:pt idx="0">
                  <c:v>Ni en acuerdo, ni en desacuerdo.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'!$DW$59</c:f>
              <c:numCache>
                <c:formatCode>General</c:formatCode>
                <c:ptCount val="1"/>
                <c:pt idx="0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EDA-44B6-8C4A-7F51705200E1}"/>
            </c:ext>
          </c:extLst>
        </c:ser>
        <c:ser>
          <c:idx val="3"/>
          <c:order val="3"/>
          <c:tx>
            <c:strRef>
              <c:f>'Proceso de autoevaluación 2025 '!$DV$60</c:f>
              <c:strCache>
                <c:ptCount val="1"/>
                <c:pt idx="0">
                  <c:v> En desacuerdo.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'!$DW$60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EDA-44B6-8C4A-7F51705200E1}"/>
            </c:ext>
          </c:extLst>
        </c:ser>
        <c:ser>
          <c:idx val="4"/>
          <c:order val="4"/>
          <c:tx>
            <c:strRef>
              <c:f>'Proceso de autoevaluación 2025 '!$DV$61</c:f>
              <c:strCache>
                <c:ptCount val="1"/>
                <c:pt idx="0">
                  <c:v>Totalmente en desacuerdo.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'!$DW$61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EDA-44B6-8C4A-7F51705200E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687012992"/>
        <c:axId val="687011192"/>
      </c:barChart>
      <c:catAx>
        <c:axId val="68701299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687011192"/>
        <c:crosses val="autoZero"/>
        <c:auto val="1"/>
        <c:lblAlgn val="ctr"/>
        <c:lblOffset val="100"/>
        <c:noMultiLvlLbl val="0"/>
      </c:catAx>
      <c:valAx>
        <c:axId val="687011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6870129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/>
              <a:t>¿Siente que la maestría te ha abierto nuevas oportunidades laborales?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'Proceso de autoevaluación 2025 '!$DY$57</c:f>
              <c:strCache>
                <c:ptCount val="1"/>
                <c:pt idx="0">
                  <c:v>Totalmente de acuerdo.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'!$DZ$57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23-44CE-9BC5-34C041C73AF3}"/>
            </c:ext>
          </c:extLst>
        </c:ser>
        <c:ser>
          <c:idx val="1"/>
          <c:order val="1"/>
          <c:tx>
            <c:strRef>
              <c:f>'Proceso de autoevaluación 2025 '!$DY$58</c:f>
              <c:strCache>
                <c:ptCount val="1"/>
                <c:pt idx="0">
                  <c:v> De acuerdo.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'!$DZ$58</c:f>
              <c:numCache>
                <c:formatCode>General</c:formatCode>
                <c:ptCount val="1"/>
                <c:pt idx="0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623-44CE-9BC5-34C041C73AF3}"/>
            </c:ext>
          </c:extLst>
        </c:ser>
        <c:ser>
          <c:idx val="2"/>
          <c:order val="2"/>
          <c:tx>
            <c:strRef>
              <c:f>'Proceso de autoevaluación 2025 '!$DY$59</c:f>
              <c:strCache>
                <c:ptCount val="1"/>
                <c:pt idx="0">
                  <c:v>Ni en acuerdo, ni en desacuerdo.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'!$DZ$59</c:f>
              <c:numCache>
                <c:formatCode>General</c:formatCode>
                <c:ptCount val="1"/>
                <c:pt idx="0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623-44CE-9BC5-34C041C73AF3}"/>
            </c:ext>
          </c:extLst>
        </c:ser>
        <c:ser>
          <c:idx val="3"/>
          <c:order val="3"/>
          <c:tx>
            <c:strRef>
              <c:f>'Proceso de autoevaluación 2025 '!$DY$60</c:f>
              <c:strCache>
                <c:ptCount val="1"/>
                <c:pt idx="0">
                  <c:v> En desacuerdo.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'!$DZ$60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623-44CE-9BC5-34C041C73AF3}"/>
            </c:ext>
          </c:extLst>
        </c:ser>
        <c:ser>
          <c:idx val="4"/>
          <c:order val="4"/>
          <c:tx>
            <c:strRef>
              <c:f>'Proceso de autoevaluación 2025 '!$DY$61</c:f>
              <c:strCache>
                <c:ptCount val="1"/>
                <c:pt idx="0">
                  <c:v>Totalmente en desacuerdo.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'!$DZ$61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623-44CE-9BC5-34C041C73AF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686999312"/>
        <c:axId val="686997872"/>
      </c:barChart>
      <c:catAx>
        <c:axId val="68699931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686997872"/>
        <c:crosses val="autoZero"/>
        <c:auto val="1"/>
        <c:lblAlgn val="ctr"/>
        <c:lblOffset val="100"/>
        <c:noMultiLvlLbl val="0"/>
      </c:catAx>
      <c:valAx>
        <c:axId val="686997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6869993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7">
  <a:schemeClr val="accent5"/>
  <a:schemeClr val="accent5"/>
  <a:schemeClr val="accent5"/>
  <a:schemeClr val="accent5"/>
  <a:schemeClr val="accent5"/>
  <a:schemeClr val="accent5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9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19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4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/>
    <cs:fillRef idx="2">
      <cs:styleClr val="auto"/>
    </cs:fillRef>
    <cs:effectRef idx="1"/>
    <cs:fontRef idx="minor">
      <a:schemeClr val="dk1"/>
    </cs:fontRef>
    <cs:spPr/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3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4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5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6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7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8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9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0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1.xml><?xml version="1.0" encoding="utf-8"?>
<cs:chartStyle xmlns:cs="http://schemas.microsoft.com/office/drawing/2012/chartStyle" xmlns:a="http://schemas.openxmlformats.org/drawingml/2006/main" id="254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/>
    <cs:fillRef idx="2">
      <cs:styleClr val="auto"/>
    </cs:fillRef>
    <cs:effectRef idx="1"/>
    <cs:fontRef idx="minor">
      <a:schemeClr val="dk1"/>
    </cs:fontRef>
    <cs:spPr/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2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3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4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5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6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7.xml><?xml version="1.0" encoding="utf-8"?>
<cs:chartStyle xmlns:cs="http://schemas.microsoft.com/office/drawing/2012/chartStyle" xmlns:a="http://schemas.openxmlformats.org/drawingml/2006/main" id="219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952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925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780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730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71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597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873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490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8361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417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100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37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6F0BAA-DD3D-16D1-F6B5-EDFE880328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es-ES" sz="6100"/>
              <a:t>Proceso de autoevaluación 2025 - Estudiantes</a:t>
            </a:r>
            <a:endParaRPr lang="es-CO" sz="610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62FE017-7A5C-8C37-E5F7-533AF5F805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6912" y="5645150"/>
            <a:ext cx="8258176" cy="631825"/>
          </a:xfrm>
        </p:spPr>
        <p:txBody>
          <a:bodyPr anchor="ctr">
            <a:normAutofit/>
          </a:bodyPr>
          <a:lstStyle/>
          <a:p>
            <a:endParaRPr lang="es-CO" sz="2800"/>
          </a:p>
        </p:txBody>
      </p:sp>
    </p:spTree>
    <p:extLst>
      <p:ext uri="{BB962C8B-B14F-4D97-AF65-F5344CB8AC3E}">
        <p14:creationId xmlns:p14="http://schemas.microsoft.com/office/powerpoint/2010/main" val="2668113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081464-D9F0-0A2C-A4C7-A3ABA36AD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7200"/>
            <a:ext cx="10579608" cy="1188720"/>
          </a:xfrm>
        </p:spPr>
        <p:txBody>
          <a:bodyPr>
            <a:normAutofit/>
          </a:bodyPr>
          <a:lstStyle/>
          <a:p>
            <a:endParaRPr lang="es-CO" sz="4000">
              <a:solidFill>
                <a:schemeClr val="tx2"/>
              </a:solidFill>
            </a:endParaRPr>
          </a:p>
        </p:txBody>
      </p: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23E16EAF-EFE0-88E6-AF88-8FE1ABE514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7755931"/>
              </p:ext>
            </p:extLst>
          </p:nvPr>
        </p:nvGraphicFramePr>
        <p:xfrm>
          <a:off x="806282" y="2558010"/>
          <a:ext cx="101193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68297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6B91F9-ABC0-69A9-C2C3-016E94C87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graphicFrame>
        <p:nvGraphicFramePr>
          <p:cNvPr id="7" name="Marcador de contenido 6">
            <a:extLst>
              <a:ext uri="{FF2B5EF4-FFF2-40B4-BE49-F238E27FC236}">
                <a16:creationId xmlns:a16="http://schemas.microsoft.com/office/drawing/2014/main" id="{4CA0CA6F-4821-765E-E014-60DED30AAF4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70642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F763CD-DAE0-FD8B-1A89-C2B7BCB09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>
                <a:ea typeface="+mj-lt"/>
                <a:cs typeface="+mj-lt"/>
              </a:rPr>
              <a:t>¿En qué énfasis se encuentra inscrito?    </a:t>
            </a:r>
            <a:endParaRPr lang="es-ES" dirty="0">
              <a:ea typeface="Calibri Light" panose="020F0302020204030204"/>
              <a:cs typeface="Calibri Light" panose="020F0302020204030204"/>
            </a:endParaRPr>
          </a:p>
        </p:txBody>
      </p:sp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EAB8D089-FEF5-3B74-66A5-45F1AE824D28}"/>
              </a:ext>
              <a:ext uri="{147F2762-F138-4A5C-976F-8EAC2B608ADB}">
                <a16:predDERef xmlns:a16="http://schemas.microsoft.com/office/drawing/2014/main" pred="{4CA0CA6F-4821-765E-E014-60DED30AAF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4430259"/>
              </p:ext>
            </p:extLst>
          </p:nvPr>
        </p:nvGraphicFramePr>
        <p:xfrm>
          <a:off x="838739" y="1717195"/>
          <a:ext cx="10524226" cy="44828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06409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9B987E-420E-4D10-4EC9-ECFB5EE9B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b="0" dirty="0">
                <a:ea typeface="+mj-lt"/>
                <a:cs typeface="+mj-lt"/>
              </a:rPr>
              <a:t>¿En qué Modalidad o Metodología se encuentra inscrito?    </a:t>
            </a:r>
            <a:endParaRPr lang="es-ES" dirty="0"/>
          </a:p>
        </p:txBody>
      </p:sp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7DF06B3A-3013-808F-7481-5571C4B7CF73}"/>
              </a:ext>
              <a:ext uri="{147F2762-F138-4A5C-976F-8EAC2B608ADB}">
                <a16:predDERef xmlns:a16="http://schemas.microsoft.com/office/drawing/2014/main" pred="{A0AD4F12-11A3-1A8B-7CF4-E7F9DCA3C1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2244195"/>
              </p:ext>
            </p:extLst>
          </p:nvPr>
        </p:nvGraphicFramePr>
        <p:xfrm>
          <a:off x="838739" y="1717195"/>
          <a:ext cx="10524226" cy="45978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95440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35A58C-65B7-A8DF-73F6-FEB0735BB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DFE3DBAA-2697-2ABB-DF02-F0BC5273CBCA}"/>
              </a:ext>
              <a:ext uri="{147F2762-F138-4A5C-976F-8EAC2B608ADB}">
                <a16:predDERef xmlns:a16="http://schemas.microsoft.com/office/drawing/2014/main" pred="{EAB8D089-FEF5-3B74-66A5-45F1AE824D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75663585"/>
              </p:ext>
            </p:extLst>
          </p:nvPr>
        </p:nvGraphicFramePr>
        <p:xfrm>
          <a:off x="838739" y="1717195"/>
          <a:ext cx="10524226" cy="43390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85237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C4A140-FBF2-F3E7-A6E5-7756E48B9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CO" sz="2800" dirty="0">
                <a:ea typeface="+mj-lt"/>
                <a:cs typeface="+mj-lt"/>
              </a:rPr>
              <a:t>Considero que mi participación en actividades de investigación, desarrollo tecnológico, creación artística, culturales, deportivas y de extensión ha contribuido a mi desarrollo integral como persona.</a:t>
            </a:r>
            <a:endParaRPr lang="es-ES" sz="2800" dirty="0">
              <a:ea typeface="Calibri Light"/>
              <a:cs typeface="Calibri Light"/>
            </a:endParaRPr>
          </a:p>
        </p:txBody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B98D30DC-3D2F-7DD6-AE52-D351F05DBAB8}"/>
              </a:ext>
              <a:ext uri="{147F2762-F138-4A5C-976F-8EAC2B608ADB}">
                <a16:predDERef xmlns:a16="http://schemas.microsoft.com/office/drawing/2014/main" pred="{DFE3DBAA-2697-2ABB-DF02-F0BC5273CB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2003095"/>
              </p:ext>
            </p:extLst>
          </p:nvPr>
        </p:nvGraphicFramePr>
        <p:xfrm>
          <a:off x="838739" y="1702819"/>
          <a:ext cx="10524226" cy="45835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28799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2F5103-228C-0FEF-193F-BCEC21FD7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CO" dirty="0">
                <a:ea typeface="+mj-lt"/>
                <a:cs typeface="+mj-lt"/>
              </a:rPr>
              <a:t>Considero que el reglamento estudiantil y las políticas académicas del programa son pertinentes y están actualizadas. </a:t>
            </a:r>
            <a:endParaRPr lang="es-ES" dirty="0">
              <a:ea typeface="Calibri Light" panose="020F0302020204030204"/>
              <a:cs typeface="Calibri Light" panose="020F0302020204030204"/>
            </a:endParaRPr>
          </a:p>
        </p:txBody>
      </p:sp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CC781AE5-1C80-4C11-BA5D-1C6E3B384053}"/>
              </a:ext>
              <a:ext uri="{147F2762-F138-4A5C-976F-8EAC2B608ADB}">
                <a16:predDERef xmlns:a16="http://schemas.microsoft.com/office/drawing/2014/main" pred="{B98D30DC-3D2F-7DD6-AE52-D351F05DBAB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1325118"/>
              </p:ext>
            </p:extLst>
          </p:nvPr>
        </p:nvGraphicFramePr>
        <p:xfrm>
          <a:off x="838739" y="1717195"/>
          <a:ext cx="10524226" cy="43534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6829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A534EB-BC60-6009-987F-E6508D940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CO" dirty="0">
                <a:ea typeface="+mj-lt"/>
                <a:cs typeface="+mj-lt"/>
              </a:rPr>
              <a:t>Considero que los criterios para la concesión de estímulos académicos y apoyos socioeconómicos son claros y justos.    </a:t>
            </a:r>
            <a:endParaRPr lang="es-ES" dirty="0">
              <a:ea typeface="Calibri Light" panose="020F0302020204030204"/>
              <a:cs typeface="Calibri Light" panose="020F0302020204030204"/>
            </a:endParaRPr>
          </a:p>
        </p:txBody>
      </p:sp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6F4C489E-1726-AFE9-121E-40AB0649F62D}"/>
              </a:ext>
              <a:ext uri="{147F2762-F138-4A5C-976F-8EAC2B608ADB}">
                <a16:predDERef xmlns:a16="http://schemas.microsoft.com/office/drawing/2014/main" pred="{CC781AE5-1C80-4C11-BA5D-1C6E3B38405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4988177"/>
              </p:ext>
            </p:extLst>
          </p:nvPr>
        </p:nvGraphicFramePr>
        <p:xfrm>
          <a:off x="838739" y="1702819"/>
          <a:ext cx="10524226" cy="43678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60235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8D0EBE-826E-7D72-46AD-60303E801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CO" sz="3200" dirty="0">
                <a:ea typeface="+mj-lt"/>
                <a:cs typeface="+mj-lt"/>
              </a:rPr>
              <a:t>Considero que el material académico producido por los docentes es pertinente y adecuado con las necesidades y objetivos de la Maestría en Ciencias de la Información y las Comunicaciones.  </a:t>
            </a:r>
            <a:r>
              <a:rPr lang="es-CO" dirty="0">
                <a:ea typeface="+mj-lt"/>
                <a:cs typeface="+mj-lt"/>
              </a:rPr>
              <a:t>  </a:t>
            </a:r>
            <a:endParaRPr lang="es-ES" dirty="0">
              <a:ea typeface="Calibri Light" panose="020F0302020204030204"/>
              <a:cs typeface="Calibri Light" panose="020F0302020204030204"/>
            </a:endParaRPr>
          </a:p>
        </p:txBody>
      </p:sp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id="{A48E5E69-DD38-0109-0C0A-8E4367B7EC62}"/>
              </a:ext>
              <a:ext uri="{147F2762-F138-4A5C-976F-8EAC2B608ADB}">
                <a16:predDERef xmlns:a16="http://schemas.microsoft.com/office/drawing/2014/main" pred="{6F4C489E-1726-AFE9-121E-40AB0649F62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31512101"/>
              </p:ext>
            </p:extLst>
          </p:nvPr>
        </p:nvGraphicFramePr>
        <p:xfrm>
          <a:off x="838739" y="1717196"/>
          <a:ext cx="10524226" cy="43534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568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398BA2-C09F-07DE-D0F3-E81B985A8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CO" dirty="0">
                <a:ea typeface="+mj-lt"/>
                <a:cs typeface="+mj-lt"/>
              </a:rPr>
              <a:t>Considero que los criterios y mecanismos utilizados para la evaluación de los profesores son transparentes, accesibles y eficaces    </a:t>
            </a:r>
            <a:endParaRPr lang="es-ES" dirty="0">
              <a:ea typeface="Calibri Light" panose="020F0302020204030204"/>
              <a:cs typeface="Calibri Light" panose="020F0302020204030204"/>
            </a:endParaRPr>
          </a:p>
        </p:txBody>
      </p:sp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id="{7303211D-697C-DBBE-61D8-2F7B17403E87}"/>
              </a:ext>
              <a:ext uri="{147F2762-F138-4A5C-976F-8EAC2B608ADB}">
                <a16:predDERef xmlns:a16="http://schemas.microsoft.com/office/drawing/2014/main" pred="{A48E5E69-DD38-0109-0C0A-8E4367B7EC6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25928405"/>
              </p:ext>
            </p:extLst>
          </p:nvPr>
        </p:nvGraphicFramePr>
        <p:xfrm>
          <a:off x="838739" y="1860969"/>
          <a:ext cx="10524226" cy="45835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366862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739C9F-C71C-CFCE-2E35-8318F7702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CO" sz="3200" dirty="0">
                <a:ea typeface="+mj-lt"/>
                <a:cs typeface="+mj-lt"/>
              </a:rPr>
              <a:t>Considero que las estrategias de flexibilidad curricular me han permitido personalizar mi formación de acuerdo con mis objetivos profesionales y académicos.    </a:t>
            </a:r>
            <a:endParaRPr lang="es-ES" sz="3200">
              <a:ea typeface="Calibri Light" panose="020F0302020204030204"/>
              <a:cs typeface="Calibri Light" panose="020F0302020204030204"/>
            </a:endParaRPr>
          </a:p>
        </p:txBody>
      </p:sp>
      <p:graphicFrame>
        <p:nvGraphicFramePr>
          <p:cNvPr id="11" name="Gráfico 10">
            <a:extLst>
              <a:ext uri="{FF2B5EF4-FFF2-40B4-BE49-F238E27FC236}">
                <a16:creationId xmlns:a16="http://schemas.microsoft.com/office/drawing/2014/main" id="{FF784118-DCB9-D56C-22AA-9F402D9D0906}"/>
              </a:ext>
              <a:ext uri="{147F2762-F138-4A5C-976F-8EAC2B608ADB}">
                <a16:predDERef xmlns:a16="http://schemas.microsoft.com/office/drawing/2014/main" pred="{7303211D-697C-DBBE-61D8-2F7B17403E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19115820"/>
              </p:ext>
            </p:extLst>
          </p:nvPr>
        </p:nvGraphicFramePr>
        <p:xfrm>
          <a:off x="838739" y="1860969"/>
          <a:ext cx="10524226" cy="4612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61557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FE5F5F-7715-9C06-B175-8DA467592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s-CO" sz="3200" dirty="0">
                <a:ea typeface="+mj-lt"/>
                <a:cs typeface="+mj-lt"/>
              </a:rPr>
              <a:t>Considero que las estrategias de flexibilidad curricular me han permitido personalizar mi formación de acuerdo con mis objetivos profesionales y académicos.    </a:t>
            </a:r>
            <a:endParaRPr lang="es-ES" sz="3200" dirty="0">
              <a:ea typeface="Calibri Light" panose="020F0302020204030204"/>
              <a:cs typeface="Calibri Light" panose="020F0302020204030204"/>
            </a:endParaRPr>
          </a:p>
        </p:txBody>
      </p:sp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CF2217CF-F832-274A-780B-602FE4ADFD5A}"/>
              </a:ext>
              <a:ext uri="{147F2762-F138-4A5C-976F-8EAC2B608ADB}">
                <a16:predDERef xmlns:a16="http://schemas.microsoft.com/office/drawing/2014/main" pred="{FF784118-DCB9-D56C-22AA-9F402D9D09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85416730"/>
              </p:ext>
            </p:extLst>
          </p:nvPr>
        </p:nvGraphicFramePr>
        <p:xfrm>
          <a:off x="838739" y="1717195"/>
          <a:ext cx="10524226" cy="47416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23023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857D46-DD71-3815-B485-A79EB9911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0E60F26F-5FB0-63A8-DA8A-A3DA8F042BE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566442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E31D05-9F29-2033-87C3-A2FF67907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2C7EEED6-6F9B-F4B1-FC23-B22D293BEFD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134267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7F610D-22D1-9E9F-8FB2-52671FB9D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45609135-EE37-9588-B2F6-8877C431FDD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063884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9D71BC-C61E-4D02-9DA9-C0AA4DDF0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AD21355D-1196-98A6-D0DA-0DE80D48B99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722502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6603DA-24E2-2AF1-27A2-E13B0F796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5F452B0A-7B92-A913-77FD-FE37F4AF0C2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538534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335824-8B45-C9DB-41C0-684ADD3A8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8672EB8B-0048-69ED-DE94-2A67AD9F146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924551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3D4D04-6A47-EB14-855A-729E76AC3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D87FC466-DF13-7EDD-7E11-EE4360AE2E1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971626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EFCF2E-6E4D-004B-3F1C-86B0289DE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487AAB94-B841-6011-4B68-8C1FBBB0206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801943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8D4DCA-6986-FB03-30BA-D4BBA9B21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6D378B56-AD2F-35AA-A076-676D02DC71B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070449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4F8850-8B07-88BB-02D4-212ED4FD7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DA6A3223-B368-335A-FC05-BAE48220AF1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849830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2EB894-4184-11DF-5611-86D9021E0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D363840F-429C-8FD1-4275-6B3C4CC963C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451016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CD9DE4-168E-62D5-5682-A9E16CC5F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8FC1E662-4A3B-AFBA-0DD8-70F7757625F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517109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5D5D31-DDE8-13D4-D658-3133FDAEF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ADFF3232-AF20-0F23-CF27-8C25BF67AE5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983971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D0AB2F-F053-3080-109F-7C2D967BA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20B0475A-DC30-7A02-B788-45DF8347D5B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312508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290EAD-26C3-7C20-C0F6-9A9286C14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77E05FFE-6504-6A47-C86D-39A7267E164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290976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AF5706-AFDF-F84E-6356-B0CCD8DD4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3D9CD739-D670-1C65-1AB3-A2CBE486CCD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424264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B4262A-028D-FF09-63D2-B20D3C6C5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A0AD4F12-11A3-1A8B-7CF4-E7F9DCA3C1F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89264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673</Words>
  <Application>Microsoft Office PowerPoint</Application>
  <PresentationFormat>Panorámica</PresentationFormat>
  <Paragraphs>30</Paragraphs>
  <Slides>30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1" baseType="lpstr">
      <vt:lpstr>Office Theme</vt:lpstr>
      <vt:lpstr>Proceso de autoevaluación 2025 - Estudiantes</vt:lpstr>
      <vt:lpstr>Presentación de PowerPoint</vt:lpstr>
      <vt:lpstr>Presentación de PowerPoint</vt:lpstr>
      <vt:lpstr>¿En qué énfasis se encuentra inscrito?    </vt:lpstr>
      <vt:lpstr>¿En qué Modalidad o Metodología se encuentra inscrito?    </vt:lpstr>
      <vt:lpstr>Presentación de PowerPoint</vt:lpstr>
      <vt:lpstr>Considero que mi participación en actividades de investigación, desarrollo tecnológico, creación artística, culturales, deportivas y de extensión ha contribuido a mi desarrollo integral como persona.</vt:lpstr>
      <vt:lpstr>Considero que el reglamento estudiantil y las políticas académicas del programa son pertinentes y están actualizadas. </vt:lpstr>
      <vt:lpstr>Considero que los criterios para la concesión de estímulos académicos y apoyos socioeconómicos son claros y justos.    </vt:lpstr>
      <vt:lpstr>Considero que el material académico producido por los docentes es pertinente y adecuado con las necesidades y objetivos de la Maestría en Ciencias de la Información y las Comunicaciones.    </vt:lpstr>
      <vt:lpstr>Considero que los criterios y mecanismos utilizados para la evaluación de los profesores son transparentes, accesibles y eficaces    </vt:lpstr>
      <vt:lpstr>Considero que las estrategias de flexibilidad curricular me han permitido personalizar mi formación de acuerdo con mis objetivos profesionales y académicos.    </vt:lpstr>
      <vt:lpstr>Considero que las estrategias de flexibilidad curricular me han permitido personalizar mi formación de acuerdo con mis objetivos profesionales y académicos.   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CAIMAN URQUIJO CAMILO ANDRES</dc:creator>
  <cp:lastModifiedBy>CAIMAN URQUIJO CAMILO ANDRES</cp:lastModifiedBy>
  <cp:revision>136</cp:revision>
  <dcterms:created xsi:type="dcterms:W3CDTF">2025-04-07T05:15:15Z</dcterms:created>
  <dcterms:modified xsi:type="dcterms:W3CDTF">2025-04-09T15:04:04Z</dcterms:modified>
</cp:coreProperties>
</file>