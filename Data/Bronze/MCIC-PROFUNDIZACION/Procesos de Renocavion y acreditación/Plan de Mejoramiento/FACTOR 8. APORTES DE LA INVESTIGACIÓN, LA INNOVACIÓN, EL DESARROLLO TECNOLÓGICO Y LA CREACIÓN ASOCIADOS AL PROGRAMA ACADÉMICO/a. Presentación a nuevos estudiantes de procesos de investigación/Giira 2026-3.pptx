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2" r:id="rId2"/>
    <p:sldId id="257" r:id="rId3"/>
    <p:sldId id="265" r:id="rId4"/>
    <p:sldId id="256" r:id="rId5"/>
    <p:sldId id="263" r:id="rId6"/>
    <p:sldId id="259" r:id="rId7"/>
    <p:sldId id="267" r:id="rId8"/>
    <p:sldId id="283" r:id="rId9"/>
    <p:sldId id="280" r:id="rId10"/>
    <p:sldId id="284" r:id="rId11"/>
    <p:sldId id="285" r:id="rId12"/>
    <p:sldId id="281" r:id="rId13"/>
    <p:sldId id="286" r:id="rId14"/>
    <p:sldId id="287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67A9"/>
    <a:srgbClr val="B13764"/>
    <a:srgbClr val="F6AF42"/>
    <a:srgbClr val="A3CE3A"/>
    <a:srgbClr val="439F97"/>
    <a:srgbClr val="1F61AF"/>
    <a:srgbClr val="5E449B"/>
    <a:srgbClr val="F5EFE1"/>
    <a:srgbClr val="F2813A"/>
    <a:srgbClr val="F9E1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56" autoAdjust="0"/>
    <p:restoredTop sz="93050" autoAdjust="0"/>
  </p:normalViewPr>
  <p:slideViewPr>
    <p:cSldViewPr snapToGrid="0" snapToObjects="1">
      <p:cViewPr varScale="1">
        <p:scale>
          <a:sx n="109" d="100"/>
          <a:sy n="109" d="100"/>
        </p:scale>
        <p:origin x="7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161E4-B2CB-40D2-A078-EC70B69E61B3}" type="datetimeFigureOut">
              <a:rPr lang="es-CO" smtClean="0"/>
              <a:t>20/08/26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9C33C-2D3E-4C68-B1D2-EF7F84EC53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3463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9020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6678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0456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9504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7260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3704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79C33C-2D3E-4C68-B1D2-EF7F84EC5307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492945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bjaramillo@udistrital.edu.co" TargetMode="External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mailto:pagaonag@udistrital.edu.co" TargetMode="External"/><Relationship Id="rId4" Type="http://schemas.openxmlformats.org/officeDocument/2006/relationships/image" Target="../media/image14.png"/><Relationship Id="rId5" Type="http://schemas.microsoft.com/office/2007/relationships/hdphoto" Target="../media/hdphoto1.wdp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microsoft.com/office/2007/relationships/hdphoto" Target="../media/hdphoto2.wdp"/><Relationship Id="rId9" Type="http://schemas.openxmlformats.org/officeDocument/2006/relationships/hyperlink" Target="https://comunidad.udistrital.edu.co/multimediainteractiv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F901D60F-80AD-FFF9-D28A-156B072C2BA2}"/>
              </a:ext>
            </a:extLst>
          </p:cNvPr>
          <p:cNvSpPr>
            <a:spLocks/>
          </p:cNvSpPr>
          <p:nvPr/>
        </p:nvSpPr>
        <p:spPr>
          <a:xfrm rot="16200000">
            <a:off x="5819741" y="-895003"/>
            <a:ext cx="5477256" cy="7267261"/>
          </a:xfrm>
          <a:prstGeom prst="triangle">
            <a:avLst>
              <a:gd name="adj" fmla="val 100000"/>
            </a:avLst>
          </a:prstGeom>
          <a:solidFill>
            <a:srgbClr val="B49739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124257E-BE13-06F2-2F0A-355A21445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41731" y="3031237"/>
            <a:ext cx="3685033" cy="3968496"/>
          </a:xfrm>
          <a:prstGeom prst="triangle">
            <a:avLst>
              <a:gd name="adj" fmla="val 100000"/>
            </a:avLst>
          </a:prstGeom>
          <a:solidFill>
            <a:srgbClr val="0A67A9"/>
          </a:solidFill>
          <a:ln>
            <a:solidFill>
              <a:srgbClr val="0A67A9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ED5B638D-ADDC-DFDC-E593-BA600FC04C86}"/>
              </a:ext>
            </a:extLst>
          </p:cNvPr>
          <p:cNvSpPr txBox="1"/>
          <p:nvPr/>
        </p:nvSpPr>
        <p:spPr>
          <a:xfrm>
            <a:off x="2671154" y="2551672"/>
            <a:ext cx="5965556" cy="23083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7200" b="1" i="0" dirty="0">
                <a:solidFill>
                  <a:srgbClr val="B49739"/>
                </a:solidFill>
                <a:latin typeface="Georgia"/>
              </a:rPr>
              <a:t>Facultad de Ingeniería</a:t>
            </a:r>
            <a:endParaRPr sz="7200" b="1" i="0" dirty="0">
              <a:solidFill>
                <a:srgbClr val="B49739"/>
              </a:solidFill>
              <a:latin typeface="Georgia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D017258-636F-1A4F-95F9-7E0232976D14}"/>
              </a:ext>
            </a:extLst>
          </p:cNvPr>
          <p:cNvSpPr/>
          <p:nvPr/>
        </p:nvSpPr>
        <p:spPr>
          <a:xfrm>
            <a:off x="2890444" y="4928026"/>
            <a:ext cx="3108960" cy="25400"/>
          </a:xfrm>
          <a:prstGeom prst="rect">
            <a:avLst/>
          </a:prstGeom>
          <a:solidFill>
            <a:srgbClr val="0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15D4A"/>
              </a:solidFill>
            </a:endParaRPr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22334688-D1D7-749D-4955-5B72099C809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9548" y="1095274"/>
            <a:ext cx="3020418" cy="117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2" name="Picture 10" descr="Universidad Distrital | LAUD">
            <a:extLst>
              <a:ext uri="{FF2B5EF4-FFF2-40B4-BE49-F238E27FC236}">
                <a16:creationId xmlns:a16="http://schemas.microsoft.com/office/drawing/2014/main" id="{D05B7921-66A3-8EE0-C951-AAE5EC4D8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533" y="882307"/>
            <a:ext cx="1501761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DBF860D1-FD07-2910-1287-7C8864B9947E}"/>
              </a:ext>
            </a:extLst>
          </p:cNvPr>
          <p:cNvSpPr txBox="1"/>
          <p:nvPr/>
        </p:nvSpPr>
        <p:spPr>
          <a:xfrm>
            <a:off x="2890444" y="5145826"/>
            <a:ext cx="396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0A67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 DISTRITAL</a:t>
            </a:r>
          </a:p>
          <a:p>
            <a:r>
              <a:rPr lang="es-ES" sz="1600" b="1" dirty="0">
                <a:solidFill>
                  <a:srgbClr val="0A67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FRANCISCO JOSÉ DE CALDAS - 2026</a:t>
            </a:r>
            <a:endParaRPr lang="es-CO" sz="1600" b="1" dirty="0">
              <a:solidFill>
                <a:srgbClr val="0A67A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8D5CDE0F-376F-9138-8FDB-62AC2A031D14}"/>
              </a:ext>
            </a:extLst>
          </p:cNvPr>
          <p:cNvGrpSpPr>
            <a:grpSpLocks/>
          </p:cNvGrpSpPr>
          <p:nvPr/>
        </p:nvGrpSpPr>
        <p:grpSpPr>
          <a:xfrm>
            <a:off x="9114831" y="226582"/>
            <a:ext cx="2584740" cy="2308324"/>
            <a:chOff x="8030369" y="438088"/>
            <a:chExt cx="3155437" cy="2662560"/>
          </a:xfrm>
        </p:grpSpPr>
        <p:sp>
          <p:nvSpPr>
            <p:cNvPr id="21" name="Medio marco 20">
              <a:extLst>
                <a:ext uri="{FF2B5EF4-FFF2-40B4-BE49-F238E27FC236}">
                  <a16:creationId xmlns:a16="http://schemas.microsoft.com/office/drawing/2014/main" id="{4FC2B34B-C78F-7617-51D1-B57B7A46331C}"/>
                </a:ext>
              </a:extLst>
            </p:cNvPr>
            <p:cNvSpPr>
              <a:spLocks/>
            </p:cNvSpPr>
            <p:nvPr/>
          </p:nvSpPr>
          <p:spPr>
            <a:xfrm flipH="1">
              <a:off x="8030369" y="787216"/>
              <a:ext cx="2804924" cy="2313432"/>
            </a:xfrm>
            <a:prstGeom prst="halfFrame">
              <a:avLst>
                <a:gd name="adj1" fmla="val 9745"/>
                <a:gd name="adj2" fmla="val 11466"/>
              </a:avLst>
            </a:prstGeom>
            <a:noFill/>
            <a:ln w="1905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tx1"/>
                </a:solidFill>
              </a:endParaRPr>
            </a:p>
          </p:txBody>
        </p:sp>
        <p:sp>
          <p:nvSpPr>
            <p:cNvPr id="22" name="Lágrima 21">
              <a:extLst>
                <a:ext uri="{FF2B5EF4-FFF2-40B4-BE49-F238E27FC236}">
                  <a16:creationId xmlns:a16="http://schemas.microsoft.com/office/drawing/2014/main" id="{C276ACF0-2124-B2B7-EA1E-469099115ED9}"/>
                </a:ext>
              </a:extLst>
            </p:cNvPr>
            <p:cNvSpPr>
              <a:spLocks/>
            </p:cNvSpPr>
            <p:nvPr/>
          </p:nvSpPr>
          <p:spPr>
            <a:xfrm rot="11042691">
              <a:off x="10894102" y="509208"/>
              <a:ext cx="253975" cy="271803"/>
            </a:xfrm>
            <a:prstGeom prst="teardrop">
              <a:avLst/>
            </a:prstGeom>
            <a:noFill/>
            <a:ln w="1270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23" name="Lágrima 22">
              <a:extLst>
                <a:ext uri="{FF2B5EF4-FFF2-40B4-BE49-F238E27FC236}">
                  <a16:creationId xmlns:a16="http://schemas.microsoft.com/office/drawing/2014/main" id="{B783B90C-5790-495E-5B4B-97D15FEF33A6}"/>
                </a:ext>
              </a:extLst>
            </p:cNvPr>
            <p:cNvSpPr>
              <a:spLocks/>
            </p:cNvSpPr>
            <p:nvPr/>
          </p:nvSpPr>
          <p:spPr>
            <a:xfrm rot="11042691" flipH="1">
              <a:off x="10572681" y="438088"/>
              <a:ext cx="252706" cy="289763"/>
            </a:xfrm>
            <a:prstGeom prst="teardrop">
              <a:avLst/>
            </a:prstGeom>
            <a:noFill/>
            <a:ln w="1270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Lágrima 23">
              <a:extLst>
                <a:ext uri="{FF2B5EF4-FFF2-40B4-BE49-F238E27FC236}">
                  <a16:creationId xmlns:a16="http://schemas.microsoft.com/office/drawing/2014/main" id="{C590B4BA-9ECF-C19F-9C4A-1DC574FF6E27}"/>
                </a:ext>
              </a:extLst>
            </p:cNvPr>
            <p:cNvSpPr>
              <a:spLocks/>
            </p:cNvSpPr>
            <p:nvPr/>
          </p:nvSpPr>
          <p:spPr>
            <a:xfrm rot="15262867">
              <a:off x="10922917" y="832718"/>
              <a:ext cx="253975" cy="271803"/>
            </a:xfrm>
            <a:prstGeom prst="teardrop">
              <a:avLst/>
            </a:prstGeom>
            <a:noFill/>
            <a:ln w="1270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15158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67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460121"/>
            <a:ext cx="6825908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4200" b="1" i="0" dirty="0">
                <a:solidFill>
                  <a:srgbClr val="F5EFE1"/>
                </a:solidFill>
                <a:latin typeface="Georgia"/>
              </a:rPr>
              <a:t>Agenda de presentac</a:t>
            </a:r>
            <a:r>
              <a:rPr lang="es-ES" sz="4200" b="1" dirty="0">
                <a:solidFill>
                  <a:srgbClr val="F5EFE1"/>
                </a:solidFill>
                <a:latin typeface="Georgia"/>
              </a:rPr>
              <a:t>ión</a:t>
            </a:r>
            <a:endParaRPr sz="4200" b="1" i="0" dirty="0">
              <a:solidFill>
                <a:srgbClr val="F5EFE1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7240" y="2467903"/>
            <a:ext cx="3794760" cy="25400"/>
          </a:xfrm>
          <a:prstGeom prst="rect">
            <a:avLst/>
          </a:prstGeom>
          <a:solidFill>
            <a:srgbClr val="B49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1633" y="3266943"/>
            <a:ext cx="3794760" cy="15542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B49739"/>
              </a:buClr>
              <a:buSzPts val="1800"/>
              <a:buFont typeface="Calibri"/>
              <a:buAutoNum type="arabicPeriod"/>
            </a:pPr>
            <a:r>
              <a:rPr lang="es-ES" sz="2000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Presentación General</a:t>
            </a:r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B49739"/>
              </a:buClr>
              <a:buSzPts val="1800"/>
              <a:buFont typeface="Calibri"/>
              <a:buAutoNum type="arabicPeriod"/>
            </a:pPr>
            <a:r>
              <a:rPr lang="es-ES" sz="2000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Líneas de Investigación</a:t>
            </a:r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B49739"/>
              </a:buClr>
              <a:buSzPts val="1800"/>
              <a:buFont typeface="Calibri"/>
              <a:buAutoNum type="arabicPeriod"/>
            </a:pPr>
            <a:r>
              <a:rPr lang="es-ES" sz="2000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Proyectos Relevantes</a:t>
            </a:r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rgbClr val="B49739"/>
              </a:buClr>
              <a:buSzPts val="1800"/>
              <a:buFont typeface="Calibri"/>
              <a:buAutoNum type="arabicPeriod"/>
            </a:pPr>
            <a:r>
              <a:rPr lang="es-ES" sz="2000" i="0" u="none" strike="noStrike" cap="none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Resultados Generales</a:t>
            </a:r>
            <a:endParaRPr lang="es-E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B49739"/>
          </a:solidFill>
          <a:ln>
            <a:solidFill>
              <a:srgbClr val="B4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11098" y="5743095"/>
            <a:ext cx="1967953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>
                <a:solidFill>
                  <a:srgbClr val="FFFFFF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pic>
        <p:nvPicPr>
          <p:cNvPr id="8" name="Picture 10" descr="Universidad Distrital | LAUD">
            <a:extLst>
              <a:ext uri="{FF2B5EF4-FFF2-40B4-BE49-F238E27FC236}">
                <a16:creationId xmlns:a16="http://schemas.microsoft.com/office/drawing/2014/main" id="{ECE567A9-E8AB-33EA-8DDA-D9314A60B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95" y="276278"/>
            <a:ext cx="1501761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D840F4E5-DB91-FAFF-D325-A571B6BCD46B}"/>
              </a:ext>
            </a:extLst>
          </p:cNvPr>
          <p:cNvSpPr txBox="1"/>
          <p:nvPr/>
        </p:nvSpPr>
        <p:spPr>
          <a:xfrm>
            <a:off x="685800" y="539829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49739"/>
                </a:solidFill>
                <a:latin typeface="Arial"/>
              </a:rPr>
              <a:t>MULTIMEDIA INTERACTIVA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F901D60F-80AD-FFF9-D28A-156B072C2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09690" y="4042473"/>
            <a:ext cx="1797808" cy="2846523"/>
          </a:xfrm>
          <a:prstGeom prst="triangle">
            <a:avLst>
              <a:gd name="adj" fmla="val 100000"/>
            </a:avLst>
          </a:prstGeom>
          <a:solidFill>
            <a:srgbClr val="0A67A9"/>
          </a:solidFill>
          <a:ln>
            <a:solidFill>
              <a:srgbClr val="0A67A9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124257E-BE13-06F2-2F0A-355A21445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-15498" y="-15498"/>
            <a:ext cx="1933040" cy="2677309"/>
          </a:xfrm>
          <a:prstGeom prst="triangle">
            <a:avLst>
              <a:gd name="adj" fmla="val 100000"/>
            </a:avLst>
          </a:prstGeom>
          <a:solidFill>
            <a:srgbClr val="0A67A9"/>
          </a:solidFill>
          <a:ln>
            <a:solidFill>
              <a:srgbClr val="0A67A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F75C0DA9-4A9F-AD85-3AED-600439EB054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589900" y="221841"/>
            <a:ext cx="4529519" cy="6213435"/>
            <a:chOff x="539933" y="702915"/>
            <a:chExt cx="3309412" cy="4539735"/>
          </a:xfrm>
        </p:grpSpPr>
        <p:sp>
          <p:nvSpPr>
            <p:cNvPr id="18" name="Estrella: 10 puntas 17">
              <a:extLst>
                <a:ext uri="{FF2B5EF4-FFF2-40B4-BE49-F238E27FC236}">
                  <a16:creationId xmlns:a16="http://schemas.microsoft.com/office/drawing/2014/main" id="{B8B9053E-69AB-E6B8-E1FD-F80CF38B8E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9933" y="702915"/>
              <a:ext cx="3309412" cy="1780278"/>
            </a:xfrm>
            <a:custGeom>
              <a:avLst/>
              <a:gdLst>
                <a:gd name="connsiteX0" fmla="*/ -2 w 2241550"/>
                <a:gd name="connsiteY0" fmla="*/ 928003 h 2686050"/>
                <a:gd name="connsiteX1" fmla="*/ 1021985 w 2241550"/>
                <a:gd name="connsiteY1" fmla="*/ 1261226 h 2686050"/>
                <a:gd name="connsiteX2" fmla="*/ 428094 w 2241550"/>
                <a:gd name="connsiteY2" fmla="*/ 256491 h 2686050"/>
                <a:gd name="connsiteX3" fmla="*/ 1083040 w 2241550"/>
                <a:gd name="connsiteY3" fmla="*/ 1210671 h 2686050"/>
                <a:gd name="connsiteX4" fmla="*/ 1120775 w 2241550"/>
                <a:gd name="connsiteY4" fmla="*/ 0 h 2686050"/>
                <a:gd name="connsiteX5" fmla="*/ 1158510 w 2241550"/>
                <a:gd name="connsiteY5" fmla="*/ 1210671 h 2686050"/>
                <a:gd name="connsiteX6" fmla="*/ 1813456 w 2241550"/>
                <a:gd name="connsiteY6" fmla="*/ 256491 h 2686050"/>
                <a:gd name="connsiteX7" fmla="*/ 1219565 w 2241550"/>
                <a:gd name="connsiteY7" fmla="*/ 1261226 h 2686050"/>
                <a:gd name="connsiteX8" fmla="*/ 2241552 w 2241550"/>
                <a:gd name="connsiteY8" fmla="*/ 928003 h 2686050"/>
                <a:gd name="connsiteX9" fmla="*/ 1242886 w 2241550"/>
                <a:gd name="connsiteY9" fmla="*/ 1343025 h 2686050"/>
                <a:gd name="connsiteX10" fmla="*/ 2241552 w 2241550"/>
                <a:gd name="connsiteY10" fmla="*/ 1758047 h 2686050"/>
                <a:gd name="connsiteX11" fmla="*/ 1219565 w 2241550"/>
                <a:gd name="connsiteY11" fmla="*/ 1424824 h 2686050"/>
                <a:gd name="connsiteX12" fmla="*/ 1813456 w 2241550"/>
                <a:gd name="connsiteY12" fmla="*/ 2429559 h 2686050"/>
                <a:gd name="connsiteX13" fmla="*/ 1158510 w 2241550"/>
                <a:gd name="connsiteY13" fmla="*/ 1475379 h 2686050"/>
                <a:gd name="connsiteX14" fmla="*/ 1120775 w 2241550"/>
                <a:gd name="connsiteY14" fmla="*/ 2686050 h 2686050"/>
                <a:gd name="connsiteX15" fmla="*/ 1083040 w 2241550"/>
                <a:gd name="connsiteY15" fmla="*/ 1475379 h 2686050"/>
                <a:gd name="connsiteX16" fmla="*/ 428094 w 2241550"/>
                <a:gd name="connsiteY16" fmla="*/ 2429559 h 2686050"/>
                <a:gd name="connsiteX17" fmla="*/ 1021985 w 2241550"/>
                <a:gd name="connsiteY17" fmla="*/ 1424824 h 2686050"/>
                <a:gd name="connsiteX18" fmla="*/ -2 w 2241550"/>
                <a:gd name="connsiteY18" fmla="*/ 1758047 h 2686050"/>
                <a:gd name="connsiteX19" fmla="*/ 998664 w 2241550"/>
                <a:gd name="connsiteY19" fmla="*/ 1343025 h 2686050"/>
                <a:gd name="connsiteX20" fmla="*/ -2 w 2241550"/>
                <a:gd name="connsiteY20" fmla="*/ 928003 h 2686050"/>
                <a:gd name="connsiteX0" fmla="*/ 0 w 2241554"/>
                <a:gd name="connsiteY0" fmla="*/ 1074053 h 2832100"/>
                <a:gd name="connsiteX1" fmla="*/ 1021987 w 2241554"/>
                <a:gd name="connsiteY1" fmla="*/ 1407276 h 2832100"/>
                <a:gd name="connsiteX2" fmla="*/ 428096 w 2241554"/>
                <a:gd name="connsiteY2" fmla="*/ 402541 h 2832100"/>
                <a:gd name="connsiteX3" fmla="*/ 1083042 w 2241554"/>
                <a:gd name="connsiteY3" fmla="*/ 1356721 h 2832100"/>
                <a:gd name="connsiteX4" fmla="*/ 1120777 w 2241554"/>
                <a:gd name="connsiteY4" fmla="*/ 0 h 2832100"/>
                <a:gd name="connsiteX5" fmla="*/ 1158512 w 2241554"/>
                <a:gd name="connsiteY5" fmla="*/ 1356721 h 2832100"/>
                <a:gd name="connsiteX6" fmla="*/ 1813458 w 2241554"/>
                <a:gd name="connsiteY6" fmla="*/ 402541 h 2832100"/>
                <a:gd name="connsiteX7" fmla="*/ 1219567 w 2241554"/>
                <a:gd name="connsiteY7" fmla="*/ 1407276 h 2832100"/>
                <a:gd name="connsiteX8" fmla="*/ 2241554 w 2241554"/>
                <a:gd name="connsiteY8" fmla="*/ 1074053 h 2832100"/>
                <a:gd name="connsiteX9" fmla="*/ 1242888 w 2241554"/>
                <a:gd name="connsiteY9" fmla="*/ 1489075 h 2832100"/>
                <a:gd name="connsiteX10" fmla="*/ 2241554 w 2241554"/>
                <a:gd name="connsiteY10" fmla="*/ 1904097 h 2832100"/>
                <a:gd name="connsiteX11" fmla="*/ 1219567 w 2241554"/>
                <a:gd name="connsiteY11" fmla="*/ 1570874 h 2832100"/>
                <a:gd name="connsiteX12" fmla="*/ 1813458 w 2241554"/>
                <a:gd name="connsiteY12" fmla="*/ 2575609 h 2832100"/>
                <a:gd name="connsiteX13" fmla="*/ 1158512 w 2241554"/>
                <a:gd name="connsiteY13" fmla="*/ 1621429 h 2832100"/>
                <a:gd name="connsiteX14" fmla="*/ 1120777 w 2241554"/>
                <a:gd name="connsiteY14" fmla="*/ 2832100 h 2832100"/>
                <a:gd name="connsiteX15" fmla="*/ 1083042 w 2241554"/>
                <a:gd name="connsiteY15" fmla="*/ 1621429 h 2832100"/>
                <a:gd name="connsiteX16" fmla="*/ 428096 w 2241554"/>
                <a:gd name="connsiteY16" fmla="*/ 2575609 h 2832100"/>
                <a:gd name="connsiteX17" fmla="*/ 1021987 w 2241554"/>
                <a:gd name="connsiteY17" fmla="*/ 1570874 h 2832100"/>
                <a:gd name="connsiteX18" fmla="*/ 0 w 2241554"/>
                <a:gd name="connsiteY18" fmla="*/ 1904097 h 2832100"/>
                <a:gd name="connsiteX19" fmla="*/ 998666 w 2241554"/>
                <a:gd name="connsiteY19" fmla="*/ 1489075 h 2832100"/>
                <a:gd name="connsiteX20" fmla="*/ 0 w 2241554"/>
                <a:gd name="connsiteY20" fmla="*/ 1074053 h 2832100"/>
                <a:gd name="connsiteX0" fmla="*/ 0 w 2241554"/>
                <a:gd name="connsiteY0" fmla="*/ 1074053 h 2832100"/>
                <a:gd name="connsiteX1" fmla="*/ 1021987 w 2241554"/>
                <a:gd name="connsiteY1" fmla="*/ 1407276 h 2832100"/>
                <a:gd name="connsiteX2" fmla="*/ 485246 w 2241554"/>
                <a:gd name="connsiteY2" fmla="*/ 186641 h 2832100"/>
                <a:gd name="connsiteX3" fmla="*/ 1083042 w 2241554"/>
                <a:gd name="connsiteY3" fmla="*/ 1356721 h 2832100"/>
                <a:gd name="connsiteX4" fmla="*/ 1120777 w 2241554"/>
                <a:gd name="connsiteY4" fmla="*/ 0 h 2832100"/>
                <a:gd name="connsiteX5" fmla="*/ 1158512 w 2241554"/>
                <a:gd name="connsiteY5" fmla="*/ 1356721 h 2832100"/>
                <a:gd name="connsiteX6" fmla="*/ 1813458 w 2241554"/>
                <a:gd name="connsiteY6" fmla="*/ 402541 h 2832100"/>
                <a:gd name="connsiteX7" fmla="*/ 1219567 w 2241554"/>
                <a:gd name="connsiteY7" fmla="*/ 1407276 h 2832100"/>
                <a:gd name="connsiteX8" fmla="*/ 2241554 w 2241554"/>
                <a:gd name="connsiteY8" fmla="*/ 1074053 h 2832100"/>
                <a:gd name="connsiteX9" fmla="*/ 1242888 w 2241554"/>
                <a:gd name="connsiteY9" fmla="*/ 1489075 h 2832100"/>
                <a:gd name="connsiteX10" fmla="*/ 2241554 w 2241554"/>
                <a:gd name="connsiteY10" fmla="*/ 1904097 h 2832100"/>
                <a:gd name="connsiteX11" fmla="*/ 1219567 w 2241554"/>
                <a:gd name="connsiteY11" fmla="*/ 1570874 h 2832100"/>
                <a:gd name="connsiteX12" fmla="*/ 1813458 w 2241554"/>
                <a:gd name="connsiteY12" fmla="*/ 2575609 h 2832100"/>
                <a:gd name="connsiteX13" fmla="*/ 1158512 w 2241554"/>
                <a:gd name="connsiteY13" fmla="*/ 1621429 h 2832100"/>
                <a:gd name="connsiteX14" fmla="*/ 1120777 w 2241554"/>
                <a:gd name="connsiteY14" fmla="*/ 2832100 h 2832100"/>
                <a:gd name="connsiteX15" fmla="*/ 1083042 w 2241554"/>
                <a:gd name="connsiteY15" fmla="*/ 1621429 h 2832100"/>
                <a:gd name="connsiteX16" fmla="*/ 428096 w 2241554"/>
                <a:gd name="connsiteY16" fmla="*/ 2575609 h 2832100"/>
                <a:gd name="connsiteX17" fmla="*/ 1021987 w 2241554"/>
                <a:gd name="connsiteY17" fmla="*/ 1570874 h 2832100"/>
                <a:gd name="connsiteX18" fmla="*/ 0 w 2241554"/>
                <a:gd name="connsiteY18" fmla="*/ 1904097 h 2832100"/>
                <a:gd name="connsiteX19" fmla="*/ 998666 w 2241554"/>
                <a:gd name="connsiteY19" fmla="*/ 1489075 h 2832100"/>
                <a:gd name="connsiteX20" fmla="*/ 0 w 2241554"/>
                <a:gd name="connsiteY20" fmla="*/ 1074053 h 2832100"/>
                <a:gd name="connsiteX0" fmla="*/ 0 w 2298704"/>
                <a:gd name="connsiteY0" fmla="*/ 534303 h 2832100"/>
                <a:gd name="connsiteX1" fmla="*/ 1079137 w 2298704"/>
                <a:gd name="connsiteY1" fmla="*/ 1407276 h 2832100"/>
                <a:gd name="connsiteX2" fmla="*/ 542396 w 2298704"/>
                <a:gd name="connsiteY2" fmla="*/ 186641 h 2832100"/>
                <a:gd name="connsiteX3" fmla="*/ 1140192 w 2298704"/>
                <a:gd name="connsiteY3" fmla="*/ 1356721 h 2832100"/>
                <a:gd name="connsiteX4" fmla="*/ 1177927 w 2298704"/>
                <a:gd name="connsiteY4" fmla="*/ 0 h 2832100"/>
                <a:gd name="connsiteX5" fmla="*/ 1215662 w 2298704"/>
                <a:gd name="connsiteY5" fmla="*/ 1356721 h 2832100"/>
                <a:gd name="connsiteX6" fmla="*/ 1870608 w 2298704"/>
                <a:gd name="connsiteY6" fmla="*/ 402541 h 2832100"/>
                <a:gd name="connsiteX7" fmla="*/ 1276717 w 2298704"/>
                <a:gd name="connsiteY7" fmla="*/ 1407276 h 2832100"/>
                <a:gd name="connsiteX8" fmla="*/ 2298704 w 2298704"/>
                <a:gd name="connsiteY8" fmla="*/ 1074053 h 2832100"/>
                <a:gd name="connsiteX9" fmla="*/ 1300038 w 2298704"/>
                <a:gd name="connsiteY9" fmla="*/ 1489075 h 2832100"/>
                <a:gd name="connsiteX10" fmla="*/ 2298704 w 2298704"/>
                <a:gd name="connsiteY10" fmla="*/ 1904097 h 2832100"/>
                <a:gd name="connsiteX11" fmla="*/ 1276717 w 2298704"/>
                <a:gd name="connsiteY11" fmla="*/ 1570874 h 2832100"/>
                <a:gd name="connsiteX12" fmla="*/ 1870608 w 2298704"/>
                <a:gd name="connsiteY12" fmla="*/ 2575609 h 2832100"/>
                <a:gd name="connsiteX13" fmla="*/ 1215662 w 2298704"/>
                <a:gd name="connsiteY13" fmla="*/ 1621429 h 2832100"/>
                <a:gd name="connsiteX14" fmla="*/ 1177927 w 2298704"/>
                <a:gd name="connsiteY14" fmla="*/ 2832100 h 2832100"/>
                <a:gd name="connsiteX15" fmla="*/ 1140192 w 2298704"/>
                <a:gd name="connsiteY15" fmla="*/ 1621429 h 2832100"/>
                <a:gd name="connsiteX16" fmla="*/ 485246 w 2298704"/>
                <a:gd name="connsiteY16" fmla="*/ 2575609 h 2832100"/>
                <a:gd name="connsiteX17" fmla="*/ 1079137 w 2298704"/>
                <a:gd name="connsiteY17" fmla="*/ 1570874 h 2832100"/>
                <a:gd name="connsiteX18" fmla="*/ 57150 w 2298704"/>
                <a:gd name="connsiteY18" fmla="*/ 1904097 h 2832100"/>
                <a:gd name="connsiteX19" fmla="*/ 1055816 w 2298704"/>
                <a:gd name="connsiteY19" fmla="*/ 1489075 h 2832100"/>
                <a:gd name="connsiteX20" fmla="*/ 0 w 2298704"/>
                <a:gd name="connsiteY20" fmla="*/ 534303 h 2832100"/>
                <a:gd name="connsiteX0" fmla="*/ 0 w 2298704"/>
                <a:gd name="connsiteY0" fmla="*/ 534303 h 2832100"/>
                <a:gd name="connsiteX1" fmla="*/ 1079137 w 2298704"/>
                <a:gd name="connsiteY1" fmla="*/ 1407276 h 2832100"/>
                <a:gd name="connsiteX2" fmla="*/ 542396 w 2298704"/>
                <a:gd name="connsiteY2" fmla="*/ 186641 h 2832100"/>
                <a:gd name="connsiteX3" fmla="*/ 1140192 w 2298704"/>
                <a:gd name="connsiteY3" fmla="*/ 1356721 h 2832100"/>
                <a:gd name="connsiteX4" fmla="*/ 1177927 w 2298704"/>
                <a:gd name="connsiteY4" fmla="*/ 0 h 2832100"/>
                <a:gd name="connsiteX5" fmla="*/ 1215662 w 2298704"/>
                <a:gd name="connsiteY5" fmla="*/ 1356721 h 2832100"/>
                <a:gd name="connsiteX6" fmla="*/ 1832508 w 2298704"/>
                <a:gd name="connsiteY6" fmla="*/ 110441 h 2832100"/>
                <a:gd name="connsiteX7" fmla="*/ 1276717 w 2298704"/>
                <a:gd name="connsiteY7" fmla="*/ 1407276 h 2832100"/>
                <a:gd name="connsiteX8" fmla="*/ 2298704 w 2298704"/>
                <a:gd name="connsiteY8" fmla="*/ 1074053 h 2832100"/>
                <a:gd name="connsiteX9" fmla="*/ 1300038 w 2298704"/>
                <a:gd name="connsiteY9" fmla="*/ 1489075 h 2832100"/>
                <a:gd name="connsiteX10" fmla="*/ 2298704 w 2298704"/>
                <a:gd name="connsiteY10" fmla="*/ 1904097 h 2832100"/>
                <a:gd name="connsiteX11" fmla="*/ 1276717 w 2298704"/>
                <a:gd name="connsiteY11" fmla="*/ 1570874 h 2832100"/>
                <a:gd name="connsiteX12" fmla="*/ 1870608 w 2298704"/>
                <a:gd name="connsiteY12" fmla="*/ 2575609 h 2832100"/>
                <a:gd name="connsiteX13" fmla="*/ 1215662 w 2298704"/>
                <a:gd name="connsiteY13" fmla="*/ 1621429 h 2832100"/>
                <a:gd name="connsiteX14" fmla="*/ 1177927 w 2298704"/>
                <a:gd name="connsiteY14" fmla="*/ 2832100 h 2832100"/>
                <a:gd name="connsiteX15" fmla="*/ 1140192 w 2298704"/>
                <a:gd name="connsiteY15" fmla="*/ 1621429 h 2832100"/>
                <a:gd name="connsiteX16" fmla="*/ 485246 w 2298704"/>
                <a:gd name="connsiteY16" fmla="*/ 2575609 h 2832100"/>
                <a:gd name="connsiteX17" fmla="*/ 1079137 w 2298704"/>
                <a:gd name="connsiteY17" fmla="*/ 1570874 h 2832100"/>
                <a:gd name="connsiteX18" fmla="*/ 57150 w 2298704"/>
                <a:gd name="connsiteY18" fmla="*/ 1904097 h 2832100"/>
                <a:gd name="connsiteX19" fmla="*/ 1055816 w 2298704"/>
                <a:gd name="connsiteY19" fmla="*/ 1489075 h 2832100"/>
                <a:gd name="connsiteX20" fmla="*/ 0 w 2298704"/>
                <a:gd name="connsiteY20" fmla="*/ 534303 h 2832100"/>
                <a:gd name="connsiteX0" fmla="*/ 0 w 2387604"/>
                <a:gd name="connsiteY0" fmla="*/ 534303 h 2832100"/>
                <a:gd name="connsiteX1" fmla="*/ 1079137 w 2387604"/>
                <a:gd name="connsiteY1" fmla="*/ 1407276 h 2832100"/>
                <a:gd name="connsiteX2" fmla="*/ 542396 w 2387604"/>
                <a:gd name="connsiteY2" fmla="*/ 186641 h 2832100"/>
                <a:gd name="connsiteX3" fmla="*/ 1140192 w 2387604"/>
                <a:gd name="connsiteY3" fmla="*/ 1356721 h 2832100"/>
                <a:gd name="connsiteX4" fmla="*/ 1177927 w 2387604"/>
                <a:gd name="connsiteY4" fmla="*/ 0 h 2832100"/>
                <a:gd name="connsiteX5" fmla="*/ 1215662 w 2387604"/>
                <a:gd name="connsiteY5" fmla="*/ 1356721 h 2832100"/>
                <a:gd name="connsiteX6" fmla="*/ 1832508 w 2387604"/>
                <a:gd name="connsiteY6" fmla="*/ 110441 h 2832100"/>
                <a:gd name="connsiteX7" fmla="*/ 1276717 w 2387604"/>
                <a:gd name="connsiteY7" fmla="*/ 1407276 h 2832100"/>
                <a:gd name="connsiteX8" fmla="*/ 2387604 w 2387604"/>
                <a:gd name="connsiteY8" fmla="*/ 496203 h 2832100"/>
                <a:gd name="connsiteX9" fmla="*/ 1300038 w 2387604"/>
                <a:gd name="connsiteY9" fmla="*/ 1489075 h 2832100"/>
                <a:gd name="connsiteX10" fmla="*/ 2298704 w 2387604"/>
                <a:gd name="connsiteY10" fmla="*/ 1904097 h 2832100"/>
                <a:gd name="connsiteX11" fmla="*/ 1276717 w 2387604"/>
                <a:gd name="connsiteY11" fmla="*/ 1570874 h 2832100"/>
                <a:gd name="connsiteX12" fmla="*/ 1870608 w 2387604"/>
                <a:gd name="connsiteY12" fmla="*/ 2575609 h 2832100"/>
                <a:gd name="connsiteX13" fmla="*/ 1215662 w 2387604"/>
                <a:gd name="connsiteY13" fmla="*/ 1621429 h 2832100"/>
                <a:gd name="connsiteX14" fmla="*/ 1177927 w 2387604"/>
                <a:gd name="connsiteY14" fmla="*/ 2832100 h 2832100"/>
                <a:gd name="connsiteX15" fmla="*/ 1140192 w 2387604"/>
                <a:gd name="connsiteY15" fmla="*/ 1621429 h 2832100"/>
                <a:gd name="connsiteX16" fmla="*/ 485246 w 2387604"/>
                <a:gd name="connsiteY16" fmla="*/ 2575609 h 2832100"/>
                <a:gd name="connsiteX17" fmla="*/ 1079137 w 2387604"/>
                <a:gd name="connsiteY17" fmla="*/ 1570874 h 2832100"/>
                <a:gd name="connsiteX18" fmla="*/ 57150 w 2387604"/>
                <a:gd name="connsiteY18" fmla="*/ 1904097 h 2832100"/>
                <a:gd name="connsiteX19" fmla="*/ 1055816 w 2387604"/>
                <a:gd name="connsiteY19" fmla="*/ 1489075 h 2832100"/>
                <a:gd name="connsiteX20" fmla="*/ 0 w 2387604"/>
                <a:gd name="connsiteY20" fmla="*/ 534303 h 2832100"/>
                <a:gd name="connsiteX0" fmla="*/ 0 w 2762254"/>
                <a:gd name="connsiteY0" fmla="*/ 534303 h 2832100"/>
                <a:gd name="connsiteX1" fmla="*/ 1079137 w 2762254"/>
                <a:gd name="connsiteY1" fmla="*/ 1407276 h 2832100"/>
                <a:gd name="connsiteX2" fmla="*/ 542396 w 2762254"/>
                <a:gd name="connsiteY2" fmla="*/ 186641 h 2832100"/>
                <a:gd name="connsiteX3" fmla="*/ 1140192 w 2762254"/>
                <a:gd name="connsiteY3" fmla="*/ 1356721 h 2832100"/>
                <a:gd name="connsiteX4" fmla="*/ 1177927 w 2762254"/>
                <a:gd name="connsiteY4" fmla="*/ 0 h 2832100"/>
                <a:gd name="connsiteX5" fmla="*/ 1215662 w 2762254"/>
                <a:gd name="connsiteY5" fmla="*/ 1356721 h 2832100"/>
                <a:gd name="connsiteX6" fmla="*/ 1832508 w 2762254"/>
                <a:gd name="connsiteY6" fmla="*/ 110441 h 2832100"/>
                <a:gd name="connsiteX7" fmla="*/ 1276717 w 2762254"/>
                <a:gd name="connsiteY7" fmla="*/ 1407276 h 2832100"/>
                <a:gd name="connsiteX8" fmla="*/ 2387604 w 2762254"/>
                <a:gd name="connsiteY8" fmla="*/ 496203 h 2832100"/>
                <a:gd name="connsiteX9" fmla="*/ 1300038 w 2762254"/>
                <a:gd name="connsiteY9" fmla="*/ 1489075 h 2832100"/>
                <a:gd name="connsiteX10" fmla="*/ 2762254 w 2762254"/>
                <a:gd name="connsiteY10" fmla="*/ 1053197 h 2832100"/>
                <a:gd name="connsiteX11" fmla="*/ 1276717 w 2762254"/>
                <a:gd name="connsiteY11" fmla="*/ 1570874 h 2832100"/>
                <a:gd name="connsiteX12" fmla="*/ 1870608 w 2762254"/>
                <a:gd name="connsiteY12" fmla="*/ 2575609 h 2832100"/>
                <a:gd name="connsiteX13" fmla="*/ 1215662 w 2762254"/>
                <a:gd name="connsiteY13" fmla="*/ 1621429 h 2832100"/>
                <a:gd name="connsiteX14" fmla="*/ 1177927 w 2762254"/>
                <a:gd name="connsiteY14" fmla="*/ 2832100 h 2832100"/>
                <a:gd name="connsiteX15" fmla="*/ 1140192 w 2762254"/>
                <a:gd name="connsiteY15" fmla="*/ 1621429 h 2832100"/>
                <a:gd name="connsiteX16" fmla="*/ 485246 w 2762254"/>
                <a:gd name="connsiteY16" fmla="*/ 2575609 h 2832100"/>
                <a:gd name="connsiteX17" fmla="*/ 1079137 w 2762254"/>
                <a:gd name="connsiteY17" fmla="*/ 1570874 h 2832100"/>
                <a:gd name="connsiteX18" fmla="*/ 57150 w 2762254"/>
                <a:gd name="connsiteY18" fmla="*/ 1904097 h 2832100"/>
                <a:gd name="connsiteX19" fmla="*/ 1055816 w 2762254"/>
                <a:gd name="connsiteY19" fmla="*/ 1489075 h 2832100"/>
                <a:gd name="connsiteX20" fmla="*/ 0 w 2762254"/>
                <a:gd name="connsiteY20" fmla="*/ 534303 h 2832100"/>
                <a:gd name="connsiteX0" fmla="*/ 0 w 2829458"/>
                <a:gd name="connsiteY0" fmla="*/ 534303 h 2832100"/>
                <a:gd name="connsiteX1" fmla="*/ 1079137 w 2829458"/>
                <a:gd name="connsiteY1" fmla="*/ 1407276 h 2832100"/>
                <a:gd name="connsiteX2" fmla="*/ 542396 w 2829458"/>
                <a:gd name="connsiteY2" fmla="*/ 186641 h 2832100"/>
                <a:gd name="connsiteX3" fmla="*/ 1140192 w 2829458"/>
                <a:gd name="connsiteY3" fmla="*/ 1356721 h 2832100"/>
                <a:gd name="connsiteX4" fmla="*/ 1177927 w 2829458"/>
                <a:gd name="connsiteY4" fmla="*/ 0 h 2832100"/>
                <a:gd name="connsiteX5" fmla="*/ 1215662 w 2829458"/>
                <a:gd name="connsiteY5" fmla="*/ 1356721 h 2832100"/>
                <a:gd name="connsiteX6" fmla="*/ 1832508 w 2829458"/>
                <a:gd name="connsiteY6" fmla="*/ 110441 h 2832100"/>
                <a:gd name="connsiteX7" fmla="*/ 1276717 w 2829458"/>
                <a:gd name="connsiteY7" fmla="*/ 1407276 h 2832100"/>
                <a:gd name="connsiteX8" fmla="*/ 2387604 w 2829458"/>
                <a:gd name="connsiteY8" fmla="*/ 496203 h 2832100"/>
                <a:gd name="connsiteX9" fmla="*/ 1300038 w 2829458"/>
                <a:gd name="connsiteY9" fmla="*/ 1489075 h 2832100"/>
                <a:gd name="connsiteX10" fmla="*/ 2762254 w 2829458"/>
                <a:gd name="connsiteY10" fmla="*/ 1053197 h 2832100"/>
                <a:gd name="connsiteX11" fmla="*/ 1276717 w 2829458"/>
                <a:gd name="connsiteY11" fmla="*/ 1570874 h 2832100"/>
                <a:gd name="connsiteX12" fmla="*/ 2829458 w 2829458"/>
                <a:gd name="connsiteY12" fmla="*/ 1699309 h 2832100"/>
                <a:gd name="connsiteX13" fmla="*/ 1215662 w 2829458"/>
                <a:gd name="connsiteY13" fmla="*/ 1621429 h 2832100"/>
                <a:gd name="connsiteX14" fmla="*/ 1177927 w 2829458"/>
                <a:gd name="connsiteY14" fmla="*/ 2832100 h 2832100"/>
                <a:gd name="connsiteX15" fmla="*/ 1140192 w 2829458"/>
                <a:gd name="connsiteY15" fmla="*/ 1621429 h 2832100"/>
                <a:gd name="connsiteX16" fmla="*/ 485246 w 2829458"/>
                <a:gd name="connsiteY16" fmla="*/ 2575609 h 2832100"/>
                <a:gd name="connsiteX17" fmla="*/ 1079137 w 2829458"/>
                <a:gd name="connsiteY17" fmla="*/ 1570874 h 2832100"/>
                <a:gd name="connsiteX18" fmla="*/ 57150 w 2829458"/>
                <a:gd name="connsiteY18" fmla="*/ 1904097 h 2832100"/>
                <a:gd name="connsiteX19" fmla="*/ 1055816 w 2829458"/>
                <a:gd name="connsiteY19" fmla="*/ 1489075 h 2832100"/>
                <a:gd name="connsiteX20" fmla="*/ 0 w 2829458"/>
                <a:gd name="connsiteY20" fmla="*/ 534303 h 2832100"/>
                <a:gd name="connsiteX0" fmla="*/ 342900 w 3172358"/>
                <a:gd name="connsiteY0" fmla="*/ 534303 h 2832100"/>
                <a:gd name="connsiteX1" fmla="*/ 1422037 w 3172358"/>
                <a:gd name="connsiteY1" fmla="*/ 1407276 h 2832100"/>
                <a:gd name="connsiteX2" fmla="*/ 885296 w 3172358"/>
                <a:gd name="connsiteY2" fmla="*/ 186641 h 2832100"/>
                <a:gd name="connsiteX3" fmla="*/ 1483092 w 3172358"/>
                <a:gd name="connsiteY3" fmla="*/ 1356721 h 2832100"/>
                <a:gd name="connsiteX4" fmla="*/ 1520827 w 3172358"/>
                <a:gd name="connsiteY4" fmla="*/ 0 h 2832100"/>
                <a:gd name="connsiteX5" fmla="*/ 1558562 w 3172358"/>
                <a:gd name="connsiteY5" fmla="*/ 1356721 h 2832100"/>
                <a:gd name="connsiteX6" fmla="*/ 2175408 w 3172358"/>
                <a:gd name="connsiteY6" fmla="*/ 110441 h 2832100"/>
                <a:gd name="connsiteX7" fmla="*/ 1619617 w 3172358"/>
                <a:gd name="connsiteY7" fmla="*/ 1407276 h 2832100"/>
                <a:gd name="connsiteX8" fmla="*/ 2730504 w 3172358"/>
                <a:gd name="connsiteY8" fmla="*/ 496203 h 2832100"/>
                <a:gd name="connsiteX9" fmla="*/ 1642938 w 3172358"/>
                <a:gd name="connsiteY9" fmla="*/ 1489075 h 2832100"/>
                <a:gd name="connsiteX10" fmla="*/ 3105154 w 3172358"/>
                <a:gd name="connsiteY10" fmla="*/ 1053197 h 2832100"/>
                <a:gd name="connsiteX11" fmla="*/ 1619617 w 3172358"/>
                <a:gd name="connsiteY11" fmla="*/ 1570874 h 2832100"/>
                <a:gd name="connsiteX12" fmla="*/ 3172358 w 3172358"/>
                <a:gd name="connsiteY12" fmla="*/ 1699309 h 2832100"/>
                <a:gd name="connsiteX13" fmla="*/ 1558562 w 3172358"/>
                <a:gd name="connsiteY13" fmla="*/ 1621429 h 2832100"/>
                <a:gd name="connsiteX14" fmla="*/ 1520827 w 3172358"/>
                <a:gd name="connsiteY14" fmla="*/ 2832100 h 2832100"/>
                <a:gd name="connsiteX15" fmla="*/ 1483092 w 3172358"/>
                <a:gd name="connsiteY15" fmla="*/ 1621429 h 2832100"/>
                <a:gd name="connsiteX16" fmla="*/ 828146 w 3172358"/>
                <a:gd name="connsiteY16" fmla="*/ 2575609 h 2832100"/>
                <a:gd name="connsiteX17" fmla="*/ 1422037 w 3172358"/>
                <a:gd name="connsiteY17" fmla="*/ 1570874 h 2832100"/>
                <a:gd name="connsiteX18" fmla="*/ 0 w 3172358"/>
                <a:gd name="connsiteY18" fmla="*/ 1078597 h 2832100"/>
                <a:gd name="connsiteX19" fmla="*/ 1398716 w 3172358"/>
                <a:gd name="connsiteY19" fmla="*/ 1489075 h 2832100"/>
                <a:gd name="connsiteX20" fmla="*/ 342900 w 3172358"/>
                <a:gd name="connsiteY20" fmla="*/ 534303 h 2832100"/>
                <a:gd name="connsiteX0" fmla="*/ 479954 w 3309412"/>
                <a:gd name="connsiteY0" fmla="*/ 534303 h 2832100"/>
                <a:gd name="connsiteX1" fmla="*/ 1559091 w 3309412"/>
                <a:gd name="connsiteY1" fmla="*/ 1407276 h 2832100"/>
                <a:gd name="connsiteX2" fmla="*/ 1022350 w 3309412"/>
                <a:gd name="connsiteY2" fmla="*/ 186641 h 2832100"/>
                <a:gd name="connsiteX3" fmla="*/ 1620146 w 3309412"/>
                <a:gd name="connsiteY3" fmla="*/ 1356721 h 2832100"/>
                <a:gd name="connsiteX4" fmla="*/ 1657881 w 3309412"/>
                <a:gd name="connsiteY4" fmla="*/ 0 h 2832100"/>
                <a:gd name="connsiteX5" fmla="*/ 1695616 w 3309412"/>
                <a:gd name="connsiteY5" fmla="*/ 1356721 h 2832100"/>
                <a:gd name="connsiteX6" fmla="*/ 2312462 w 3309412"/>
                <a:gd name="connsiteY6" fmla="*/ 110441 h 2832100"/>
                <a:gd name="connsiteX7" fmla="*/ 1756671 w 3309412"/>
                <a:gd name="connsiteY7" fmla="*/ 1407276 h 2832100"/>
                <a:gd name="connsiteX8" fmla="*/ 2867558 w 3309412"/>
                <a:gd name="connsiteY8" fmla="*/ 496203 h 2832100"/>
                <a:gd name="connsiteX9" fmla="*/ 1779992 w 3309412"/>
                <a:gd name="connsiteY9" fmla="*/ 1489075 h 2832100"/>
                <a:gd name="connsiteX10" fmla="*/ 3242208 w 3309412"/>
                <a:gd name="connsiteY10" fmla="*/ 1053197 h 2832100"/>
                <a:gd name="connsiteX11" fmla="*/ 1756671 w 3309412"/>
                <a:gd name="connsiteY11" fmla="*/ 1570874 h 2832100"/>
                <a:gd name="connsiteX12" fmla="*/ 3309412 w 3309412"/>
                <a:gd name="connsiteY12" fmla="*/ 1699309 h 2832100"/>
                <a:gd name="connsiteX13" fmla="*/ 1695616 w 3309412"/>
                <a:gd name="connsiteY13" fmla="*/ 1621429 h 2832100"/>
                <a:gd name="connsiteX14" fmla="*/ 1657881 w 3309412"/>
                <a:gd name="connsiteY14" fmla="*/ 2832100 h 2832100"/>
                <a:gd name="connsiteX15" fmla="*/ 1620146 w 3309412"/>
                <a:gd name="connsiteY15" fmla="*/ 1621429 h 2832100"/>
                <a:gd name="connsiteX16" fmla="*/ 0 w 3309412"/>
                <a:gd name="connsiteY16" fmla="*/ 1718359 h 2832100"/>
                <a:gd name="connsiteX17" fmla="*/ 1559091 w 3309412"/>
                <a:gd name="connsiteY17" fmla="*/ 1570874 h 2832100"/>
                <a:gd name="connsiteX18" fmla="*/ 137054 w 3309412"/>
                <a:gd name="connsiteY18" fmla="*/ 1078597 h 2832100"/>
                <a:gd name="connsiteX19" fmla="*/ 1535770 w 3309412"/>
                <a:gd name="connsiteY19" fmla="*/ 1489075 h 2832100"/>
                <a:gd name="connsiteX20" fmla="*/ 479954 w 3309412"/>
                <a:gd name="connsiteY20" fmla="*/ 534303 h 2832100"/>
                <a:gd name="connsiteX0" fmla="*/ 479954 w 3309412"/>
                <a:gd name="connsiteY0" fmla="*/ 534303 h 2832100"/>
                <a:gd name="connsiteX1" fmla="*/ 1559091 w 3309412"/>
                <a:gd name="connsiteY1" fmla="*/ 1407276 h 2832100"/>
                <a:gd name="connsiteX2" fmla="*/ 1022350 w 3309412"/>
                <a:gd name="connsiteY2" fmla="*/ 186641 h 2832100"/>
                <a:gd name="connsiteX3" fmla="*/ 1620146 w 3309412"/>
                <a:gd name="connsiteY3" fmla="*/ 1356721 h 2832100"/>
                <a:gd name="connsiteX4" fmla="*/ 1657881 w 3309412"/>
                <a:gd name="connsiteY4" fmla="*/ 0 h 2832100"/>
                <a:gd name="connsiteX5" fmla="*/ 1695616 w 3309412"/>
                <a:gd name="connsiteY5" fmla="*/ 1356721 h 2832100"/>
                <a:gd name="connsiteX6" fmla="*/ 2312462 w 3309412"/>
                <a:gd name="connsiteY6" fmla="*/ 110441 h 2832100"/>
                <a:gd name="connsiteX7" fmla="*/ 1756671 w 3309412"/>
                <a:gd name="connsiteY7" fmla="*/ 1407276 h 2832100"/>
                <a:gd name="connsiteX8" fmla="*/ 2867558 w 3309412"/>
                <a:gd name="connsiteY8" fmla="*/ 496203 h 2832100"/>
                <a:gd name="connsiteX9" fmla="*/ 1779992 w 3309412"/>
                <a:gd name="connsiteY9" fmla="*/ 1489075 h 2832100"/>
                <a:gd name="connsiteX10" fmla="*/ 3242208 w 3309412"/>
                <a:gd name="connsiteY10" fmla="*/ 1053197 h 2832100"/>
                <a:gd name="connsiteX11" fmla="*/ 1756671 w 3309412"/>
                <a:gd name="connsiteY11" fmla="*/ 1570874 h 2832100"/>
                <a:gd name="connsiteX12" fmla="*/ 3309412 w 3309412"/>
                <a:gd name="connsiteY12" fmla="*/ 1699309 h 2832100"/>
                <a:gd name="connsiteX13" fmla="*/ 1695616 w 3309412"/>
                <a:gd name="connsiteY13" fmla="*/ 1621429 h 2832100"/>
                <a:gd name="connsiteX14" fmla="*/ 1657881 w 3309412"/>
                <a:gd name="connsiteY14" fmla="*/ 2832100 h 2832100"/>
                <a:gd name="connsiteX15" fmla="*/ 1537596 w 3309412"/>
                <a:gd name="connsiteY15" fmla="*/ 1748429 h 2832100"/>
                <a:gd name="connsiteX16" fmla="*/ 0 w 3309412"/>
                <a:gd name="connsiteY16" fmla="*/ 1718359 h 2832100"/>
                <a:gd name="connsiteX17" fmla="*/ 1559091 w 3309412"/>
                <a:gd name="connsiteY17" fmla="*/ 1570874 h 2832100"/>
                <a:gd name="connsiteX18" fmla="*/ 137054 w 3309412"/>
                <a:gd name="connsiteY18" fmla="*/ 1078597 h 2832100"/>
                <a:gd name="connsiteX19" fmla="*/ 1535770 w 3309412"/>
                <a:gd name="connsiteY19" fmla="*/ 1489075 h 2832100"/>
                <a:gd name="connsiteX20" fmla="*/ 479954 w 3309412"/>
                <a:gd name="connsiteY20" fmla="*/ 534303 h 28321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695616 w 3309412"/>
                <a:gd name="connsiteY13" fmla="*/ 1621429 h 1778000"/>
                <a:gd name="connsiteX14" fmla="*/ 1657881 w 3309412"/>
                <a:gd name="connsiteY14" fmla="*/ 1778000 h 1778000"/>
                <a:gd name="connsiteX15" fmla="*/ 1537596 w 3309412"/>
                <a:gd name="connsiteY15" fmla="*/ 17484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537596 w 3309412"/>
                <a:gd name="connsiteY15" fmla="*/ 17484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343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01096 w 3309412"/>
                <a:gd name="connsiteY3" fmla="*/ 14456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07446 w 3309412"/>
                <a:gd name="connsiteY3" fmla="*/ 15281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6496 w 3309412"/>
                <a:gd name="connsiteY3" fmla="*/ 15218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91320 w 3309412"/>
                <a:gd name="connsiteY19" fmla="*/ 16033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510370 w 3309412"/>
                <a:gd name="connsiteY19" fmla="*/ 15970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65920 w 3309412"/>
                <a:gd name="connsiteY19" fmla="*/ 15906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9391 w 3309412"/>
                <a:gd name="connsiteY17" fmla="*/ 1701049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7247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82916 w 3309412"/>
                <a:gd name="connsiteY5" fmla="*/ 149007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896371 w 3309412"/>
                <a:gd name="connsiteY11" fmla="*/ 164072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91596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95867 w 3309412"/>
                <a:gd name="connsiteY9" fmla="*/ 1644650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89517 w 3309412"/>
                <a:gd name="connsiteY9" fmla="*/ 1600200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804296 w 3309412"/>
                <a:gd name="connsiteY7" fmla="*/ 149617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30792 w 3309412"/>
                <a:gd name="connsiteY9" fmla="*/ 158432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78896 w 3309412"/>
                <a:gd name="connsiteY7" fmla="*/ 1518401 h 1778000"/>
                <a:gd name="connsiteX8" fmla="*/ 2867558 w 3309412"/>
                <a:gd name="connsiteY8" fmla="*/ 496203 h 1778000"/>
                <a:gd name="connsiteX9" fmla="*/ 1830792 w 3309412"/>
                <a:gd name="connsiteY9" fmla="*/ 158432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0336 w 3309412"/>
                <a:gd name="connsiteY4" fmla="*/ 1216476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7148 h 1780845"/>
                <a:gd name="connsiteX1" fmla="*/ 1530516 w 3309412"/>
                <a:gd name="connsiteY1" fmla="*/ 1524421 h 1780845"/>
                <a:gd name="connsiteX2" fmla="*/ 1022350 w 3309412"/>
                <a:gd name="connsiteY2" fmla="*/ 189486 h 1780845"/>
                <a:gd name="connsiteX3" fmla="*/ 1607446 w 3309412"/>
                <a:gd name="connsiteY3" fmla="*/ 1489741 h 1780845"/>
                <a:gd name="connsiteX4" fmla="*/ 1610336 w 3309412"/>
                <a:gd name="connsiteY4" fmla="*/ 1219321 h 1780845"/>
                <a:gd name="connsiteX5" fmla="*/ 1586523 w 3309412"/>
                <a:gd name="connsiteY5" fmla="*/ 1121690 h 1780845"/>
                <a:gd name="connsiteX6" fmla="*/ 1657881 w 3309412"/>
                <a:gd name="connsiteY6" fmla="*/ 2845 h 1780845"/>
                <a:gd name="connsiteX7" fmla="*/ 1698791 w 3309412"/>
                <a:gd name="connsiteY7" fmla="*/ 1483391 h 1780845"/>
                <a:gd name="connsiteX8" fmla="*/ 2312462 w 3309412"/>
                <a:gd name="connsiteY8" fmla="*/ 113286 h 1780845"/>
                <a:gd name="connsiteX9" fmla="*/ 1778896 w 3309412"/>
                <a:gd name="connsiteY9" fmla="*/ 1521246 h 1780845"/>
                <a:gd name="connsiteX10" fmla="*/ 2867558 w 3309412"/>
                <a:gd name="connsiteY10" fmla="*/ 499048 h 1780845"/>
                <a:gd name="connsiteX11" fmla="*/ 1830792 w 3309412"/>
                <a:gd name="connsiteY11" fmla="*/ 1587170 h 1780845"/>
                <a:gd name="connsiteX12" fmla="*/ 3242208 w 3309412"/>
                <a:gd name="connsiteY12" fmla="*/ 1056042 h 1780845"/>
                <a:gd name="connsiteX13" fmla="*/ 1858271 w 3309412"/>
                <a:gd name="connsiteY13" fmla="*/ 1665794 h 1780845"/>
                <a:gd name="connsiteX14" fmla="*/ 3309412 w 3309412"/>
                <a:gd name="connsiteY14" fmla="*/ 1702154 h 1780845"/>
                <a:gd name="connsiteX15" fmla="*/ 1943266 w 3309412"/>
                <a:gd name="connsiteY15" fmla="*/ 1744924 h 1780845"/>
                <a:gd name="connsiteX16" fmla="*/ 1657881 w 3309412"/>
                <a:gd name="connsiteY16" fmla="*/ 1780845 h 1780845"/>
                <a:gd name="connsiteX17" fmla="*/ 1499496 w 3309412"/>
                <a:gd name="connsiteY17" fmla="*/ 1763974 h 1780845"/>
                <a:gd name="connsiteX18" fmla="*/ 0 w 3309412"/>
                <a:gd name="connsiteY18" fmla="*/ 1721204 h 1780845"/>
                <a:gd name="connsiteX19" fmla="*/ 1444791 w 3309412"/>
                <a:gd name="connsiteY19" fmla="*/ 1662619 h 1780845"/>
                <a:gd name="connsiteX20" fmla="*/ 137054 w 3309412"/>
                <a:gd name="connsiteY20" fmla="*/ 1081442 h 1780845"/>
                <a:gd name="connsiteX21" fmla="*/ 1478620 w 3309412"/>
                <a:gd name="connsiteY21" fmla="*/ 1583995 h 1780845"/>
                <a:gd name="connsiteX22" fmla="*/ 479954 w 3309412"/>
                <a:gd name="connsiteY22" fmla="*/ 537148 h 1780845"/>
                <a:gd name="connsiteX0" fmla="*/ 479954 w 3309412"/>
                <a:gd name="connsiteY0" fmla="*/ 537148 h 1780845"/>
                <a:gd name="connsiteX1" fmla="*/ 1530516 w 3309412"/>
                <a:gd name="connsiteY1" fmla="*/ 1524421 h 1780845"/>
                <a:gd name="connsiteX2" fmla="*/ 1022350 w 3309412"/>
                <a:gd name="connsiteY2" fmla="*/ 189486 h 1780845"/>
                <a:gd name="connsiteX3" fmla="*/ 1607446 w 3309412"/>
                <a:gd name="connsiteY3" fmla="*/ 1489741 h 1780845"/>
                <a:gd name="connsiteX4" fmla="*/ 1610336 w 3309412"/>
                <a:gd name="connsiteY4" fmla="*/ 1219321 h 1780845"/>
                <a:gd name="connsiteX5" fmla="*/ 1586523 w 3309412"/>
                <a:gd name="connsiteY5" fmla="*/ 1121690 h 1780845"/>
                <a:gd name="connsiteX6" fmla="*/ 1657881 w 3309412"/>
                <a:gd name="connsiteY6" fmla="*/ 2845 h 1780845"/>
                <a:gd name="connsiteX7" fmla="*/ 1698791 w 3309412"/>
                <a:gd name="connsiteY7" fmla="*/ 1483391 h 1780845"/>
                <a:gd name="connsiteX8" fmla="*/ 2312462 w 3309412"/>
                <a:gd name="connsiteY8" fmla="*/ 113286 h 1780845"/>
                <a:gd name="connsiteX9" fmla="*/ 1778896 w 3309412"/>
                <a:gd name="connsiteY9" fmla="*/ 1521246 h 1780845"/>
                <a:gd name="connsiteX10" fmla="*/ 2867558 w 3309412"/>
                <a:gd name="connsiteY10" fmla="*/ 499048 h 1780845"/>
                <a:gd name="connsiteX11" fmla="*/ 1830792 w 3309412"/>
                <a:gd name="connsiteY11" fmla="*/ 1587170 h 1780845"/>
                <a:gd name="connsiteX12" fmla="*/ 3242208 w 3309412"/>
                <a:gd name="connsiteY12" fmla="*/ 1056042 h 1780845"/>
                <a:gd name="connsiteX13" fmla="*/ 1858271 w 3309412"/>
                <a:gd name="connsiteY13" fmla="*/ 1665794 h 1780845"/>
                <a:gd name="connsiteX14" fmla="*/ 3309412 w 3309412"/>
                <a:gd name="connsiteY14" fmla="*/ 1702154 h 1780845"/>
                <a:gd name="connsiteX15" fmla="*/ 1943266 w 3309412"/>
                <a:gd name="connsiteY15" fmla="*/ 1744924 h 1780845"/>
                <a:gd name="connsiteX16" fmla="*/ 1657881 w 3309412"/>
                <a:gd name="connsiteY16" fmla="*/ 1780845 h 1780845"/>
                <a:gd name="connsiteX17" fmla="*/ 1499496 w 3309412"/>
                <a:gd name="connsiteY17" fmla="*/ 1763974 h 1780845"/>
                <a:gd name="connsiteX18" fmla="*/ 0 w 3309412"/>
                <a:gd name="connsiteY18" fmla="*/ 1721204 h 1780845"/>
                <a:gd name="connsiteX19" fmla="*/ 1444791 w 3309412"/>
                <a:gd name="connsiteY19" fmla="*/ 1662619 h 1780845"/>
                <a:gd name="connsiteX20" fmla="*/ 137054 w 3309412"/>
                <a:gd name="connsiteY20" fmla="*/ 1081442 h 1780845"/>
                <a:gd name="connsiteX21" fmla="*/ 1478620 w 3309412"/>
                <a:gd name="connsiteY21" fmla="*/ 1583995 h 1780845"/>
                <a:gd name="connsiteX22" fmla="*/ 479954 w 3309412"/>
                <a:gd name="connsiteY22" fmla="*/ 537148 h 1780845"/>
                <a:gd name="connsiteX0" fmla="*/ 479954 w 3309412"/>
                <a:gd name="connsiteY0" fmla="*/ 536678 h 1780375"/>
                <a:gd name="connsiteX1" fmla="*/ 1530516 w 3309412"/>
                <a:gd name="connsiteY1" fmla="*/ 1523951 h 1780375"/>
                <a:gd name="connsiteX2" fmla="*/ 1022350 w 3309412"/>
                <a:gd name="connsiteY2" fmla="*/ 189016 h 1780375"/>
                <a:gd name="connsiteX3" fmla="*/ 1607446 w 3309412"/>
                <a:gd name="connsiteY3" fmla="*/ 1489271 h 1780375"/>
                <a:gd name="connsiteX4" fmla="*/ 1610336 w 3309412"/>
                <a:gd name="connsiteY4" fmla="*/ 1218851 h 1780375"/>
                <a:gd name="connsiteX5" fmla="*/ 1586523 w 3309412"/>
                <a:gd name="connsiteY5" fmla="*/ 1121220 h 1780375"/>
                <a:gd name="connsiteX6" fmla="*/ 1657881 w 3309412"/>
                <a:gd name="connsiteY6" fmla="*/ 2375 h 1780375"/>
                <a:gd name="connsiteX7" fmla="*/ 1698791 w 3309412"/>
                <a:gd name="connsiteY7" fmla="*/ 1482921 h 1780375"/>
                <a:gd name="connsiteX8" fmla="*/ 2312462 w 3309412"/>
                <a:gd name="connsiteY8" fmla="*/ 112816 h 1780375"/>
                <a:gd name="connsiteX9" fmla="*/ 1778896 w 3309412"/>
                <a:gd name="connsiteY9" fmla="*/ 1520776 h 1780375"/>
                <a:gd name="connsiteX10" fmla="*/ 2867558 w 3309412"/>
                <a:gd name="connsiteY10" fmla="*/ 498578 h 1780375"/>
                <a:gd name="connsiteX11" fmla="*/ 1830792 w 3309412"/>
                <a:gd name="connsiteY11" fmla="*/ 1586700 h 1780375"/>
                <a:gd name="connsiteX12" fmla="*/ 3242208 w 3309412"/>
                <a:gd name="connsiteY12" fmla="*/ 1055572 h 1780375"/>
                <a:gd name="connsiteX13" fmla="*/ 1858271 w 3309412"/>
                <a:gd name="connsiteY13" fmla="*/ 1665324 h 1780375"/>
                <a:gd name="connsiteX14" fmla="*/ 3309412 w 3309412"/>
                <a:gd name="connsiteY14" fmla="*/ 1701684 h 1780375"/>
                <a:gd name="connsiteX15" fmla="*/ 1943266 w 3309412"/>
                <a:gd name="connsiteY15" fmla="*/ 1744454 h 1780375"/>
                <a:gd name="connsiteX16" fmla="*/ 1657881 w 3309412"/>
                <a:gd name="connsiteY16" fmla="*/ 1780375 h 1780375"/>
                <a:gd name="connsiteX17" fmla="*/ 1499496 w 3309412"/>
                <a:gd name="connsiteY17" fmla="*/ 1763504 h 1780375"/>
                <a:gd name="connsiteX18" fmla="*/ 0 w 3309412"/>
                <a:gd name="connsiteY18" fmla="*/ 1720734 h 1780375"/>
                <a:gd name="connsiteX19" fmla="*/ 1444791 w 3309412"/>
                <a:gd name="connsiteY19" fmla="*/ 1662149 h 1780375"/>
                <a:gd name="connsiteX20" fmla="*/ 137054 w 3309412"/>
                <a:gd name="connsiteY20" fmla="*/ 1080972 h 1780375"/>
                <a:gd name="connsiteX21" fmla="*/ 1478620 w 3309412"/>
                <a:gd name="connsiteY21" fmla="*/ 1583525 h 1780375"/>
                <a:gd name="connsiteX22" fmla="*/ 479954 w 3309412"/>
                <a:gd name="connsiteY22" fmla="*/ 536678 h 1780375"/>
                <a:gd name="connsiteX0" fmla="*/ 479954 w 3309412"/>
                <a:gd name="connsiteY0" fmla="*/ 536714 h 1780411"/>
                <a:gd name="connsiteX1" fmla="*/ 1530516 w 3309412"/>
                <a:gd name="connsiteY1" fmla="*/ 1523987 h 1780411"/>
                <a:gd name="connsiteX2" fmla="*/ 1022350 w 3309412"/>
                <a:gd name="connsiteY2" fmla="*/ 189052 h 1780411"/>
                <a:gd name="connsiteX3" fmla="*/ 1607446 w 3309412"/>
                <a:gd name="connsiteY3" fmla="*/ 1489307 h 1780411"/>
                <a:gd name="connsiteX4" fmla="*/ 1610336 w 3309412"/>
                <a:gd name="connsiteY4" fmla="*/ 1218887 h 1780411"/>
                <a:gd name="connsiteX5" fmla="*/ 1615098 w 3309412"/>
                <a:gd name="connsiteY5" fmla="*/ 1102206 h 1780411"/>
                <a:gd name="connsiteX6" fmla="*/ 1657881 w 3309412"/>
                <a:gd name="connsiteY6" fmla="*/ 2411 h 1780411"/>
                <a:gd name="connsiteX7" fmla="*/ 1698791 w 3309412"/>
                <a:gd name="connsiteY7" fmla="*/ 1482957 h 1780411"/>
                <a:gd name="connsiteX8" fmla="*/ 2312462 w 3309412"/>
                <a:gd name="connsiteY8" fmla="*/ 112852 h 1780411"/>
                <a:gd name="connsiteX9" fmla="*/ 1778896 w 3309412"/>
                <a:gd name="connsiteY9" fmla="*/ 1520812 h 1780411"/>
                <a:gd name="connsiteX10" fmla="*/ 2867558 w 3309412"/>
                <a:gd name="connsiteY10" fmla="*/ 498614 h 1780411"/>
                <a:gd name="connsiteX11" fmla="*/ 1830792 w 3309412"/>
                <a:gd name="connsiteY11" fmla="*/ 1586736 h 1780411"/>
                <a:gd name="connsiteX12" fmla="*/ 3242208 w 3309412"/>
                <a:gd name="connsiteY12" fmla="*/ 1055608 h 1780411"/>
                <a:gd name="connsiteX13" fmla="*/ 1858271 w 3309412"/>
                <a:gd name="connsiteY13" fmla="*/ 1665360 h 1780411"/>
                <a:gd name="connsiteX14" fmla="*/ 3309412 w 3309412"/>
                <a:gd name="connsiteY14" fmla="*/ 1701720 h 1780411"/>
                <a:gd name="connsiteX15" fmla="*/ 1943266 w 3309412"/>
                <a:gd name="connsiteY15" fmla="*/ 1744490 h 1780411"/>
                <a:gd name="connsiteX16" fmla="*/ 1657881 w 3309412"/>
                <a:gd name="connsiteY16" fmla="*/ 1780411 h 1780411"/>
                <a:gd name="connsiteX17" fmla="*/ 1499496 w 3309412"/>
                <a:gd name="connsiteY17" fmla="*/ 1763540 h 1780411"/>
                <a:gd name="connsiteX18" fmla="*/ 0 w 3309412"/>
                <a:gd name="connsiteY18" fmla="*/ 1720770 h 1780411"/>
                <a:gd name="connsiteX19" fmla="*/ 1444791 w 3309412"/>
                <a:gd name="connsiteY19" fmla="*/ 1662185 h 1780411"/>
                <a:gd name="connsiteX20" fmla="*/ 137054 w 3309412"/>
                <a:gd name="connsiteY20" fmla="*/ 1081008 h 1780411"/>
                <a:gd name="connsiteX21" fmla="*/ 1478620 w 3309412"/>
                <a:gd name="connsiteY21" fmla="*/ 1583561 h 1780411"/>
                <a:gd name="connsiteX22" fmla="*/ 479954 w 3309412"/>
                <a:gd name="connsiteY22" fmla="*/ 536714 h 1780411"/>
                <a:gd name="connsiteX0" fmla="*/ 479954 w 3309412"/>
                <a:gd name="connsiteY0" fmla="*/ 536714 h 1780411"/>
                <a:gd name="connsiteX1" fmla="*/ 1530516 w 3309412"/>
                <a:gd name="connsiteY1" fmla="*/ 1523987 h 1780411"/>
                <a:gd name="connsiteX2" fmla="*/ 1022350 w 3309412"/>
                <a:gd name="connsiteY2" fmla="*/ 189052 h 1780411"/>
                <a:gd name="connsiteX3" fmla="*/ 1607446 w 3309412"/>
                <a:gd name="connsiteY3" fmla="*/ 1489307 h 1780411"/>
                <a:gd name="connsiteX4" fmla="*/ 1610336 w 3309412"/>
                <a:gd name="connsiteY4" fmla="*/ 1218887 h 1780411"/>
                <a:gd name="connsiteX5" fmla="*/ 1615098 w 3309412"/>
                <a:gd name="connsiteY5" fmla="*/ 1102206 h 1780411"/>
                <a:gd name="connsiteX6" fmla="*/ 1657881 w 3309412"/>
                <a:gd name="connsiteY6" fmla="*/ 2411 h 1780411"/>
                <a:gd name="connsiteX7" fmla="*/ 1698791 w 3309412"/>
                <a:gd name="connsiteY7" fmla="*/ 1482957 h 1780411"/>
                <a:gd name="connsiteX8" fmla="*/ 2312462 w 3309412"/>
                <a:gd name="connsiteY8" fmla="*/ 112852 h 1780411"/>
                <a:gd name="connsiteX9" fmla="*/ 1778896 w 3309412"/>
                <a:gd name="connsiteY9" fmla="*/ 1520812 h 1780411"/>
                <a:gd name="connsiteX10" fmla="*/ 2867558 w 3309412"/>
                <a:gd name="connsiteY10" fmla="*/ 498614 h 1780411"/>
                <a:gd name="connsiteX11" fmla="*/ 1830792 w 3309412"/>
                <a:gd name="connsiteY11" fmla="*/ 1586736 h 1780411"/>
                <a:gd name="connsiteX12" fmla="*/ 3242208 w 3309412"/>
                <a:gd name="connsiteY12" fmla="*/ 1055608 h 1780411"/>
                <a:gd name="connsiteX13" fmla="*/ 1858271 w 3309412"/>
                <a:gd name="connsiteY13" fmla="*/ 1665360 h 1780411"/>
                <a:gd name="connsiteX14" fmla="*/ 3309412 w 3309412"/>
                <a:gd name="connsiteY14" fmla="*/ 1701720 h 1780411"/>
                <a:gd name="connsiteX15" fmla="*/ 1943266 w 3309412"/>
                <a:gd name="connsiteY15" fmla="*/ 1744490 h 1780411"/>
                <a:gd name="connsiteX16" fmla="*/ 1657881 w 3309412"/>
                <a:gd name="connsiteY16" fmla="*/ 1780411 h 1780411"/>
                <a:gd name="connsiteX17" fmla="*/ 1499496 w 3309412"/>
                <a:gd name="connsiteY17" fmla="*/ 1763540 h 1780411"/>
                <a:gd name="connsiteX18" fmla="*/ 0 w 3309412"/>
                <a:gd name="connsiteY18" fmla="*/ 1720770 h 1780411"/>
                <a:gd name="connsiteX19" fmla="*/ 1444791 w 3309412"/>
                <a:gd name="connsiteY19" fmla="*/ 1662185 h 1780411"/>
                <a:gd name="connsiteX20" fmla="*/ 137054 w 3309412"/>
                <a:gd name="connsiteY20" fmla="*/ 1081008 h 1780411"/>
                <a:gd name="connsiteX21" fmla="*/ 1478620 w 3309412"/>
                <a:gd name="connsiteY21" fmla="*/ 1583561 h 1780411"/>
                <a:gd name="connsiteX22" fmla="*/ 479954 w 3309412"/>
                <a:gd name="connsiteY22" fmla="*/ 536714 h 1780411"/>
                <a:gd name="connsiteX0" fmla="*/ 479954 w 3309412"/>
                <a:gd name="connsiteY0" fmla="*/ 536687 h 1780384"/>
                <a:gd name="connsiteX1" fmla="*/ 1530516 w 3309412"/>
                <a:gd name="connsiteY1" fmla="*/ 1523960 h 1780384"/>
                <a:gd name="connsiteX2" fmla="*/ 1022350 w 3309412"/>
                <a:gd name="connsiteY2" fmla="*/ 189025 h 1780384"/>
                <a:gd name="connsiteX3" fmla="*/ 1607446 w 3309412"/>
                <a:gd name="connsiteY3" fmla="*/ 1489280 h 1780384"/>
                <a:gd name="connsiteX4" fmla="*/ 1610336 w 3309412"/>
                <a:gd name="connsiteY4" fmla="*/ 1218860 h 1780384"/>
                <a:gd name="connsiteX5" fmla="*/ 1615098 w 3309412"/>
                <a:gd name="connsiteY5" fmla="*/ 1102179 h 1780384"/>
                <a:gd name="connsiteX6" fmla="*/ 1657881 w 3309412"/>
                <a:gd name="connsiteY6" fmla="*/ 2384 h 1780384"/>
                <a:gd name="connsiteX7" fmla="*/ 1698791 w 3309412"/>
                <a:gd name="connsiteY7" fmla="*/ 1482930 h 1780384"/>
                <a:gd name="connsiteX8" fmla="*/ 2312462 w 3309412"/>
                <a:gd name="connsiteY8" fmla="*/ 112825 h 1780384"/>
                <a:gd name="connsiteX9" fmla="*/ 1778896 w 3309412"/>
                <a:gd name="connsiteY9" fmla="*/ 1520785 h 1780384"/>
                <a:gd name="connsiteX10" fmla="*/ 2867558 w 3309412"/>
                <a:gd name="connsiteY10" fmla="*/ 498587 h 1780384"/>
                <a:gd name="connsiteX11" fmla="*/ 1830792 w 3309412"/>
                <a:gd name="connsiteY11" fmla="*/ 1586709 h 1780384"/>
                <a:gd name="connsiteX12" fmla="*/ 3242208 w 3309412"/>
                <a:gd name="connsiteY12" fmla="*/ 1055581 h 1780384"/>
                <a:gd name="connsiteX13" fmla="*/ 1858271 w 3309412"/>
                <a:gd name="connsiteY13" fmla="*/ 1665333 h 1780384"/>
                <a:gd name="connsiteX14" fmla="*/ 3309412 w 3309412"/>
                <a:gd name="connsiteY14" fmla="*/ 1701693 h 1780384"/>
                <a:gd name="connsiteX15" fmla="*/ 1943266 w 3309412"/>
                <a:gd name="connsiteY15" fmla="*/ 1744463 h 1780384"/>
                <a:gd name="connsiteX16" fmla="*/ 1657881 w 3309412"/>
                <a:gd name="connsiteY16" fmla="*/ 1780384 h 1780384"/>
                <a:gd name="connsiteX17" fmla="*/ 1499496 w 3309412"/>
                <a:gd name="connsiteY17" fmla="*/ 1763513 h 1780384"/>
                <a:gd name="connsiteX18" fmla="*/ 0 w 3309412"/>
                <a:gd name="connsiteY18" fmla="*/ 1720743 h 1780384"/>
                <a:gd name="connsiteX19" fmla="*/ 1444791 w 3309412"/>
                <a:gd name="connsiteY19" fmla="*/ 1662158 h 1780384"/>
                <a:gd name="connsiteX20" fmla="*/ 137054 w 3309412"/>
                <a:gd name="connsiteY20" fmla="*/ 1080981 h 1780384"/>
                <a:gd name="connsiteX21" fmla="*/ 1478620 w 3309412"/>
                <a:gd name="connsiteY21" fmla="*/ 1583534 h 1780384"/>
                <a:gd name="connsiteX22" fmla="*/ 479954 w 3309412"/>
                <a:gd name="connsiteY22" fmla="*/ 536687 h 1780384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10336 w 3309412"/>
                <a:gd name="connsiteY4" fmla="*/ 1218754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41280 w 3309412"/>
                <a:gd name="connsiteY5" fmla="*/ 1230660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29374 w 3309412"/>
                <a:gd name="connsiteY5" fmla="*/ 1211610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6518 w 3309412"/>
                <a:gd name="connsiteY5" fmla="*/ 980629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22230 w 3309412"/>
                <a:gd name="connsiteY5" fmla="*/ 1256855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209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209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3680 w 3309412"/>
                <a:gd name="connsiteY8" fmla="*/ 1252091 h 1780278"/>
                <a:gd name="connsiteX9" fmla="*/ 1698791 w 3309412"/>
                <a:gd name="connsiteY9" fmla="*/ 1482824 h 1780278"/>
                <a:gd name="connsiteX10" fmla="*/ 2312462 w 3309412"/>
                <a:gd name="connsiteY10" fmla="*/ 112719 h 1780278"/>
                <a:gd name="connsiteX11" fmla="*/ 1778896 w 3309412"/>
                <a:gd name="connsiteY11" fmla="*/ 1520679 h 1780278"/>
                <a:gd name="connsiteX12" fmla="*/ 2867558 w 3309412"/>
                <a:gd name="connsiteY12" fmla="*/ 498481 h 1780278"/>
                <a:gd name="connsiteX13" fmla="*/ 1830792 w 3309412"/>
                <a:gd name="connsiteY13" fmla="*/ 1586603 h 1780278"/>
                <a:gd name="connsiteX14" fmla="*/ 3242208 w 3309412"/>
                <a:gd name="connsiteY14" fmla="*/ 1055475 h 1780278"/>
                <a:gd name="connsiteX15" fmla="*/ 1858271 w 3309412"/>
                <a:gd name="connsiteY15" fmla="*/ 1665227 h 1780278"/>
                <a:gd name="connsiteX16" fmla="*/ 3309412 w 3309412"/>
                <a:gd name="connsiteY16" fmla="*/ 1701587 h 1780278"/>
                <a:gd name="connsiteX17" fmla="*/ 1943266 w 3309412"/>
                <a:gd name="connsiteY17" fmla="*/ 1744357 h 1780278"/>
                <a:gd name="connsiteX18" fmla="*/ 1657881 w 3309412"/>
                <a:gd name="connsiteY18" fmla="*/ 1780278 h 1780278"/>
                <a:gd name="connsiteX19" fmla="*/ 1499496 w 3309412"/>
                <a:gd name="connsiteY19" fmla="*/ 1763407 h 1780278"/>
                <a:gd name="connsiteX20" fmla="*/ 0 w 3309412"/>
                <a:gd name="connsiteY20" fmla="*/ 1720637 h 1780278"/>
                <a:gd name="connsiteX21" fmla="*/ 1444791 w 3309412"/>
                <a:gd name="connsiteY21" fmla="*/ 1662052 h 1780278"/>
                <a:gd name="connsiteX22" fmla="*/ 137054 w 3309412"/>
                <a:gd name="connsiteY22" fmla="*/ 1080875 h 1780278"/>
                <a:gd name="connsiteX23" fmla="*/ 1478620 w 3309412"/>
                <a:gd name="connsiteY23" fmla="*/ 1583428 h 1780278"/>
                <a:gd name="connsiteX24" fmla="*/ 479954 w 3309412"/>
                <a:gd name="connsiteY24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49698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56841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49697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53211 w 3309412"/>
                <a:gd name="connsiteY9" fmla="*/ 1218754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61616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309412" h="1780278">
                  <a:moveTo>
                    <a:pt x="479954" y="536581"/>
                  </a:moveTo>
                  <a:lnTo>
                    <a:pt x="1530516" y="1523854"/>
                  </a:lnTo>
                  <a:lnTo>
                    <a:pt x="1022350" y="188919"/>
                  </a:lnTo>
                  <a:lnTo>
                    <a:pt x="1607446" y="1489174"/>
                  </a:lnTo>
                  <a:cubicBezTo>
                    <a:pt x="1609203" y="1385540"/>
                    <a:pt x="1613341" y="1253332"/>
                    <a:pt x="1603192" y="1263998"/>
                  </a:cubicBezTo>
                  <a:cubicBezTo>
                    <a:pt x="1613199" y="1259807"/>
                    <a:pt x="1531358" y="1257648"/>
                    <a:pt x="1534136" y="1254474"/>
                  </a:cubicBezTo>
                  <a:cubicBezTo>
                    <a:pt x="1534532" y="1248919"/>
                    <a:pt x="1619081" y="1155197"/>
                    <a:pt x="1619861" y="1159223"/>
                  </a:cubicBezTo>
                  <a:cubicBezTo>
                    <a:pt x="1620641" y="1175551"/>
                    <a:pt x="1644329" y="-59990"/>
                    <a:pt x="1657881" y="2278"/>
                  </a:cubicBezTo>
                  <a:cubicBezTo>
                    <a:pt x="1669787" y="-2882"/>
                    <a:pt x="1687714" y="1172376"/>
                    <a:pt x="1686536" y="1166366"/>
                  </a:cubicBezTo>
                  <a:cubicBezTo>
                    <a:pt x="1689723" y="1176628"/>
                    <a:pt x="1773451" y="1252886"/>
                    <a:pt x="1774642" y="1254473"/>
                  </a:cubicBezTo>
                  <a:cubicBezTo>
                    <a:pt x="1773451" y="1260822"/>
                    <a:pt x="1697193" y="1268007"/>
                    <a:pt x="1693680" y="1261616"/>
                  </a:cubicBezTo>
                  <a:cubicBezTo>
                    <a:pt x="1690621" y="1264708"/>
                    <a:pt x="1697087" y="1405913"/>
                    <a:pt x="1698791" y="1482824"/>
                  </a:cubicBezTo>
                  <a:lnTo>
                    <a:pt x="2312462" y="112719"/>
                  </a:lnTo>
                  <a:lnTo>
                    <a:pt x="1778896" y="1520679"/>
                  </a:lnTo>
                  <a:lnTo>
                    <a:pt x="2867558" y="498481"/>
                  </a:lnTo>
                  <a:lnTo>
                    <a:pt x="1830792" y="1586603"/>
                  </a:lnTo>
                  <a:lnTo>
                    <a:pt x="3242208" y="1055475"/>
                  </a:lnTo>
                  <a:lnTo>
                    <a:pt x="1858271" y="1665227"/>
                  </a:lnTo>
                  <a:lnTo>
                    <a:pt x="3309412" y="1701587"/>
                  </a:lnTo>
                  <a:lnTo>
                    <a:pt x="1943266" y="1744357"/>
                  </a:lnTo>
                  <a:lnTo>
                    <a:pt x="1657881" y="1780278"/>
                  </a:lnTo>
                  <a:lnTo>
                    <a:pt x="1499496" y="1763407"/>
                  </a:lnTo>
                  <a:lnTo>
                    <a:pt x="0" y="1720637"/>
                  </a:lnTo>
                  <a:lnTo>
                    <a:pt x="1444791" y="1662052"/>
                  </a:lnTo>
                  <a:lnTo>
                    <a:pt x="137054" y="1080875"/>
                  </a:lnTo>
                  <a:lnTo>
                    <a:pt x="1478620" y="1583428"/>
                  </a:lnTo>
                  <a:lnTo>
                    <a:pt x="479954" y="536581"/>
                  </a:lnTo>
                  <a:close/>
                </a:path>
              </a:pathLst>
            </a:custGeom>
            <a:solidFill>
              <a:srgbClr val="F5EFE1"/>
            </a:solidFill>
            <a:ln w="1905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565C945-5C3F-6B2D-D4DD-743459A127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43814" y="2143126"/>
              <a:ext cx="501650" cy="490538"/>
            </a:xfrm>
            <a:prstGeom prst="ellipse">
              <a:avLst/>
            </a:prstGeom>
            <a:solidFill>
              <a:srgbClr val="F5EFE1"/>
            </a:solidFill>
            <a:ln w="1905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Diagrama de flujo: retraso 21">
              <a:extLst>
                <a:ext uri="{FF2B5EF4-FFF2-40B4-BE49-F238E27FC236}">
                  <a16:creationId xmlns:a16="http://schemas.microsoft.com/office/drawing/2014/main" id="{E2228244-E211-AD9B-82A4-AD24B468FA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899758" y="2868670"/>
              <a:ext cx="2597671" cy="2150290"/>
            </a:xfrm>
            <a:custGeom>
              <a:avLst/>
              <a:gdLst>
                <a:gd name="connsiteX0" fmla="*/ 0 w 2597581"/>
                <a:gd name="connsiteY0" fmla="*/ 0 h 2138037"/>
                <a:gd name="connsiteX1" fmla="*/ 1298791 w 2597581"/>
                <a:gd name="connsiteY1" fmla="*/ 0 h 2138037"/>
                <a:gd name="connsiteX2" fmla="*/ 2597582 w 2597581"/>
                <a:gd name="connsiteY2" fmla="*/ 1069019 h 2138037"/>
                <a:gd name="connsiteX3" fmla="*/ 1298791 w 2597581"/>
                <a:gd name="connsiteY3" fmla="*/ 2138038 h 2138037"/>
                <a:gd name="connsiteX4" fmla="*/ 0 w 2597581"/>
                <a:gd name="connsiteY4" fmla="*/ 2138037 h 2138037"/>
                <a:gd name="connsiteX5" fmla="*/ 0 w 2597581"/>
                <a:gd name="connsiteY5" fmla="*/ 0 h 2138037"/>
                <a:gd name="connsiteX0" fmla="*/ 0 w 2601103"/>
                <a:gd name="connsiteY0" fmla="*/ 4762 h 2142800"/>
                <a:gd name="connsiteX1" fmla="*/ 1560729 w 2601103"/>
                <a:gd name="connsiteY1" fmla="*/ 0 h 2142800"/>
                <a:gd name="connsiteX2" fmla="*/ 2597582 w 2601103"/>
                <a:gd name="connsiteY2" fmla="*/ 1073781 h 2142800"/>
                <a:gd name="connsiteX3" fmla="*/ 1298791 w 2601103"/>
                <a:gd name="connsiteY3" fmla="*/ 2142800 h 2142800"/>
                <a:gd name="connsiteX4" fmla="*/ 0 w 2601103"/>
                <a:gd name="connsiteY4" fmla="*/ 2142799 h 2142800"/>
                <a:gd name="connsiteX5" fmla="*/ 0 w 2601103"/>
                <a:gd name="connsiteY5" fmla="*/ 4762 h 2142800"/>
                <a:gd name="connsiteX0" fmla="*/ 0 w 2597638"/>
                <a:gd name="connsiteY0" fmla="*/ 4762 h 2161850"/>
                <a:gd name="connsiteX1" fmla="*/ 1560729 w 2597638"/>
                <a:gd name="connsiteY1" fmla="*/ 0 h 2161850"/>
                <a:gd name="connsiteX2" fmla="*/ 2597582 w 2597638"/>
                <a:gd name="connsiteY2" fmla="*/ 1073781 h 2161850"/>
                <a:gd name="connsiteX3" fmla="*/ 1589307 w 2597638"/>
                <a:gd name="connsiteY3" fmla="*/ 2161850 h 2161850"/>
                <a:gd name="connsiteX4" fmla="*/ 0 w 2597638"/>
                <a:gd name="connsiteY4" fmla="*/ 2142799 h 2161850"/>
                <a:gd name="connsiteX5" fmla="*/ 0 w 2597638"/>
                <a:gd name="connsiteY5" fmla="*/ 4762 h 2161850"/>
                <a:gd name="connsiteX0" fmla="*/ 0 w 2597620"/>
                <a:gd name="connsiteY0" fmla="*/ 4762 h 2142799"/>
                <a:gd name="connsiteX1" fmla="*/ 1560729 w 2597620"/>
                <a:gd name="connsiteY1" fmla="*/ 0 h 2142799"/>
                <a:gd name="connsiteX2" fmla="*/ 2597582 w 2597620"/>
                <a:gd name="connsiteY2" fmla="*/ 1073781 h 2142799"/>
                <a:gd name="connsiteX3" fmla="*/ 1584545 w 2597620"/>
                <a:gd name="connsiteY3" fmla="*/ 2138037 h 2142799"/>
                <a:gd name="connsiteX4" fmla="*/ 0 w 2597620"/>
                <a:gd name="connsiteY4" fmla="*/ 2142799 h 2142799"/>
                <a:gd name="connsiteX5" fmla="*/ 0 w 2597620"/>
                <a:gd name="connsiteY5" fmla="*/ 4762 h 2142799"/>
                <a:gd name="connsiteX0" fmla="*/ 0 w 2597620"/>
                <a:gd name="connsiteY0" fmla="*/ 4762 h 2148194"/>
                <a:gd name="connsiteX1" fmla="*/ 1560729 w 2597620"/>
                <a:gd name="connsiteY1" fmla="*/ 0 h 2148194"/>
                <a:gd name="connsiteX2" fmla="*/ 2597582 w 2597620"/>
                <a:gd name="connsiteY2" fmla="*/ 1073781 h 2148194"/>
                <a:gd name="connsiteX3" fmla="*/ 1584545 w 2597620"/>
                <a:gd name="connsiteY3" fmla="*/ 2138037 h 2148194"/>
                <a:gd name="connsiteX4" fmla="*/ 0 w 2597620"/>
                <a:gd name="connsiteY4" fmla="*/ 2142799 h 2148194"/>
                <a:gd name="connsiteX5" fmla="*/ 0 w 2597620"/>
                <a:gd name="connsiteY5" fmla="*/ 4762 h 2148194"/>
                <a:gd name="connsiteX0" fmla="*/ 0 w 2597659"/>
                <a:gd name="connsiteY0" fmla="*/ 4762 h 2148194"/>
                <a:gd name="connsiteX1" fmla="*/ 1560729 w 2597659"/>
                <a:gd name="connsiteY1" fmla="*/ 0 h 2148194"/>
                <a:gd name="connsiteX2" fmla="*/ 2597582 w 2597659"/>
                <a:gd name="connsiteY2" fmla="*/ 1073781 h 2148194"/>
                <a:gd name="connsiteX3" fmla="*/ 1594070 w 2597659"/>
                <a:gd name="connsiteY3" fmla="*/ 2138037 h 2148194"/>
                <a:gd name="connsiteX4" fmla="*/ 0 w 2597659"/>
                <a:gd name="connsiteY4" fmla="*/ 2142799 h 2148194"/>
                <a:gd name="connsiteX5" fmla="*/ 0 w 2597659"/>
                <a:gd name="connsiteY5" fmla="*/ 4762 h 2148194"/>
                <a:gd name="connsiteX0" fmla="*/ 0 w 2597659"/>
                <a:gd name="connsiteY0" fmla="*/ 4762 h 2142799"/>
                <a:gd name="connsiteX1" fmla="*/ 1560729 w 2597659"/>
                <a:gd name="connsiteY1" fmla="*/ 0 h 2142799"/>
                <a:gd name="connsiteX2" fmla="*/ 2597582 w 2597659"/>
                <a:gd name="connsiteY2" fmla="*/ 1073781 h 2142799"/>
                <a:gd name="connsiteX3" fmla="*/ 1594070 w 2597659"/>
                <a:gd name="connsiteY3" fmla="*/ 2138037 h 2142799"/>
                <a:gd name="connsiteX4" fmla="*/ 0 w 2597659"/>
                <a:gd name="connsiteY4" fmla="*/ 2142799 h 2142799"/>
                <a:gd name="connsiteX5" fmla="*/ 0 w 2597659"/>
                <a:gd name="connsiteY5" fmla="*/ 4762 h 2142799"/>
                <a:gd name="connsiteX0" fmla="*/ 0 w 2597659"/>
                <a:gd name="connsiteY0" fmla="*/ 4762 h 2150290"/>
                <a:gd name="connsiteX1" fmla="*/ 1560729 w 2597659"/>
                <a:gd name="connsiteY1" fmla="*/ 0 h 2150290"/>
                <a:gd name="connsiteX2" fmla="*/ 2597582 w 2597659"/>
                <a:gd name="connsiteY2" fmla="*/ 1073781 h 2150290"/>
                <a:gd name="connsiteX3" fmla="*/ 1594070 w 2597659"/>
                <a:gd name="connsiteY3" fmla="*/ 2138037 h 2150290"/>
                <a:gd name="connsiteX4" fmla="*/ 0 w 2597659"/>
                <a:gd name="connsiteY4" fmla="*/ 2142799 h 2150290"/>
                <a:gd name="connsiteX5" fmla="*/ 0 w 2597659"/>
                <a:gd name="connsiteY5" fmla="*/ 4762 h 2150290"/>
                <a:gd name="connsiteX0" fmla="*/ 0 w 2597671"/>
                <a:gd name="connsiteY0" fmla="*/ 4762 h 2150290"/>
                <a:gd name="connsiteX1" fmla="*/ 1560729 w 2597671"/>
                <a:gd name="connsiteY1" fmla="*/ 0 h 2150290"/>
                <a:gd name="connsiteX2" fmla="*/ 2597582 w 2597671"/>
                <a:gd name="connsiteY2" fmla="*/ 1073781 h 2150290"/>
                <a:gd name="connsiteX3" fmla="*/ 1594070 w 2597671"/>
                <a:gd name="connsiteY3" fmla="*/ 2138037 h 2150290"/>
                <a:gd name="connsiteX4" fmla="*/ 0 w 2597671"/>
                <a:gd name="connsiteY4" fmla="*/ 2142799 h 2150290"/>
                <a:gd name="connsiteX5" fmla="*/ 0 w 2597671"/>
                <a:gd name="connsiteY5" fmla="*/ 4762 h 2150290"/>
                <a:gd name="connsiteX0" fmla="*/ 0 w 2597671"/>
                <a:gd name="connsiteY0" fmla="*/ 4762 h 2150290"/>
                <a:gd name="connsiteX1" fmla="*/ 1560729 w 2597671"/>
                <a:gd name="connsiteY1" fmla="*/ 0 h 2150290"/>
                <a:gd name="connsiteX2" fmla="*/ 2597582 w 2597671"/>
                <a:gd name="connsiteY2" fmla="*/ 1073781 h 2150290"/>
                <a:gd name="connsiteX3" fmla="*/ 1594070 w 2597671"/>
                <a:gd name="connsiteY3" fmla="*/ 2138037 h 2150290"/>
                <a:gd name="connsiteX4" fmla="*/ 0 w 2597671"/>
                <a:gd name="connsiteY4" fmla="*/ 2142799 h 2150290"/>
                <a:gd name="connsiteX5" fmla="*/ 0 w 2597671"/>
                <a:gd name="connsiteY5" fmla="*/ 4762 h 2150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7671" h="2150290">
                  <a:moveTo>
                    <a:pt x="0" y="4762"/>
                  </a:moveTo>
                  <a:lnTo>
                    <a:pt x="1560729" y="0"/>
                  </a:lnTo>
                  <a:cubicBezTo>
                    <a:pt x="2292322" y="0"/>
                    <a:pt x="2592025" y="717442"/>
                    <a:pt x="2597582" y="1073781"/>
                  </a:cubicBezTo>
                  <a:cubicBezTo>
                    <a:pt x="2603139" y="1430120"/>
                    <a:pt x="2349475" y="2138037"/>
                    <a:pt x="1594070" y="2138037"/>
                  </a:cubicBezTo>
                  <a:cubicBezTo>
                    <a:pt x="1062713" y="2163437"/>
                    <a:pt x="531357" y="2141212"/>
                    <a:pt x="0" y="2142799"/>
                  </a:cubicBezTo>
                  <a:lnTo>
                    <a:pt x="0" y="4762"/>
                  </a:lnTo>
                  <a:close/>
                </a:path>
              </a:pathLst>
            </a:custGeom>
            <a:solidFill>
              <a:srgbClr val="F5EFE1"/>
            </a:solidFill>
            <a:ln w="19050">
              <a:solidFill>
                <a:srgbClr val="BBA0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>
                <a:lnSpc>
                  <a:spcPct val="200000"/>
                </a:lnSpc>
              </a:pPr>
              <a:r>
                <a:rPr lang="es-ES" sz="7200" dirty="0">
                  <a:solidFill>
                    <a:srgbClr val="B49739"/>
                  </a:solidFill>
                  <a:latin typeface="Georgia" panose="02040502050405020303" pitchFamily="18" charset="0"/>
                </a:rPr>
                <a:t>01</a:t>
              </a:r>
              <a:endParaRPr lang="es-CO" sz="7200" dirty="0">
                <a:solidFill>
                  <a:srgbClr val="B49739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24" name="Diagrama de flujo: preparación 23">
            <a:extLst>
              <a:ext uri="{FF2B5EF4-FFF2-40B4-BE49-F238E27FC236}">
                <a16:creationId xmlns:a16="http://schemas.microsoft.com/office/drawing/2014/main" id="{9B77320D-D9C9-B95C-7E00-887C3902B847}"/>
              </a:ext>
            </a:extLst>
          </p:cNvPr>
          <p:cNvSpPr/>
          <p:nvPr/>
        </p:nvSpPr>
        <p:spPr>
          <a:xfrm>
            <a:off x="2715410" y="3085848"/>
            <a:ext cx="6570477" cy="1301513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1646 w 8000"/>
              <a:gd name="connsiteY0" fmla="*/ 5100 h 10000"/>
              <a:gd name="connsiteX1" fmla="*/ 0 w 8000"/>
              <a:gd name="connsiteY1" fmla="*/ 0 h 10000"/>
              <a:gd name="connsiteX2" fmla="*/ 6000 w 8000"/>
              <a:gd name="connsiteY2" fmla="*/ 0 h 10000"/>
              <a:gd name="connsiteX3" fmla="*/ 8000 w 8000"/>
              <a:gd name="connsiteY3" fmla="*/ 5000 h 10000"/>
              <a:gd name="connsiteX4" fmla="*/ 6000 w 8000"/>
              <a:gd name="connsiteY4" fmla="*/ 10000 h 10000"/>
              <a:gd name="connsiteX5" fmla="*/ 0 w 8000"/>
              <a:gd name="connsiteY5" fmla="*/ 10000 h 10000"/>
              <a:gd name="connsiteX6" fmla="*/ 1646 w 8000"/>
              <a:gd name="connsiteY6" fmla="*/ 5100 h 10000"/>
              <a:gd name="connsiteX0" fmla="*/ 2058 w 7500"/>
              <a:gd name="connsiteY0" fmla="*/ 5100 h 10000"/>
              <a:gd name="connsiteX1" fmla="*/ 0 w 7500"/>
              <a:gd name="connsiteY1" fmla="*/ 0 h 10000"/>
              <a:gd name="connsiteX2" fmla="*/ 7500 w 7500"/>
              <a:gd name="connsiteY2" fmla="*/ 0 h 10000"/>
              <a:gd name="connsiteX3" fmla="*/ 6703 w 7500"/>
              <a:gd name="connsiteY3" fmla="*/ 5601 h 10000"/>
              <a:gd name="connsiteX4" fmla="*/ 7500 w 7500"/>
              <a:gd name="connsiteY4" fmla="*/ 10000 h 10000"/>
              <a:gd name="connsiteX5" fmla="*/ 0 w 7500"/>
              <a:gd name="connsiteY5" fmla="*/ 10000 h 10000"/>
              <a:gd name="connsiteX6" fmla="*/ 2058 w 7500"/>
              <a:gd name="connsiteY6" fmla="*/ 5100 h 10000"/>
              <a:gd name="connsiteX0" fmla="*/ 1344 w 10000"/>
              <a:gd name="connsiteY0" fmla="*/ 51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37 w 10000"/>
              <a:gd name="connsiteY3" fmla="*/ 5601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344 w 10000"/>
              <a:gd name="connsiteY6" fmla="*/ 5100 h 10000"/>
              <a:gd name="connsiteX0" fmla="*/ 1344 w 10000"/>
              <a:gd name="connsiteY0" fmla="*/ 51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853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344 w 10000"/>
              <a:gd name="connsiteY6" fmla="*/ 5100 h 10000"/>
              <a:gd name="connsiteX0" fmla="*/ 1260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853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260 w 10000"/>
              <a:gd name="connsiteY6" fmla="*/ 5200 h 10000"/>
              <a:gd name="connsiteX0" fmla="*/ 1260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077 w 10000"/>
              <a:gd name="connsiteY3" fmla="*/ 54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260 w 10000"/>
              <a:gd name="connsiteY6" fmla="*/ 5200 h 10000"/>
              <a:gd name="connsiteX0" fmla="*/ 952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077 w 10000"/>
              <a:gd name="connsiteY3" fmla="*/ 54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952 w 10000"/>
              <a:gd name="connsiteY6" fmla="*/ 5200 h 10000"/>
              <a:gd name="connsiteX0" fmla="*/ 952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161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952 w 10000"/>
              <a:gd name="connsiteY6" fmla="*/ 5200 h 10000"/>
              <a:gd name="connsiteX0" fmla="*/ 840 w 10000"/>
              <a:gd name="connsiteY0" fmla="*/ 53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161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840 w 10000"/>
              <a:gd name="connsiteY6" fmla="*/ 53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840" y="5300"/>
                </a:moveTo>
                <a:lnTo>
                  <a:pt x="0" y="0"/>
                </a:lnTo>
                <a:lnTo>
                  <a:pt x="10000" y="0"/>
                </a:lnTo>
                <a:lnTo>
                  <a:pt x="9161" y="5200"/>
                </a:lnTo>
                <a:lnTo>
                  <a:pt x="10000" y="10000"/>
                </a:lnTo>
                <a:lnTo>
                  <a:pt x="0" y="10000"/>
                </a:lnTo>
                <a:lnTo>
                  <a:pt x="840" y="5300"/>
                </a:lnTo>
                <a:close/>
              </a:path>
            </a:pathLst>
          </a:custGeom>
          <a:solidFill>
            <a:srgbClr val="F5EFE1"/>
          </a:solidFill>
          <a:ln w="19050">
            <a:solidFill>
              <a:srgbClr val="BB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400" b="1" i="0" dirty="0">
                <a:solidFill>
                  <a:srgbClr val="B49739"/>
                </a:solidFill>
                <a:latin typeface="Georgia"/>
              </a:rPr>
              <a:t>Presentación</a:t>
            </a:r>
            <a:endParaRPr lang="es-ES" sz="6000" b="1" i="0" dirty="0">
              <a:solidFill>
                <a:srgbClr val="B49739"/>
              </a:solidFill>
              <a:latin typeface="Georgia"/>
            </a:endParaRP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7E0219A8-73A3-06EE-5E43-A232C7403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1186" y="221841"/>
            <a:ext cx="1507874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639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622" y="1431881"/>
            <a:ext cx="6198072" cy="1569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3200" b="1" i="0" dirty="0">
                <a:solidFill>
                  <a:srgbClr val="B49739"/>
                </a:solidFill>
                <a:latin typeface="Georgia"/>
              </a:rPr>
              <a:t>Grupo de Investigación en Gestión e Investigación en informática, Redes y Afines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67A9"/>
          </a:solidFill>
          <a:ln>
            <a:solidFill>
              <a:srgbClr val="0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39829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0A67A9"/>
                </a:solidFill>
                <a:latin typeface="Arial"/>
              </a:rPr>
              <a:t>MULTIMEDIA INTERACTIVA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704" y="3989582"/>
            <a:ext cx="5126838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s-419" sz="16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El grupo de investigación  </a:t>
            </a: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enfoca en el área de </a:t>
            </a:r>
            <a:r>
              <a:rPr lang="es-MX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y Tecnología, específicamente</a:t>
            </a: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 </a:t>
            </a:r>
            <a:r>
              <a:rPr lang="es-MX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Ingenierías Eléctrica, Electrónica e Informática</a:t>
            </a:r>
            <a:r>
              <a:rPr lang="es-MX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3131154"/>
            <a:ext cx="3108960" cy="25400"/>
          </a:xfrm>
          <a:prstGeom prst="rect">
            <a:avLst/>
          </a:prstGeom>
          <a:solidFill>
            <a:srgbClr val="0A67A9"/>
          </a:solidFill>
          <a:ln>
            <a:solidFill>
              <a:srgbClr val="0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15D4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472090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0A67A9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E988588-76FC-21E1-ACE9-6AE9A65C993E}"/>
              </a:ext>
            </a:extLst>
          </p:cNvPr>
          <p:cNvGrpSpPr/>
          <p:nvPr/>
        </p:nvGrpSpPr>
        <p:grpSpPr>
          <a:xfrm>
            <a:off x="7818120" y="731520"/>
            <a:ext cx="3337560" cy="5349240"/>
            <a:chOff x="7818120" y="731520"/>
            <a:chExt cx="3337560" cy="5349240"/>
          </a:xfrm>
        </p:grpSpPr>
        <p:sp>
          <p:nvSpPr>
            <p:cNvPr id="8" name="Rectangle 7"/>
            <p:cNvSpPr/>
            <p:nvPr/>
          </p:nvSpPr>
          <p:spPr>
            <a:xfrm>
              <a:off x="7818120" y="731520"/>
              <a:ext cx="3337560" cy="5349240"/>
            </a:xfrm>
            <a:prstGeom prst="rect">
              <a:avLst/>
            </a:prstGeom>
            <a:solidFill>
              <a:srgbClr val="B49739"/>
            </a:solidFill>
            <a:ln>
              <a:solidFill>
                <a:srgbClr val="B4973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B49739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8275320" y="1188720"/>
              <a:ext cx="2423160" cy="4434840"/>
            </a:xfrm>
            <a:prstGeom prst="rect">
              <a:avLst/>
            </a:prstGeom>
            <a:solidFill>
              <a:srgbClr val="F5EFE1"/>
            </a:solidFill>
            <a:ln>
              <a:solidFill>
                <a:srgbClr val="F5EF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549640" y="1529387"/>
            <a:ext cx="551754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i="0" dirty="0">
                <a:solidFill>
                  <a:srgbClr val="0A67A9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4342" y="4097834"/>
            <a:ext cx="2004706" cy="11695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400" b="0" i="0" dirty="0">
                <a:solidFill>
                  <a:srgbClr val="69655D"/>
                </a:solidFill>
                <a:latin typeface="Arial"/>
              </a:rPr>
              <a:t>Reconocimiento y clasificación “</a:t>
            </a:r>
            <a:r>
              <a:rPr lang="es-ES" sz="1400" b="0" i="0" dirty="0">
                <a:solidFill>
                  <a:srgbClr val="C00000"/>
                </a:solidFill>
                <a:latin typeface="Arial"/>
              </a:rPr>
              <a:t>A1</a:t>
            </a:r>
            <a:r>
              <a:rPr lang="es-ES" sz="1400" b="0" i="0" dirty="0">
                <a:solidFill>
                  <a:srgbClr val="69655D"/>
                </a:solidFill>
                <a:latin typeface="Arial"/>
              </a:rPr>
              <a:t>” </a:t>
            </a:r>
          </a:p>
          <a:p>
            <a:pPr algn="ctr"/>
            <a:r>
              <a:rPr lang="es-ES" sz="1400" b="0" i="0" dirty="0">
                <a:solidFill>
                  <a:srgbClr val="69655D"/>
                </a:solidFill>
                <a:latin typeface="Arial"/>
              </a:rPr>
              <a:t>en la </a:t>
            </a:r>
            <a:r>
              <a:rPr lang="es-ES" sz="1400" b="0" i="0" dirty="0">
                <a:solidFill>
                  <a:srgbClr val="C00000"/>
                </a:solidFill>
                <a:latin typeface="Arial"/>
              </a:rPr>
              <a:t>Convocatoria </a:t>
            </a:r>
            <a:r>
              <a:rPr lang="es-ES" sz="1400" b="0" i="0" dirty="0" err="1">
                <a:solidFill>
                  <a:srgbClr val="C00000"/>
                </a:solidFill>
                <a:latin typeface="Arial"/>
              </a:rPr>
              <a:t>MinCiencias</a:t>
            </a:r>
            <a:r>
              <a:rPr lang="es-ES" sz="1400" b="0" i="0" dirty="0">
                <a:solidFill>
                  <a:srgbClr val="C00000"/>
                </a:solidFill>
                <a:latin typeface="Arial"/>
              </a:rPr>
              <a:t> 931 </a:t>
            </a:r>
          </a:p>
          <a:p>
            <a:pPr algn="ctr"/>
            <a:r>
              <a:rPr lang="es-ES" sz="1400" b="0" i="0" dirty="0">
                <a:solidFill>
                  <a:srgbClr val="C00000"/>
                </a:solidFill>
                <a:latin typeface="Arial"/>
              </a:rPr>
              <a:t>del año 2024</a:t>
            </a:r>
          </a:p>
        </p:txBody>
      </p:sp>
      <p:pic>
        <p:nvPicPr>
          <p:cNvPr id="11" name="Imagen 10" descr="Logotipo&#10;&#10;El contenido generado por IA puede ser incorrecto.">
            <a:extLst>
              <a:ext uri="{FF2B5EF4-FFF2-40B4-BE49-F238E27FC236}">
                <a16:creationId xmlns:a16="http://schemas.microsoft.com/office/drawing/2014/main" id="{57BA2C2D-7CA7-CAB4-6A43-95BF56866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811" y="2448252"/>
            <a:ext cx="2121669" cy="14642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90396"/>
            <a:ext cx="519694" cy="43088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 i="0" dirty="0">
                <a:solidFill>
                  <a:srgbClr val="B49739"/>
                </a:solidFill>
                <a:latin typeface="Georgia"/>
              </a:rPr>
              <a:t>0</a:t>
            </a:r>
            <a:r>
              <a:rPr lang="es-CO" sz="2200" b="1" dirty="0">
                <a:solidFill>
                  <a:srgbClr val="B49739"/>
                </a:solidFill>
                <a:latin typeface="Georgia"/>
              </a:rPr>
              <a:t>1</a:t>
            </a:r>
            <a:endParaRPr sz="2200" b="1" i="0" dirty="0">
              <a:solidFill>
                <a:srgbClr val="B49739"/>
              </a:solidFill>
              <a:latin typeface="Georgi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376362"/>
            <a:ext cx="3315331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4200" b="1" i="0" dirty="0">
                <a:solidFill>
                  <a:srgbClr val="0A67A9"/>
                </a:solidFill>
                <a:latin typeface="Georgia"/>
              </a:rPr>
              <a:t>DIRECTOR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44509"/>
            <a:ext cx="3794760" cy="25400"/>
          </a:xfrm>
          <a:prstGeom prst="rect">
            <a:avLst/>
          </a:prstGeom>
          <a:solidFill>
            <a:srgbClr val="B49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76176" y="3603932"/>
            <a:ext cx="3950125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419" sz="1600" b="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Beatriz Elisa Jaramillo Moreno, PhD</a:t>
            </a:r>
          </a:p>
          <a:p>
            <a:r>
              <a:rPr lang="es-419" sz="1600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Carlos Enrique Montenegro Marín, PhD</a:t>
            </a:r>
            <a:endParaRPr lang="es-419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B49739"/>
          </a:solidFill>
          <a:ln>
            <a:solidFill>
              <a:srgbClr val="B4973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10933" y="5645744"/>
            <a:ext cx="1968285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>
                <a:solidFill>
                  <a:srgbClr val="FFFFFF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6B84581-DD2F-7810-8EC2-AF8957522D8B}"/>
              </a:ext>
            </a:extLst>
          </p:cNvPr>
          <p:cNvSpPr txBox="1"/>
          <p:nvPr/>
        </p:nvSpPr>
        <p:spPr>
          <a:xfrm>
            <a:off x="685800" y="539829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49739"/>
                </a:solidFill>
                <a:latin typeface="Arial"/>
              </a:rPr>
              <a:t>MULTIMEDIA INTERACTIVA</a:t>
            </a:r>
          </a:p>
        </p:txBody>
      </p:sp>
      <p:pic>
        <p:nvPicPr>
          <p:cNvPr id="10" name="Picture 10" descr="Universidad Distrital | LAUD">
            <a:extLst>
              <a:ext uri="{FF2B5EF4-FFF2-40B4-BE49-F238E27FC236}">
                <a16:creationId xmlns:a16="http://schemas.microsoft.com/office/drawing/2014/main" id="{87B31532-40DD-4B8E-2CBA-5F48E262D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95" y="276278"/>
            <a:ext cx="1501761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4">
            <a:extLst>
              <a:ext uri="{FF2B5EF4-FFF2-40B4-BE49-F238E27FC236}">
                <a16:creationId xmlns:a16="http://schemas.microsoft.com/office/drawing/2014/main" id="{B1FCAF13-0717-F59A-6292-6125E2E89216}"/>
              </a:ext>
            </a:extLst>
          </p:cNvPr>
          <p:cNvSpPr txBox="1"/>
          <p:nvPr/>
        </p:nvSpPr>
        <p:spPr>
          <a:xfrm>
            <a:off x="3276176" y="4318158"/>
            <a:ext cx="3090621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b="1" i="0" dirty="0">
                <a:solidFill>
                  <a:srgbClr val="0A67A9"/>
                </a:solidFill>
                <a:latin typeface="Arial"/>
              </a:rPr>
              <a:t>Doctor en Ingeniería</a:t>
            </a:r>
          </a:p>
          <a:p>
            <a:pPr algn="l"/>
            <a:r>
              <a:rPr lang="es-ES" b="1" i="0" dirty="0">
                <a:solidFill>
                  <a:srgbClr val="0A67A9"/>
                </a:solidFill>
                <a:latin typeface="Arial"/>
              </a:rPr>
              <a:t>Profesor e Investigador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A606DD4-AF13-560F-1348-FB5A8C3F1758}"/>
              </a:ext>
            </a:extLst>
          </p:cNvPr>
          <p:cNvSpPr/>
          <p:nvPr/>
        </p:nvSpPr>
        <p:spPr>
          <a:xfrm>
            <a:off x="836631" y="5386327"/>
            <a:ext cx="5842022" cy="885349"/>
          </a:xfrm>
          <a:prstGeom prst="roundRect">
            <a:avLst/>
          </a:prstGeom>
          <a:solidFill>
            <a:srgbClr val="F5EFE1"/>
          </a:solidFill>
          <a:ln w="19050">
            <a:solidFill>
              <a:srgbClr val="B497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0" i="0" u="none" strike="noStrike" cap="none" dirty="0">
                <a:solidFill>
                  <a:srgbClr val="0A67A9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                       </a:t>
            </a:r>
          </a:p>
          <a:p>
            <a:pPr algn="ctr"/>
            <a:r>
              <a:rPr lang="es-419" sz="1600" dirty="0">
                <a:solidFill>
                  <a:srgbClr val="0A67A9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                             </a:t>
            </a:r>
            <a:endParaRPr lang="es-419" sz="1600" b="0" i="0" u="none" strike="noStrike" cap="none" dirty="0">
              <a:solidFill>
                <a:srgbClr val="0A67A9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s-419" sz="1600" b="0" i="0" u="none" strike="noStrike" cap="none" dirty="0">
                <a:solidFill>
                  <a:srgbClr val="0A67A9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bjaramillo@udistrital.edu.co</a:t>
            </a:r>
            <a:endParaRPr lang="es-419" sz="1600" b="0" i="0" u="none" strike="noStrike" cap="none" dirty="0">
              <a:solidFill>
                <a:srgbClr val="0A67A9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algn="ctr"/>
            <a:r>
              <a:rPr lang="es-419" sz="1600" b="0" i="0" u="none" strike="noStrike" cap="none" dirty="0">
                <a:solidFill>
                  <a:srgbClr val="0A67A9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https://pi.udistrital.edu.co/GIIRA/</a:t>
            </a:r>
            <a:endParaRPr lang="es-419" sz="1600" dirty="0">
              <a:solidFill>
                <a:srgbClr val="0A67A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0" i="0" u="none" strike="noStrike" cap="none" dirty="0">
                <a:solidFill>
                  <a:srgbClr val="0A67A9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                       </a:t>
            </a:r>
            <a:endParaRPr lang="es-419" sz="1600" dirty="0">
              <a:solidFill>
                <a:srgbClr val="0A67A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600" dirty="0">
                <a:solidFill>
                  <a:srgbClr val="0A67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endParaRPr lang="es-CO" sz="1600" dirty="0">
              <a:solidFill>
                <a:srgbClr val="0A67A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AE0E264B-33F9-E439-9F96-75DF007EAE97}"/>
              </a:ext>
            </a:extLst>
          </p:cNvPr>
          <p:cNvSpPr txBox="1"/>
          <p:nvPr/>
        </p:nvSpPr>
        <p:spPr>
          <a:xfrm>
            <a:off x="992099" y="5681233"/>
            <a:ext cx="158236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1600" b="1" i="0" dirty="0">
                <a:solidFill>
                  <a:srgbClr val="B49739"/>
                </a:solidFill>
                <a:latin typeface="Georgia" panose="02040502050405020303" pitchFamily="18" charset="0"/>
              </a:rPr>
              <a:t>CONTACTO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0C1B3E9-DF0C-14CE-B4F0-2DEE893D4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099" y="2681088"/>
            <a:ext cx="2081925" cy="2283401"/>
          </a:xfrm>
          <a:prstGeom prst="snip2Diag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01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65135"/>
            <a:ext cx="4641014" cy="53860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2900" b="1" i="0" dirty="0">
                <a:solidFill>
                  <a:srgbClr val="0A67A9"/>
                </a:solidFill>
                <a:latin typeface="Georgia"/>
              </a:rPr>
              <a:t>Líneas de investigación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64208"/>
            <a:ext cx="1901952" cy="25400"/>
          </a:xfrm>
          <a:prstGeom prst="rect">
            <a:avLst/>
          </a:prstGeom>
          <a:solidFill>
            <a:srgbClr val="BB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05840" y="3657599"/>
            <a:ext cx="9671082" cy="45719"/>
          </a:xfrm>
          <a:prstGeom prst="rect">
            <a:avLst/>
          </a:prstGeom>
          <a:solidFill>
            <a:srgbClr val="19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1" y="3401568"/>
            <a:ext cx="502920" cy="502920"/>
          </a:xfrm>
          <a:prstGeom prst="roundRect">
            <a:avLst/>
          </a:prstGeom>
          <a:solidFill>
            <a:srgbClr val="0A67A9"/>
          </a:solidFill>
          <a:ln>
            <a:solidFill>
              <a:srgbClr val="0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006" y="4291718"/>
            <a:ext cx="1326574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O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Analítica visual</a:t>
            </a:r>
            <a:endParaRPr lang="es-CO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57667" y="3406140"/>
            <a:ext cx="502920" cy="502920"/>
          </a:xfrm>
          <a:prstGeom prst="roundRect">
            <a:avLst/>
          </a:prstGeom>
          <a:solidFill>
            <a:srgbClr val="0A67A9"/>
          </a:solidFill>
          <a:ln>
            <a:solidFill>
              <a:srgbClr val="0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00934" y="3418840"/>
            <a:ext cx="502920" cy="502920"/>
          </a:xfrm>
          <a:prstGeom prst="roundRect">
            <a:avLst/>
          </a:prstGeom>
          <a:solidFill>
            <a:srgbClr val="0A67A9"/>
          </a:solidFill>
          <a:ln>
            <a:solidFill>
              <a:srgbClr val="0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544201" y="3431540"/>
            <a:ext cx="502920" cy="502920"/>
          </a:xfrm>
          <a:prstGeom prst="roundRect">
            <a:avLst/>
          </a:prstGeom>
          <a:solidFill>
            <a:srgbClr val="0A67A9"/>
          </a:solidFill>
          <a:ln>
            <a:solidFill>
              <a:srgbClr val="0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">
            <a:extLst>
              <a:ext uri="{FF2B5EF4-FFF2-40B4-BE49-F238E27FC236}">
                <a16:creationId xmlns:a16="http://schemas.microsoft.com/office/drawing/2014/main" id="{F2D5F85A-DBDB-EBCB-DF41-C9FBFF1D4FBE}"/>
              </a:ext>
            </a:extLst>
          </p:cNvPr>
          <p:cNvSpPr txBox="1"/>
          <p:nvPr/>
        </p:nvSpPr>
        <p:spPr>
          <a:xfrm>
            <a:off x="1417320" y="553645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B49739"/>
                </a:solidFill>
                <a:latin typeface="Arial"/>
              </a:rPr>
              <a:t>MULTIMEDIA INTERACTIVA</a:t>
            </a:r>
          </a:p>
        </p:txBody>
      </p:sp>
      <p:sp>
        <p:nvSpPr>
          <p:cNvPr id="23" name="TextBox 1">
            <a:extLst>
              <a:ext uri="{FF2B5EF4-FFF2-40B4-BE49-F238E27FC236}">
                <a16:creationId xmlns:a16="http://schemas.microsoft.com/office/drawing/2014/main" id="{876066DA-B46D-9339-C965-8EBE92CFF828}"/>
              </a:ext>
            </a:extLst>
          </p:cNvPr>
          <p:cNvSpPr txBox="1"/>
          <p:nvPr/>
        </p:nvSpPr>
        <p:spPr>
          <a:xfrm>
            <a:off x="640081" y="388042"/>
            <a:ext cx="7772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 dirty="0">
                <a:solidFill>
                  <a:srgbClr val="B49739"/>
                </a:solidFill>
                <a:latin typeface="Georgia"/>
              </a:rPr>
              <a:t>0</a:t>
            </a:r>
            <a:r>
              <a:rPr lang="es-CO" sz="2800" b="1" i="0" dirty="0">
                <a:solidFill>
                  <a:srgbClr val="B49739"/>
                </a:solidFill>
                <a:latin typeface="Georgia"/>
              </a:rPr>
              <a:t>2</a:t>
            </a:r>
            <a:endParaRPr sz="2800" b="1" i="0" dirty="0">
              <a:solidFill>
                <a:srgbClr val="B49739"/>
              </a:solidFill>
              <a:latin typeface="Georgia"/>
            </a:endParaRPr>
          </a:p>
        </p:txBody>
      </p:sp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7FD46426-DBD9-4849-64F5-90220C29C30E}"/>
              </a:ext>
            </a:extLst>
          </p:cNvPr>
          <p:cNvSpPr/>
          <p:nvPr/>
        </p:nvSpPr>
        <p:spPr>
          <a:xfrm>
            <a:off x="7087468" y="3409657"/>
            <a:ext cx="502920" cy="502920"/>
          </a:xfrm>
          <a:prstGeom prst="roundRect">
            <a:avLst/>
          </a:prstGeom>
          <a:solidFill>
            <a:srgbClr val="0A67A9"/>
          </a:solidFill>
          <a:ln>
            <a:solidFill>
              <a:srgbClr val="0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E95AF30A-E1C1-0B0F-0A23-02E21267A16B}"/>
              </a:ext>
            </a:extLst>
          </p:cNvPr>
          <p:cNvSpPr/>
          <p:nvPr/>
        </p:nvSpPr>
        <p:spPr>
          <a:xfrm>
            <a:off x="8630735" y="3431540"/>
            <a:ext cx="502920" cy="502920"/>
          </a:xfrm>
          <a:prstGeom prst="roundRect">
            <a:avLst/>
          </a:prstGeom>
          <a:solidFill>
            <a:srgbClr val="0A67A9"/>
          </a:solidFill>
          <a:ln>
            <a:solidFill>
              <a:srgbClr val="0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17">
            <a:extLst>
              <a:ext uri="{FF2B5EF4-FFF2-40B4-BE49-F238E27FC236}">
                <a16:creationId xmlns:a16="http://schemas.microsoft.com/office/drawing/2014/main" id="{D730E8FD-AEAA-E799-7BD6-3FA9BF786DEF}"/>
              </a:ext>
            </a:extLst>
          </p:cNvPr>
          <p:cNvSpPr/>
          <p:nvPr/>
        </p:nvSpPr>
        <p:spPr>
          <a:xfrm>
            <a:off x="10174002" y="3418840"/>
            <a:ext cx="502920" cy="502920"/>
          </a:xfrm>
          <a:prstGeom prst="roundRect">
            <a:avLst/>
          </a:prstGeom>
          <a:solidFill>
            <a:srgbClr val="0A67A9"/>
          </a:solidFill>
          <a:ln>
            <a:solidFill>
              <a:srgbClr val="0A67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dirty="0"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FDB1140F-BE28-7D8D-DF9D-1984F1C8718D}"/>
              </a:ext>
            </a:extLst>
          </p:cNvPr>
          <p:cNvSpPr txBox="1"/>
          <p:nvPr/>
        </p:nvSpPr>
        <p:spPr>
          <a:xfrm>
            <a:off x="2213289" y="4291718"/>
            <a:ext cx="132657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O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Ciencia de los datos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28777A3C-BD03-763B-0C05-A0CEC0978FA8}"/>
              </a:ext>
            </a:extLst>
          </p:cNvPr>
          <p:cNvSpPr txBox="1"/>
          <p:nvPr/>
        </p:nvSpPr>
        <p:spPr>
          <a:xfrm>
            <a:off x="3651713" y="4256707"/>
            <a:ext cx="132657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performance computing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6B482F2C-1A7B-6AAE-3355-117A439D6B3B}"/>
              </a:ext>
            </a:extLst>
          </p:cNvPr>
          <p:cNvSpPr txBox="1"/>
          <p:nvPr/>
        </p:nvSpPr>
        <p:spPr>
          <a:xfrm>
            <a:off x="5188996" y="4272516"/>
            <a:ext cx="132657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O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Inteligencia Computacional</a:t>
            </a:r>
            <a:endParaRPr lang="es-CO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D99F4942-629D-A36E-7602-400C31BE5A32}"/>
              </a:ext>
            </a:extLst>
          </p:cNvPr>
          <p:cNvSpPr txBox="1"/>
          <p:nvPr/>
        </p:nvSpPr>
        <p:spPr>
          <a:xfrm>
            <a:off x="6775709" y="4214774"/>
            <a:ext cx="1326574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Meteorología y cambio climático</a:t>
            </a:r>
            <a:endParaRPr lang="es-ES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051B673B-6BFC-FEEC-C7A2-D2754FFF6EF4}"/>
              </a:ext>
            </a:extLst>
          </p:cNvPr>
          <p:cNvSpPr txBox="1"/>
          <p:nvPr/>
        </p:nvSpPr>
        <p:spPr>
          <a:xfrm>
            <a:off x="8337707" y="4141480"/>
            <a:ext cx="132657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O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 y Seguridad informática</a:t>
            </a:r>
            <a:endParaRPr lang="es-CO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8">
            <a:extLst>
              <a:ext uri="{FF2B5EF4-FFF2-40B4-BE49-F238E27FC236}">
                <a16:creationId xmlns:a16="http://schemas.microsoft.com/office/drawing/2014/main" id="{72B4F2C0-4F04-1050-B846-D45B259D85C3}"/>
              </a:ext>
            </a:extLst>
          </p:cNvPr>
          <p:cNvSpPr txBox="1"/>
          <p:nvPr/>
        </p:nvSpPr>
        <p:spPr>
          <a:xfrm>
            <a:off x="9899705" y="4137830"/>
            <a:ext cx="1507874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CO" sz="100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Tecnologías Información y de las comunicaciones</a:t>
            </a:r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86D0C000-6578-F758-EEAE-12C5E3EB9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1186" y="221841"/>
            <a:ext cx="1507874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6">
            <a:extLst>
              <a:ext uri="{FF2B5EF4-FFF2-40B4-BE49-F238E27FC236}">
                <a16:creationId xmlns:a16="http://schemas.microsoft.com/office/drawing/2014/main" id="{4F086501-8C7B-744C-02A1-B0C52841D983}"/>
              </a:ext>
            </a:extLst>
          </p:cNvPr>
          <p:cNvSpPr txBox="1"/>
          <p:nvPr/>
        </p:nvSpPr>
        <p:spPr>
          <a:xfrm>
            <a:off x="685800" y="6472090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0A67A9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9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isósceles 3">
            <a:extLst>
              <a:ext uri="{FF2B5EF4-FFF2-40B4-BE49-F238E27FC236}">
                <a16:creationId xmlns:a16="http://schemas.microsoft.com/office/drawing/2014/main" id="{F901D60F-80AD-FFF9-D28A-156B072C2B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09690" y="4042473"/>
            <a:ext cx="1797808" cy="2846523"/>
          </a:xfrm>
          <a:prstGeom prst="triangle">
            <a:avLst>
              <a:gd name="adj" fmla="val 100000"/>
            </a:avLst>
          </a:prstGeom>
          <a:solidFill>
            <a:srgbClr val="0A67A9"/>
          </a:solidFill>
          <a:ln>
            <a:solidFill>
              <a:srgbClr val="0A67A9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124257E-BE13-06F2-2F0A-355A21445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-6353" y="-12490"/>
            <a:ext cx="1933040" cy="2677309"/>
          </a:xfrm>
          <a:prstGeom prst="triangle">
            <a:avLst>
              <a:gd name="adj" fmla="val 100000"/>
            </a:avLst>
          </a:prstGeom>
          <a:solidFill>
            <a:srgbClr val="0A67A9"/>
          </a:solidFill>
          <a:ln>
            <a:solidFill>
              <a:srgbClr val="0A67A9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F75C0DA9-4A9F-AD85-3AED-600439EB054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589900" y="221841"/>
            <a:ext cx="4529519" cy="6213435"/>
            <a:chOff x="539933" y="702915"/>
            <a:chExt cx="3309412" cy="4539735"/>
          </a:xfrm>
          <a:solidFill>
            <a:srgbClr val="B49739"/>
          </a:solidFill>
        </p:grpSpPr>
        <p:sp>
          <p:nvSpPr>
            <p:cNvPr id="18" name="Estrella: 10 puntas 17">
              <a:extLst>
                <a:ext uri="{FF2B5EF4-FFF2-40B4-BE49-F238E27FC236}">
                  <a16:creationId xmlns:a16="http://schemas.microsoft.com/office/drawing/2014/main" id="{B8B9053E-69AB-E6B8-E1FD-F80CF38B8ED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9933" y="702915"/>
              <a:ext cx="3309412" cy="1780278"/>
            </a:xfrm>
            <a:custGeom>
              <a:avLst/>
              <a:gdLst>
                <a:gd name="connsiteX0" fmla="*/ -2 w 2241550"/>
                <a:gd name="connsiteY0" fmla="*/ 928003 h 2686050"/>
                <a:gd name="connsiteX1" fmla="*/ 1021985 w 2241550"/>
                <a:gd name="connsiteY1" fmla="*/ 1261226 h 2686050"/>
                <a:gd name="connsiteX2" fmla="*/ 428094 w 2241550"/>
                <a:gd name="connsiteY2" fmla="*/ 256491 h 2686050"/>
                <a:gd name="connsiteX3" fmla="*/ 1083040 w 2241550"/>
                <a:gd name="connsiteY3" fmla="*/ 1210671 h 2686050"/>
                <a:gd name="connsiteX4" fmla="*/ 1120775 w 2241550"/>
                <a:gd name="connsiteY4" fmla="*/ 0 h 2686050"/>
                <a:gd name="connsiteX5" fmla="*/ 1158510 w 2241550"/>
                <a:gd name="connsiteY5" fmla="*/ 1210671 h 2686050"/>
                <a:gd name="connsiteX6" fmla="*/ 1813456 w 2241550"/>
                <a:gd name="connsiteY6" fmla="*/ 256491 h 2686050"/>
                <a:gd name="connsiteX7" fmla="*/ 1219565 w 2241550"/>
                <a:gd name="connsiteY7" fmla="*/ 1261226 h 2686050"/>
                <a:gd name="connsiteX8" fmla="*/ 2241552 w 2241550"/>
                <a:gd name="connsiteY8" fmla="*/ 928003 h 2686050"/>
                <a:gd name="connsiteX9" fmla="*/ 1242886 w 2241550"/>
                <a:gd name="connsiteY9" fmla="*/ 1343025 h 2686050"/>
                <a:gd name="connsiteX10" fmla="*/ 2241552 w 2241550"/>
                <a:gd name="connsiteY10" fmla="*/ 1758047 h 2686050"/>
                <a:gd name="connsiteX11" fmla="*/ 1219565 w 2241550"/>
                <a:gd name="connsiteY11" fmla="*/ 1424824 h 2686050"/>
                <a:gd name="connsiteX12" fmla="*/ 1813456 w 2241550"/>
                <a:gd name="connsiteY12" fmla="*/ 2429559 h 2686050"/>
                <a:gd name="connsiteX13" fmla="*/ 1158510 w 2241550"/>
                <a:gd name="connsiteY13" fmla="*/ 1475379 h 2686050"/>
                <a:gd name="connsiteX14" fmla="*/ 1120775 w 2241550"/>
                <a:gd name="connsiteY14" fmla="*/ 2686050 h 2686050"/>
                <a:gd name="connsiteX15" fmla="*/ 1083040 w 2241550"/>
                <a:gd name="connsiteY15" fmla="*/ 1475379 h 2686050"/>
                <a:gd name="connsiteX16" fmla="*/ 428094 w 2241550"/>
                <a:gd name="connsiteY16" fmla="*/ 2429559 h 2686050"/>
                <a:gd name="connsiteX17" fmla="*/ 1021985 w 2241550"/>
                <a:gd name="connsiteY17" fmla="*/ 1424824 h 2686050"/>
                <a:gd name="connsiteX18" fmla="*/ -2 w 2241550"/>
                <a:gd name="connsiteY18" fmla="*/ 1758047 h 2686050"/>
                <a:gd name="connsiteX19" fmla="*/ 998664 w 2241550"/>
                <a:gd name="connsiteY19" fmla="*/ 1343025 h 2686050"/>
                <a:gd name="connsiteX20" fmla="*/ -2 w 2241550"/>
                <a:gd name="connsiteY20" fmla="*/ 928003 h 2686050"/>
                <a:gd name="connsiteX0" fmla="*/ 0 w 2241554"/>
                <a:gd name="connsiteY0" fmla="*/ 1074053 h 2832100"/>
                <a:gd name="connsiteX1" fmla="*/ 1021987 w 2241554"/>
                <a:gd name="connsiteY1" fmla="*/ 1407276 h 2832100"/>
                <a:gd name="connsiteX2" fmla="*/ 428096 w 2241554"/>
                <a:gd name="connsiteY2" fmla="*/ 402541 h 2832100"/>
                <a:gd name="connsiteX3" fmla="*/ 1083042 w 2241554"/>
                <a:gd name="connsiteY3" fmla="*/ 1356721 h 2832100"/>
                <a:gd name="connsiteX4" fmla="*/ 1120777 w 2241554"/>
                <a:gd name="connsiteY4" fmla="*/ 0 h 2832100"/>
                <a:gd name="connsiteX5" fmla="*/ 1158512 w 2241554"/>
                <a:gd name="connsiteY5" fmla="*/ 1356721 h 2832100"/>
                <a:gd name="connsiteX6" fmla="*/ 1813458 w 2241554"/>
                <a:gd name="connsiteY6" fmla="*/ 402541 h 2832100"/>
                <a:gd name="connsiteX7" fmla="*/ 1219567 w 2241554"/>
                <a:gd name="connsiteY7" fmla="*/ 1407276 h 2832100"/>
                <a:gd name="connsiteX8" fmla="*/ 2241554 w 2241554"/>
                <a:gd name="connsiteY8" fmla="*/ 1074053 h 2832100"/>
                <a:gd name="connsiteX9" fmla="*/ 1242888 w 2241554"/>
                <a:gd name="connsiteY9" fmla="*/ 1489075 h 2832100"/>
                <a:gd name="connsiteX10" fmla="*/ 2241554 w 2241554"/>
                <a:gd name="connsiteY10" fmla="*/ 1904097 h 2832100"/>
                <a:gd name="connsiteX11" fmla="*/ 1219567 w 2241554"/>
                <a:gd name="connsiteY11" fmla="*/ 1570874 h 2832100"/>
                <a:gd name="connsiteX12" fmla="*/ 1813458 w 2241554"/>
                <a:gd name="connsiteY12" fmla="*/ 2575609 h 2832100"/>
                <a:gd name="connsiteX13" fmla="*/ 1158512 w 2241554"/>
                <a:gd name="connsiteY13" fmla="*/ 1621429 h 2832100"/>
                <a:gd name="connsiteX14" fmla="*/ 1120777 w 2241554"/>
                <a:gd name="connsiteY14" fmla="*/ 2832100 h 2832100"/>
                <a:gd name="connsiteX15" fmla="*/ 1083042 w 2241554"/>
                <a:gd name="connsiteY15" fmla="*/ 1621429 h 2832100"/>
                <a:gd name="connsiteX16" fmla="*/ 428096 w 2241554"/>
                <a:gd name="connsiteY16" fmla="*/ 2575609 h 2832100"/>
                <a:gd name="connsiteX17" fmla="*/ 1021987 w 2241554"/>
                <a:gd name="connsiteY17" fmla="*/ 1570874 h 2832100"/>
                <a:gd name="connsiteX18" fmla="*/ 0 w 2241554"/>
                <a:gd name="connsiteY18" fmla="*/ 1904097 h 2832100"/>
                <a:gd name="connsiteX19" fmla="*/ 998666 w 2241554"/>
                <a:gd name="connsiteY19" fmla="*/ 1489075 h 2832100"/>
                <a:gd name="connsiteX20" fmla="*/ 0 w 2241554"/>
                <a:gd name="connsiteY20" fmla="*/ 1074053 h 2832100"/>
                <a:gd name="connsiteX0" fmla="*/ 0 w 2241554"/>
                <a:gd name="connsiteY0" fmla="*/ 1074053 h 2832100"/>
                <a:gd name="connsiteX1" fmla="*/ 1021987 w 2241554"/>
                <a:gd name="connsiteY1" fmla="*/ 1407276 h 2832100"/>
                <a:gd name="connsiteX2" fmla="*/ 485246 w 2241554"/>
                <a:gd name="connsiteY2" fmla="*/ 186641 h 2832100"/>
                <a:gd name="connsiteX3" fmla="*/ 1083042 w 2241554"/>
                <a:gd name="connsiteY3" fmla="*/ 1356721 h 2832100"/>
                <a:gd name="connsiteX4" fmla="*/ 1120777 w 2241554"/>
                <a:gd name="connsiteY4" fmla="*/ 0 h 2832100"/>
                <a:gd name="connsiteX5" fmla="*/ 1158512 w 2241554"/>
                <a:gd name="connsiteY5" fmla="*/ 1356721 h 2832100"/>
                <a:gd name="connsiteX6" fmla="*/ 1813458 w 2241554"/>
                <a:gd name="connsiteY6" fmla="*/ 402541 h 2832100"/>
                <a:gd name="connsiteX7" fmla="*/ 1219567 w 2241554"/>
                <a:gd name="connsiteY7" fmla="*/ 1407276 h 2832100"/>
                <a:gd name="connsiteX8" fmla="*/ 2241554 w 2241554"/>
                <a:gd name="connsiteY8" fmla="*/ 1074053 h 2832100"/>
                <a:gd name="connsiteX9" fmla="*/ 1242888 w 2241554"/>
                <a:gd name="connsiteY9" fmla="*/ 1489075 h 2832100"/>
                <a:gd name="connsiteX10" fmla="*/ 2241554 w 2241554"/>
                <a:gd name="connsiteY10" fmla="*/ 1904097 h 2832100"/>
                <a:gd name="connsiteX11" fmla="*/ 1219567 w 2241554"/>
                <a:gd name="connsiteY11" fmla="*/ 1570874 h 2832100"/>
                <a:gd name="connsiteX12" fmla="*/ 1813458 w 2241554"/>
                <a:gd name="connsiteY12" fmla="*/ 2575609 h 2832100"/>
                <a:gd name="connsiteX13" fmla="*/ 1158512 w 2241554"/>
                <a:gd name="connsiteY13" fmla="*/ 1621429 h 2832100"/>
                <a:gd name="connsiteX14" fmla="*/ 1120777 w 2241554"/>
                <a:gd name="connsiteY14" fmla="*/ 2832100 h 2832100"/>
                <a:gd name="connsiteX15" fmla="*/ 1083042 w 2241554"/>
                <a:gd name="connsiteY15" fmla="*/ 1621429 h 2832100"/>
                <a:gd name="connsiteX16" fmla="*/ 428096 w 2241554"/>
                <a:gd name="connsiteY16" fmla="*/ 2575609 h 2832100"/>
                <a:gd name="connsiteX17" fmla="*/ 1021987 w 2241554"/>
                <a:gd name="connsiteY17" fmla="*/ 1570874 h 2832100"/>
                <a:gd name="connsiteX18" fmla="*/ 0 w 2241554"/>
                <a:gd name="connsiteY18" fmla="*/ 1904097 h 2832100"/>
                <a:gd name="connsiteX19" fmla="*/ 998666 w 2241554"/>
                <a:gd name="connsiteY19" fmla="*/ 1489075 h 2832100"/>
                <a:gd name="connsiteX20" fmla="*/ 0 w 2241554"/>
                <a:gd name="connsiteY20" fmla="*/ 1074053 h 2832100"/>
                <a:gd name="connsiteX0" fmla="*/ 0 w 2298704"/>
                <a:gd name="connsiteY0" fmla="*/ 534303 h 2832100"/>
                <a:gd name="connsiteX1" fmla="*/ 1079137 w 2298704"/>
                <a:gd name="connsiteY1" fmla="*/ 1407276 h 2832100"/>
                <a:gd name="connsiteX2" fmla="*/ 542396 w 2298704"/>
                <a:gd name="connsiteY2" fmla="*/ 186641 h 2832100"/>
                <a:gd name="connsiteX3" fmla="*/ 1140192 w 2298704"/>
                <a:gd name="connsiteY3" fmla="*/ 1356721 h 2832100"/>
                <a:gd name="connsiteX4" fmla="*/ 1177927 w 2298704"/>
                <a:gd name="connsiteY4" fmla="*/ 0 h 2832100"/>
                <a:gd name="connsiteX5" fmla="*/ 1215662 w 2298704"/>
                <a:gd name="connsiteY5" fmla="*/ 1356721 h 2832100"/>
                <a:gd name="connsiteX6" fmla="*/ 1870608 w 2298704"/>
                <a:gd name="connsiteY6" fmla="*/ 402541 h 2832100"/>
                <a:gd name="connsiteX7" fmla="*/ 1276717 w 2298704"/>
                <a:gd name="connsiteY7" fmla="*/ 1407276 h 2832100"/>
                <a:gd name="connsiteX8" fmla="*/ 2298704 w 2298704"/>
                <a:gd name="connsiteY8" fmla="*/ 1074053 h 2832100"/>
                <a:gd name="connsiteX9" fmla="*/ 1300038 w 2298704"/>
                <a:gd name="connsiteY9" fmla="*/ 1489075 h 2832100"/>
                <a:gd name="connsiteX10" fmla="*/ 2298704 w 2298704"/>
                <a:gd name="connsiteY10" fmla="*/ 1904097 h 2832100"/>
                <a:gd name="connsiteX11" fmla="*/ 1276717 w 2298704"/>
                <a:gd name="connsiteY11" fmla="*/ 1570874 h 2832100"/>
                <a:gd name="connsiteX12" fmla="*/ 1870608 w 2298704"/>
                <a:gd name="connsiteY12" fmla="*/ 2575609 h 2832100"/>
                <a:gd name="connsiteX13" fmla="*/ 1215662 w 2298704"/>
                <a:gd name="connsiteY13" fmla="*/ 1621429 h 2832100"/>
                <a:gd name="connsiteX14" fmla="*/ 1177927 w 2298704"/>
                <a:gd name="connsiteY14" fmla="*/ 2832100 h 2832100"/>
                <a:gd name="connsiteX15" fmla="*/ 1140192 w 2298704"/>
                <a:gd name="connsiteY15" fmla="*/ 1621429 h 2832100"/>
                <a:gd name="connsiteX16" fmla="*/ 485246 w 2298704"/>
                <a:gd name="connsiteY16" fmla="*/ 2575609 h 2832100"/>
                <a:gd name="connsiteX17" fmla="*/ 1079137 w 2298704"/>
                <a:gd name="connsiteY17" fmla="*/ 1570874 h 2832100"/>
                <a:gd name="connsiteX18" fmla="*/ 57150 w 2298704"/>
                <a:gd name="connsiteY18" fmla="*/ 1904097 h 2832100"/>
                <a:gd name="connsiteX19" fmla="*/ 1055816 w 2298704"/>
                <a:gd name="connsiteY19" fmla="*/ 1489075 h 2832100"/>
                <a:gd name="connsiteX20" fmla="*/ 0 w 2298704"/>
                <a:gd name="connsiteY20" fmla="*/ 534303 h 2832100"/>
                <a:gd name="connsiteX0" fmla="*/ 0 w 2298704"/>
                <a:gd name="connsiteY0" fmla="*/ 534303 h 2832100"/>
                <a:gd name="connsiteX1" fmla="*/ 1079137 w 2298704"/>
                <a:gd name="connsiteY1" fmla="*/ 1407276 h 2832100"/>
                <a:gd name="connsiteX2" fmla="*/ 542396 w 2298704"/>
                <a:gd name="connsiteY2" fmla="*/ 186641 h 2832100"/>
                <a:gd name="connsiteX3" fmla="*/ 1140192 w 2298704"/>
                <a:gd name="connsiteY3" fmla="*/ 1356721 h 2832100"/>
                <a:gd name="connsiteX4" fmla="*/ 1177927 w 2298704"/>
                <a:gd name="connsiteY4" fmla="*/ 0 h 2832100"/>
                <a:gd name="connsiteX5" fmla="*/ 1215662 w 2298704"/>
                <a:gd name="connsiteY5" fmla="*/ 1356721 h 2832100"/>
                <a:gd name="connsiteX6" fmla="*/ 1832508 w 2298704"/>
                <a:gd name="connsiteY6" fmla="*/ 110441 h 2832100"/>
                <a:gd name="connsiteX7" fmla="*/ 1276717 w 2298704"/>
                <a:gd name="connsiteY7" fmla="*/ 1407276 h 2832100"/>
                <a:gd name="connsiteX8" fmla="*/ 2298704 w 2298704"/>
                <a:gd name="connsiteY8" fmla="*/ 1074053 h 2832100"/>
                <a:gd name="connsiteX9" fmla="*/ 1300038 w 2298704"/>
                <a:gd name="connsiteY9" fmla="*/ 1489075 h 2832100"/>
                <a:gd name="connsiteX10" fmla="*/ 2298704 w 2298704"/>
                <a:gd name="connsiteY10" fmla="*/ 1904097 h 2832100"/>
                <a:gd name="connsiteX11" fmla="*/ 1276717 w 2298704"/>
                <a:gd name="connsiteY11" fmla="*/ 1570874 h 2832100"/>
                <a:gd name="connsiteX12" fmla="*/ 1870608 w 2298704"/>
                <a:gd name="connsiteY12" fmla="*/ 2575609 h 2832100"/>
                <a:gd name="connsiteX13" fmla="*/ 1215662 w 2298704"/>
                <a:gd name="connsiteY13" fmla="*/ 1621429 h 2832100"/>
                <a:gd name="connsiteX14" fmla="*/ 1177927 w 2298704"/>
                <a:gd name="connsiteY14" fmla="*/ 2832100 h 2832100"/>
                <a:gd name="connsiteX15" fmla="*/ 1140192 w 2298704"/>
                <a:gd name="connsiteY15" fmla="*/ 1621429 h 2832100"/>
                <a:gd name="connsiteX16" fmla="*/ 485246 w 2298704"/>
                <a:gd name="connsiteY16" fmla="*/ 2575609 h 2832100"/>
                <a:gd name="connsiteX17" fmla="*/ 1079137 w 2298704"/>
                <a:gd name="connsiteY17" fmla="*/ 1570874 h 2832100"/>
                <a:gd name="connsiteX18" fmla="*/ 57150 w 2298704"/>
                <a:gd name="connsiteY18" fmla="*/ 1904097 h 2832100"/>
                <a:gd name="connsiteX19" fmla="*/ 1055816 w 2298704"/>
                <a:gd name="connsiteY19" fmla="*/ 1489075 h 2832100"/>
                <a:gd name="connsiteX20" fmla="*/ 0 w 2298704"/>
                <a:gd name="connsiteY20" fmla="*/ 534303 h 2832100"/>
                <a:gd name="connsiteX0" fmla="*/ 0 w 2387604"/>
                <a:gd name="connsiteY0" fmla="*/ 534303 h 2832100"/>
                <a:gd name="connsiteX1" fmla="*/ 1079137 w 2387604"/>
                <a:gd name="connsiteY1" fmla="*/ 1407276 h 2832100"/>
                <a:gd name="connsiteX2" fmla="*/ 542396 w 2387604"/>
                <a:gd name="connsiteY2" fmla="*/ 186641 h 2832100"/>
                <a:gd name="connsiteX3" fmla="*/ 1140192 w 2387604"/>
                <a:gd name="connsiteY3" fmla="*/ 1356721 h 2832100"/>
                <a:gd name="connsiteX4" fmla="*/ 1177927 w 2387604"/>
                <a:gd name="connsiteY4" fmla="*/ 0 h 2832100"/>
                <a:gd name="connsiteX5" fmla="*/ 1215662 w 2387604"/>
                <a:gd name="connsiteY5" fmla="*/ 1356721 h 2832100"/>
                <a:gd name="connsiteX6" fmla="*/ 1832508 w 2387604"/>
                <a:gd name="connsiteY6" fmla="*/ 110441 h 2832100"/>
                <a:gd name="connsiteX7" fmla="*/ 1276717 w 2387604"/>
                <a:gd name="connsiteY7" fmla="*/ 1407276 h 2832100"/>
                <a:gd name="connsiteX8" fmla="*/ 2387604 w 2387604"/>
                <a:gd name="connsiteY8" fmla="*/ 496203 h 2832100"/>
                <a:gd name="connsiteX9" fmla="*/ 1300038 w 2387604"/>
                <a:gd name="connsiteY9" fmla="*/ 1489075 h 2832100"/>
                <a:gd name="connsiteX10" fmla="*/ 2298704 w 2387604"/>
                <a:gd name="connsiteY10" fmla="*/ 1904097 h 2832100"/>
                <a:gd name="connsiteX11" fmla="*/ 1276717 w 2387604"/>
                <a:gd name="connsiteY11" fmla="*/ 1570874 h 2832100"/>
                <a:gd name="connsiteX12" fmla="*/ 1870608 w 2387604"/>
                <a:gd name="connsiteY12" fmla="*/ 2575609 h 2832100"/>
                <a:gd name="connsiteX13" fmla="*/ 1215662 w 2387604"/>
                <a:gd name="connsiteY13" fmla="*/ 1621429 h 2832100"/>
                <a:gd name="connsiteX14" fmla="*/ 1177927 w 2387604"/>
                <a:gd name="connsiteY14" fmla="*/ 2832100 h 2832100"/>
                <a:gd name="connsiteX15" fmla="*/ 1140192 w 2387604"/>
                <a:gd name="connsiteY15" fmla="*/ 1621429 h 2832100"/>
                <a:gd name="connsiteX16" fmla="*/ 485246 w 2387604"/>
                <a:gd name="connsiteY16" fmla="*/ 2575609 h 2832100"/>
                <a:gd name="connsiteX17" fmla="*/ 1079137 w 2387604"/>
                <a:gd name="connsiteY17" fmla="*/ 1570874 h 2832100"/>
                <a:gd name="connsiteX18" fmla="*/ 57150 w 2387604"/>
                <a:gd name="connsiteY18" fmla="*/ 1904097 h 2832100"/>
                <a:gd name="connsiteX19" fmla="*/ 1055816 w 2387604"/>
                <a:gd name="connsiteY19" fmla="*/ 1489075 h 2832100"/>
                <a:gd name="connsiteX20" fmla="*/ 0 w 2387604"/>
                <a:gd name="connsiteY20" fmla="*/ 534303 h 2832100"/>
                <a:gd name="connsiteX0" fmla="*/ 0 w 2762254"/>
                <a:gd name="connsiteY0" fmla="*/ 534303 h 2832100"/>
                <a:gd name="connsiteX1" fmla="*/ 1079137 w 2762254"/>
                <a:gd name="connsiteY1" fmla="*/ 1407276 h 2832100"/>
                <a:gd name="connsiteX2" fmla="*/ 542396 w 2762254"/>
                <a:gd name="connsiteY2" fmla="*/ 186641 h 2832100"/>
                <a:gd name="connsiteX3" fmla="*/ 1140192 w 2762254"/>
                <a:gd name="connsiteY3" fmla="*/ 1356721 h 2832100"/>
                <a:gd name="connsiteX4" fmla="*/ 1177927 w 2762254"/>
                <a:gd name="connsiteY4" fmla="*/ 0 h 2832100"/>
                <a:gd name="connsiteX5" fmla="*/ 1215662 w 2762254"/>
                <a:gd name="connsiteY5" fmla="*/ 1356721 h 2832100"/>
                <a:gd name="connsiteX6" fmla="*/ 1832508 w 2762254"/>
                <a:gd name="connsiteY6" fmla="*/ 110441 h 2832100"/>
                <a:gd name="connsiteX7" fmla="*/ 1276717 w 2762254"/>
                <a:gd name="connsiteY7" fmla="*/ 1407276 h 2832100"/>
                <a:gd name="connsiteX8" fmla="*/ 2387604 w 2762254"/>
                <a:gd name="connsiteY8" fmla="*/ 496203 h 2832100"/>
                <a:gd name="connsiteX9" fmla="*/ 1300038 w 2762254"/>
                <a:gd name="connsiteY9" fmla="*/ 1489075 h 2832100"/>
                <a:gd name="connsiteX10" fmla="*/ 2762254 w 2762254"/>
                <a:gd name="connsiteY10" fmla="*/ 1053197 h 2832100"/>
                <a:gd name="connsiteX11" fmla="*/ 1276717 w 2762254"/>
                <a:gd name="connsiteY11" fmla="*/ 1570874 h 2832100"/>
                <a:gd name="connsiteX12" fmla="*/ 1870608 w 2762254"/>
                <a:gd name="connsiteY12" fmla="*/ 2575609 h 2832100"/>
                <a:gd name="connsiteX13" fmla="*/ 1215662 w 2762254"/>
                <a:gd name="connsiteY13" fmla="*/ 1621429 h 2832100"/>
                <a:gd name="connsiteX14" fmla="*/ 1177927 w 2762254"/>
                <a:gd name="connsiteY14" fmla="*/ 2832100 h 2832100"/>
                <a:gd name="connsiteX15" fmla="*/ 1140192 w 2762254"/>
                <a:gd name="connsiteY15" fmla="*/ 1621429 h 2832100"/>
                <a:gd name="connsiteX16" fmla="*/ 485246 w 2762254"/>
                <a:gd name="connsiteY16" fmla="*/ 2575609 h 2832100"/>
                <a:gd name="connsiteX17" fmla="*/ 1079137 w 2762254"/>
                <a:gd name="connsiteY17" fmla="*/ 1570874 h 2832100"/>
                <a:gd name="connsiteX18" fmla="*/ 57150 w 2762254"/>
                <a:gd name="connsiteY18" fmla="*/ 1904097 h 2832100"/>
                <a:gd name="connsiteX19" fmla="*/ 1055816 w 2762254"/>
                <a:gd name="connsiteY19" fmla="*/ 1489075 h 2832100"/>
                <a:gd name="connsiteX20" fmla="*/ 0 w 2762254"/>
                <a:gd name="connsiteY20" fmla="*/ 534303 h 2832100"/>
                <a:gd name="connsiteX0" fmla="*/ 0 w 2829458"/>
                <a:gd name="connsiteY0" fmla="*/ 534303 h 2832100"/>
                <a:gd name="connsiteX1" fmla="*/ 1079137 w 2829458"/>
                <a:gd name="connsiteY1" fmla="*/ 1407276 h 2832100"/>
                <a:gd name="connsiteX2" fmla="*/ 542396 w 2829458"/>
                <a:gd name="connsiteY2" fmla="*/ 186641 h 2832100"/>
                <a:gd name="connsiteX3" fmla="*/ 1140192 w 2829458"/>
                <a:gd name="connsiteY3" fmla="*/ 1356721 h 2832100"/>
                <a:gd name="connsiteX4" fmla="*/ 1177927 w 2829458"/>
                <a:gd name="connsiteY4" fmla="*/ 0 h 2832100"/>
                <a:gd name="connsiteX5" fmla="*/ 1215662 w 2829458"/>
                <a:gd name="connsiteY5" fmla="*/ 1356721 h 2832100"/>
                <a:gd name="connsiteX6" fmla="*/ 1832508 w 2829458"/>
                <a:gd name="connsiteY6" fmla="*/ 110441 h 2832100"/>
                <a:gd name="connsiteX7" fmla="*/ 1276717 w 2829458"/>
                <a:gd name="connsiteY7" fmla="*/ 1407276 h 2832100"/>
                <a:gd name="connsiteX8" fmla="*/ 2387604 w 2829458"/>
                <a:gd name="connsiteY8" fmla="*/ 496203 h 2832100"/>
                <a:gd name="connsiteX9" fmla="*/ 1300038 w 2829458"/>
                <a:gd name="connsiteY9" fmla="*/ 1489075 h 2832100"/>
                <a:gd name="connsiteX10" fmla="*/ 2762254 w 2829458"/>
                <a:gd name="connsiteY10" fmla="*/ 1053197 h 2832100"/>
                <a:gd name="connsiteX11" fmla="*/ 1276717 w 2829458"/>
                <a:gd name="connsiteY11" fmla="*/ 1570874 h 2832100"/>
                <a:gd name="connsiteX12" fmla="*/ 2829458 w 2829458"/>
                <a:gd name="connsiteY12" fmla="*/ 1699309 h 2832100"/>
                <a:gd name="connsiteX13" fmla="*/ 1215662 w 2829458"/>
                <a:gd name="connsiteY13" fmla="*/ 1621429 h 2832100"/>
                <a:gd name="connsiteX14" fmla="*/ 1177927 w 2829458"/>
                <a:gd name="connsiteY14" fmla="*/ 2832100 h 2832100"/>
                <a:gd name="connsiteX15" fmla="*/ 1140192 w 2829458"/>
                <a:gd name="connsiteY15" fmla="*/ 1621429 h 2832100"/>
                <a:gd name="connsiteX16" fmla="*/ 485246 w 2829458"/>
                <a:gd name="connsiteY16" fmla="*/ 2575609 h 2832100"/>
                <a:gd name="connsiteX17" fmla="*/ 1079137 w 2829458"/>
                <a:gd name="connsiteY17" fmla="*/ 1570874 h 2832100"/>
                <a:gd name="connsiteX18" fmla="*/ 57150 w 2829458"/>
                <a:gd name="connsiteY18" fmla="*/ 1904097 h 2832100"/>
                <a:gd name="connsiteX19" fmla="*/ 1055816 w 2829458"/>
                <a:gd name="connsiteY19" fmla="*/ 1489075 h 2832100"/>
                <a:gd name="connsiteX20" fmla="*/ 0 w 2829458"/>
                <a:gd name="connsiteY20" fmla="*/ 534303 h 2832100"/>
                <a:gd name="connsiteX0" fmla="*/ 342900 w 3172358"/>
                <a:gd name="connsiteY0" fmla="*/ 534303 h 2832100"/>
                <a:gd name="connsiteX1" fmla="*/ 1422037 w 3172358"/>
                <a:gd name="connsiteY1" fmla="*/ 1407276 h 2832100"/>
                <a:gd name="connsiteX2" fmla="*/ 885296 w 3172358"/>
                <a:gd name="connsiteY2" fmla="*/ 186641 h 2832100"/>
                <a:gd name="connsiteX3" fmla="*/ 1483092 w 3172358"/>
                <a:gd name="connsiteY3" fmla="*/ 1356721 h 2832100"/>
                <a:gd name="connsiteX4" fmla="*/ 1520827 w 3172358"/>
                <a:gd name="connsiteY4" fmla="*/ 0 h 2832100"/>
                <a:gd name="connsiteX5" fmla="*/ 1558562 w 3172358"/>
                <a:gd name="connsiteY5" fmla="*/ 1356721 h 2832100"/>
                <a:gd name="connsiteX6" fmla="*/ 2175408 w 3172358"/>
                <a:gd name="connsiteY6" fmla="*/ 110441 h 2832100"/>
                <a:gd name="connsiteX7" fmla="*/ 1619617 w 3172358"/>
                <a:gd name="connsiteY7" fmla="*/ 1407276 h 2832100"/>
                <a:gd name="connsiteX8" fmla="*/ 2730504 w 3172358"/>
                <a:gd name="connsiteY8" fmla="*/ 496203 h 2832100"/>
                <a:gd name="connsiteX9" fmla="*/ 1642938 w 3172358"/>
                <a:gd name="connsiteY9" fmla="*/ 1489075 h 2832100"/>
                <a:gd name="connsiteX10" fmla="*/ 3105154 w 3172358"/>
                <a:gd name="connsiteY10" fmla="*/ 1053197 h 2832100"/>
                <a:gd name="connsiteX11" fmla="*/ 1619617 w 3172358"/>
                <a:gd name="connsiteY11" fmla="*/ 1570874 h 2832100"/>
                <a:gd name="connsiteX12" fmla="*/ 3172358 w 3172358"/>
                <a:gd name="connsiteY12" fmla="*/ 1699309 h 2832100"/>
                <a:gd name="connsiteX13" fmla="*/ 1558562 w 3172358"/>
                <a:gd name="connsiteY13" fmla="*/ 1621429 h 2832100"/>
                <a:gd name="connsiteX14" fmla="*/ 1520827 w 3172358"/>
                <a:gd name="connsiteY14" fmla="*/ 2832100 h 2832100"/>
                <a:gd name="connsiteX15" fmla="*/ 1483092 w 3172358"/>
                <a:gd name="connsiteY15" fmla="*/ 1621429 h 2832100"/>
                <a:gd name="connsiteX16" fmla="*/ 828146 w 3172358"/>
                <a:gd name="connsiteY16" fmla="*/ 2575609 h 2832100"/>
                <a:gd name="connsiteX17" fmla="*/ 1422037 w 3172358"/>
                <a:gd name="connsiteY17" fmla="*/ 1570874 h 2832100"/>
                <a:gd name="connsiteX18" fmla="*/ 0 w 3172358"/>
                <a:gd name="connsiteY18" fmla="*/ 1078597 h 2832100"/>
                <a:gd name="connsiteX19" fmla="*/ 1398716 w 3172358"/>
                <a:gd name="connsiteY19" fmla="*/ 1489075 h 2832100"/>
                <a:gd name="connsiteX20" fmla="*/ 342900 w 3172358"/>
                <a:gd name="connsiteY20" fmla="*/ 534303 h 2832100"/>
                <a:gd name="connsiteX0" fmla="*/ 479954 w 3309412"/>
                <a:gd name="connsiteY0" fmla="*/ 534303 h 2832100"/>
                <a:gd name="connsiteX1" fmla="*/ 1559091 w 3309412"/>
                <a:gd name="connsiteY1" fmla="*/ 1407276 h 2832100"/>
                <a:gd name="connsiteX2" fmla="*/ 1022350 w 3309412"/>
                <a:gd name="connsiteY2" fmla="*/ 186641 h 2832100"/>
                <a:gd name="connsiteX3" fmla="*/ 1620146 w 3309412"/>
                <a:gd name="connsiteY3" fmla="*/ 1356721 h 2832100"/>
                <a:gd name="connsiteX4" fmla="*/ 1657881 w 3309412"/>
                <a:gd name="connsiteY4" fmla="*/ 0 h 2832100"/>
                <a:gd name="connsiteX5" fmla="*/ 1695616 w 3309412"/>
                <a:gd name="connsiteY5" fmla="*/ 1356721 h 2832100"/>
                <a:gd name="connsiteX6" fmla="*/ 2312462 w 3309412"/>
                <a:gd name="connsiteY6" fmla="*/ 110441 h 2832100"/>
                <a:gd name="connsiteX7" fmla="*/ 1756671 w 3309412"/>
                <a:gd name="connsiteY7" fmla="*/ 1407276 h 2832100"/>
                <a:gd name="connsiteX8" fmla="*/ 2867558 w 3309412"/>
                <a:gd name="connsiteY8" fmla="*/ 496203 h 2832100"/>
                <a:gd name="connsiteX9" fmla="*/ 1779992 w 3309412"/>
                <a:gd name="connsiteY9" fmla="*/ 1489075 h 2832100"/>
                <a:gd name="connsiteX10" fmla="*/ 3242208 w 3309412"/>
                <a:gd name="connsiteY10" fmla="*/ 1053197 h 2832100"/>
                <a:gd name="connsiteX11" fmla="*/ 1756671 w 3309412"/>
                <a:gd name="connsiteY11" fmla="*/ 1570874 h 2832100"/>
                <a:gd name="connsiteX12" fmla="*/ 3309412 w 3309412"/>
                <a:gd name="connsiteY12" fmla="*/ 1699309 h 2832100"/>
                <a:gd name="connsiteX13" fmla="*/ 1695616 w 3309412"/>
                <a:gd name="connsiteY13" fmla="*/ 1621429 h 2832100"/>
                <a:gd name="connsiteX14" fmla="*/ 1657881 w 3309412"/>
                <a:gd name="connsiteY14" fmla="*/ 2832100 h 2832100"/>
                <a:gd name="connsiteX15" fmla="*/ 1620146 w 3309412"/>
                <a:gd name="connsiteY15" fmla="*/ 1621429 h 2832100"/>
                <a:gd name="connsiteX16" fmla="*/ 0 w 3309412"/>
                <a:gd name="connsiteY16" fmla="*/ 1718359 h 2832100"/>
                <a:gd name="connsiteX17" fmla="*/ 1559091 w 3309412"/>
                <a:gd name="connsiteY17" fmla="*/ 1570874 h 2832100"/>
                <a:gd name="connsiteX18" fmla="*/ 137054 w 3309412"/>
                <a:gd name="connsiteY18" fmla="*/ 1078597 h 2832100"/>
                <a:gd name="connsiteX19" fmla="*/ 1535770 w 3309412"/>
                <a:gd name="connsiteY19" fmla="*/ 1489075 h 2832100"/>
                <a:gd name="connsiteX20" fmla="*/ 479954 w 3309412"/>
                <a:gd name="connsiteY20" fmla="*/ 534303 h 2832100"/>
                <a:gd name="connsiteX0" fmla="*/ 479954 w 3309412"/>
                <a:gd name="connsiteY0" fmla="*/ 534303 h 2832100"/>
                <a:gd name="connsiteX1" fmla="*/ 1559091 w 3309412"/>
                <a:gd name="connsiteY1" fmla="*/ 1407276 h 2832100"/>
                <a:gd name="connsiteX2" fmla="*/ 1022350 w 3309412"/>
                <a:gd name="connsiteY2" fmla="*/ 186641 h 2832100"/>
                <a:gd name="connsiteX3" fmla="*/ 1620146 w 3309412"/>
                <a:gd name="connsiteY3" fmla="*/ 1356721 h 2832100"/>
                <a:gd name="connsiteX4" fmla="*/ 1657881 w 3309412"/>
                <a:gd name="connsiteY4" fmla="*/ 0 h 2832100"/>
                <a:gd name="connsiteX5" fmla="*/ 1695616 w 3309412"/>
                <a:gd name="connsiteY5" fmla="*/ 1356721 h 2832100"/>
                <a:gd name="connsiteX6" fmla="*/ 2312462 w 3309412"/>
                <a:gd name="connsiteY6" fmla="*/ 110441 h 2832100"/>
                <a:gd name="connsiteX7" fmla="*/ 1756671 w 3309412"/>
                <a:gd name="connsiteY7" fmla="*/ 1407276 h 2832100"/>
                <a:gd name="connsiteX8" fmla="*/ 2867558 w 3309412"/>
                <a:gd name="connsiteY8" fmla="*/ 496203 h 2832100"/>
                <a:gd name="connsiteX9" fmla="*/ 1779992 w 3309412"/>
                <a:gd name="connsiteY9" fmla="*/ 1489075 h 2832100"/>
                <a:gd name="connsiteX10" fmla="*/ 3242208 w 3309412"/>
                <a:gd name="connsiteY10" fmla="*/ 1053197 h 2832100"/>
                <a:gd name="connsiteX11" fmla="*/ 1756671 w 3309412"/>
                <a:gd name="connsiteY11" fmla="*/ 1570874 h 2832100"/>
                <a:gd name="connsiteX12" fmla="*/ 3309412 w 3309412"/>
                <a:gd name="connsiteY12" fmla="*/ 1699309 h 2832100"/>
                <a:gd name="connsiteX13" fmla="*/ 1695616 w 3309412"/>
                <a:gd name="connsiteY13" fmla="*/ 1621429 h 2832100"/>
                <a:gd name="connsiteX14" fmla="*/ 1657881 w 3309412"/>
                <a:gd name="connsiteY14" fmla="*/ 2832100 h 2832100"/>
                <a:gd name="connsiteX15" fmla="*/ 1537596 w 3309412"/>
                <a:gd name="connsiteY15" fmla="*/ 1748429 h 2832100"/>
                <a:gd name="connsiteX16" fmla="*/ 0 w 3309412"/>
                <a:gd name="connsiteY16" fmla="*/ 1718359 h 2832100"/>
                <a:gd name="connsiteX17" fmla="*/ 1559091 w 3309412"/>
                <a:gd name="connsiteY17" fmla="*/ 1570874 h 2832100"/>
                <a:gd name="connsiteX18" fmla="*/ 137054 w 3309412"/>
                <a:gd name="connsiteY18" fmla="*/ 1078597 h 2832100"/>
                <a:gd name="connsiteX19" fmla="*/ 1535770 w 3309412"/>
                <a:gd name="connsiteY19" fmla="*/ 1489075 h 2832100"/>
                <a:gd name="connsiteX20" fmla="*/ 479954 w 3309412"/>
                <a:gd name="connsiteY20" fmla="*/ 534303 h 28321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695616 w 3309412"/>
                <a:gd name="connsiteY13" fmla="*/ 1621429 h 1778000"/>
                <a:gd name="connsiteX14" fmla="*/ 1657881 w 3309412"/>
                <a:gd name="connsiteY14" fmla="*/ 1778000 h 1778000"/>
                <a:gd name="connsiteX15" fmla="*/ 1537596 w 3309412"/>
                <a:gd name="connsiteY15" fmla="*/ 17484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537596 w 3309412"/>
                <a:gd name="connsiteY15" fmla="*/ 17484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559091 w 3309412"/>
                <a:gd name="connsiteY17" fmla="*/ 15708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343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535770 w 3309412"/>
                <a:gd name="connsiteY19" fmla="*/ 14890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59091 w 3309412"/>
                <a:gd name="connsiteY1" fmla="*/ 140727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34170 w 3309412"/>
                <a:gd name="connsiteY19" fmla="*/ 15271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0146 w 3309412"/>
                <a:gd name="connsiteY3" fmla="*/ 13567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01096 w 3309412"/>
                <a:gd name="connsiteY3" fmla="*/ 14456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07446 w 3309412"/>
                <a:gd name="connsiteY3" fmla="*/ 15281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626496 w 3309412"/>
                <a:gd name="connsiteY3" fmla="*/ 152182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21470 w 3309412"/>
                <a:gd name="connsiteY19" fmla="*/ 15462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91320 w 3309412"/>
                <a:gd name="connsiteY19" fmla="*/ 16033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510370 w 3309412"/>
                <a:gd name="connsiteY19" fmla="*/ 159702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65920 w 3309412"/>
                <a:gd name="connsiteY19" fmla="*/ 1590675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3041 w 3309412"/>
                <a:gd name="connsiteY17" fmla="*/ 164707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19391 w 3309412"/>
                <a:gd name="connsiteY17" fmla="*/ 1701049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7247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01941 w 3309412"/>
                <a:gd name="connsiteY1" fmla="*/ 147712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5616 w 3309412"/>
                <a:gd name="connsiteY5" fmla="*/ 135672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82916 w 3309412"/>
                <a:gd name="connsiteY5" fmla="*/ 1490071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56671 w 3309412"/>
                <a:gd name="connsiteY7" fmla="*/ 140727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56671 w 3309412"/>
                <a:gd name="connsiteY11" fmla="*/ 157087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896371 w 3309412"/>
                <a:gd name="connsiteY11" fmla="*/ 1640724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791596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79992 w 3309412"/>
                <a:gd name="connsiteY9" fmla="*/ 14890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95867 w 3309412"/>
                <a:gd name="connsiteY9" fmla="*/ 1644650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789517 w 3309412"/>
                <a:gd name="connsiteY9" fmla="*/ 1600200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8421 w 3309412"/>
                <a:gd name="connsiteY7" fmla="*/ 14517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804296 w 3309412"/>
                <a:gd name="connsiteY7" fmla="*/ 149617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594746 w 3309412"/>
                <a:gd name="connsiteY3" fmla="*/ 1464671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20991 w 3309412"/>
                <a:gd name="connsiteY1" fmla="*/ 15088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62745 w 3309412"/>
                <a:gd name="connsiteY19" fmla="*/ 157480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25741 w 3309412"/>
                <a:gd name="connsiteY17" fmla="*/ 166612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90021 w 3309412"/>
                <a:gd name="connsiteY11" fmla="*/ 165659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43492 w 3309412"/>
                <a:gd name="connsiteY9" fmla="*/ 157797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85246 w 3309412"/>
                <a:gd name="connsiteY7" fmla="*/ 1502526 h 1778000"/>
                <a:gd name="connsiteX8" fmla="*/ 2867558 w 3309412"/>
                <a:gd name="connsiteY8" fmla="*/ 496203 h 1778000"/>
                <a:gd name="connsiteX9" fmla="*/ 1830792 w 3309412"/>
                <a:gd name="connsiteY9" fmla="*/ 158432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57881 w 3309412"/>
                <a:gd name="connsiteY4" fmla="*/ 0 h 1778000"/>
                <a:gd name="connsiteX5" fmla="*/ 1698791 w 3309412"/>
                <a:gd name="connsiteY5" fmla="*/ 1480546 h 1778000"/>
                <a:gd name="connsiteX6" fmla="*/ 2312462 w 3309412"/>
                <a:gd name="connsiteY6" fmla="*/ 110441 h 1778000"/>
                <a:gd name="connsiteX7" fmla="*/ 1778896 w 3309412"/>
                <a:gd name="connsiteY7" fmla="*/ 1518401 h 1778000"/>
                <a:gd name="connsiteX8" fmla="*/ 2867558 w 3309412"/>
                <a:gd name="connsiteY8" fmla="*/ 496203 h 1778000"/>
                <a:gd name="connsiteX9" fmla="*/ 1830792 w 3309412"/>
                <a:gd name="connsiteY9" fmla="*/ 1584325 h 1778000"/>
                <a:gd name="connsiteX10" fmla="*/ 3242208 w 3309412"/>
                <a:gd name="connsiteY10" fmla="*/ 1053197 h 1778000"/>
                <a:gd name="connsiteX11" fmla="*/ 1858271 w 3309412"/>
                <a:gd name="connsiteY11" fmla="*/ 1662949 h 1778000"/>
                <a:gd name="connsiteX12" fmla="*/ 3309412 w 3309412"/>
                <a:gd name="connsiteY12" fmla="*/ 1699309 h 1778000"/>
                <a:gd name="connsiteX13" fmla="*/ 1943266 w 3309412"/>
                <a:gd name="connsiteY13" fmla="*/ 1742079 h 1778000"/>
                <a:gd name="connsiteX14" fmla="*/ 1657881 w 3309412"/>
                <a:gd name="connsiteY14" fmla="*/ 1778000 h 1778000"/>
                <a:gd name="connsiteX15" fmla="*/ 1499496 w 3309412"/>
                <a:gd name="connsiteY15" fmla="*/ 1761129 h 1778000"/>
                <a:gd name="connsiteX16" fmla="*/ 0 w 3309412"/>
                <a:gd name="connsiteY16" fmla="*/ 1718359 h 1778000"/>
                <a:gd name="connsiteX17" fmla="*/ 1444791 w 3309412"/>
                <a:gd name="connsiteY17" fmla="*/ 1659774 h 1778000"/>
                <a:gd name="connsiteX18" fmla="*/ 137054 w 3309412"/>
                <a:gd name="connsiteY18" fmla="*/ 1078597 h 1778000"/>
                <a:gd name="connsiteX19" fmla="*/ 1478620 w 3309412"/>
                <a:gd name="connsiteY19" fmla="*/ 1581150 h 1778000"/>
                <a:gd name="connsiteX20" fmla="*/ 479954 w 3309412"/>
                <a:gd name="connsiteY20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7480 w 3309412"/>
                <a:gd name="connsiteY4" fmla="*/ 1175995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4303 h 1778000"/>
                <a:gd name="connsiteX1" fmla="*/ 1530516 w 3309412"/>
                <a:gd name="connsiteY1" fmla="*/ 1521576 h 1778000"/>
                <a:gd name="connsiteX2" fmla="*/ 1022350 w 3309412"/>
                <a:gd name="connsiteY2" fmla="*/ 186641 h 1778000"/>
                <a:gd name="connsiteX3" fmla="*/ 1607446 w 3309412"/>
                <a:gd name="connsiteY3" fmla="*/ 1486896 h 1778000"/>
                <a:gd name="connsiteX4" fmla="*/ 1610336 w 3309412"/>
                <a:gd name="connsiteY4" fmla="*/ 1216476 h 1778000"/>
                <a:gd name="connsiteX5" fmla="*/ 1657881 w 3309412"/>
                <a:gd name="connsiteY5" fmla="*/ 0 h 1778000"/>
                <a:gd name="connsiteX6" fmla="*/ 1698791 w 3309412"/>
                <a:gd name="connsiteY6" fmla="*/ 1480546 h 1778000"/>
                <a:gd name="connsiteX7" fmla="*/ 2312462 w 3309412"/>
                <a:gd name="connsiteY7" fmla="*/ 110441 h 1778000"/>
                <a:gd name="connsiteX8" fmla="*/ 1778896 w 3309412"/>
                <a:gd name="connsiteY8" fmla="*/ 1518401 h 1778000"/>
                <a:gd name="connsiteX9" fmla="*/ 2867558 w 3309412"/>
                <a:gd name="connsiteY9" fmla="*/ 496203 h 1778000"/>
                <a:gd name="connsiteX10" fmla="*/ 1830792 w 3309412"/>
                <a:gd name="connsiteY10" fmla="*/ 1584325 h 1778000"/>
                <a:gd name="connsiteX11" fmla="*/ 3242208 w 3309412"/>
                <a:gd name="connsiteY11" fmla="*/ 1053197 h 1778000"/>
                <a:gd name="connsiteX12" fmla="*/ 1858271 w 3309412"/>
                <a:gd name="connsiteY12" fmla="*/ 1662949 h 1778000"/>
                <a:gd name="connsiteX13" fmla="*/ 3309412 w 3309412"/>
                <a:gd name="connsiteY13" fmla="*/ 1699309 h 1778000"/>
                <a:gd name="connsiteX14" fmla="*/ 1943266 w 3309412"/>
                <a:gd name="connsiteY14" fmla="*/ 1742079 h 1778000"/>
                <a:gd name="connsiteX15" fmla="*/ 1657881 w 3309412"/>
                <a:gd name="connsiteY15" fmla="*/ 1778000 h 1778000"/>
                <a:gd name="connsiteX16" fmla="*/ 1499496 w 3309412"/>
                <a:gd name="connsiteY16" fmla="*/ 1761129 h 1778000"/>
                <a:gd name="connsiteX17" fmla="*/ 0 w 3309412"/>
                <a:gd name="connsiteY17" fmla="*/ 1718359 h 1778000"/>
                <a:gd name="connsiteX18" fmla="*/ 1444791 w 3309412"/>
                <a:gd name="connsiteY18" fmla="*/ 1659774 h 1778000"/>
                <a:gd name="connsiteX19" fmla="*/ 137054 w 3309412"/>
                <a:gd name="connsiteY19" fmla="*/ 1078597 h 1778000"/>
                <a:gd name="connsiteX20" fmla="*/ 1478620 w 3309412"/>
                <a:gd name="connsiteY20" fmla="*/ 1581150 h 1778000"/>
                <a:gd name="connsiteX21" fmla="*/ 479954 w 3309412"/>
                <a:gd name="connsiteY21" fmla="*/ 534303 h 1778000"/>
                <a:gd name="connsiteX0" fmla="*/ 479954 w 3309412"/>
                <a:gd name="connsiteY0" fmla="*/ 537148 h 1780845"/>
                <a:gd name="connsiteX1" fmla="*/ 1530516 w 3309412"/>
                <a:gd name="connsiteY1" fmla="*/ 1524421 h 1780845"/>
                <a:gd name="connsiteX2" fmla="*/ 1022350 w 3309412"/>
                <a:gd name="connsiteY2" fmla="*/ 189486 h 1780845"/>
                <a:gd name="connsiteX3" fmla="*/ 1607446 w 3309412"/>
                <a:gd name="connsiteY3" fmla="*/ 1489741 h 1780845"/>
                <a:gd name="connsiteX4" fmla="*/ 1610336 w 3309412"/>
                <a:gd name="connsiteY4" fmla="*/ 1219321 h 1780845"/>
                <a:gd name="connsiteX5" fmla="*/ 1586523 w 3309412"/>
                <a:gd name="connsiteY5" fmla="*/ 1121690 h 1780845"/>
                <a:gd name="connsiteX6" fmla="*/ 1657881 w 3309412"/>
                <a:gd name="connsiteY6" fmla="*/ 2845 h 1780845"/>
                <a:gd name="connsiteX7" fmla="*/ 1698791 w 3309412"/>
                <a:gd name="connsiteY7" fmla="*/ 1483391 h 1780845"/>
                <a:gd name="connsiteX8" fmla="*/ 2312462 w 3309412"/>
                <a:gd name="connsiteY8" fmla="*/ 113286 h 1780845"/>
                <a:gd name="connsiteX9" fmla="*/ 1778896 w 3309412"/>
                <a:gd name="connsiteY9" fmla="*/ 1521246 h 1780845"/>
                <a:gd name="connsiteX10" fmla="*/ 2867558 w 3309412"/>
                <a:gd name="connsiteY10" fmla="*/ 499048 h 1780845"/>
                <a:gd name="connsiteX11" fmla="*/ 1830792 w 3309412"/>
                <a:gd name="connsiteY11" fmla="*/ 1587170 h 1780845"/>
                <a:gd name="connsiteX12" fmla="*/ 3242208 w 3309412"/>
                <a:gd name="connsiteY12" fmla="*/ 1056042 h 1780845"/>
                <a:gd name="connsiteX13" fmla="*/ 1858271 w 3309412"/>
                <a:gd name="connsiteY13" fmla="*/ 1665794 h 1780845"/>
                <a:gd name="connsiteX14" fmla="*/ 3309412 w 3309412"/>
                <a:gd name="connsiteY14" fmla="*/ 1702154 h 1780845"/>
                <a:gd name="connsiteX15" fmla="*/ 1943266 w 3309412"/>
                <a:gd name="connsiteY15" fmla="*/ 1744924 h 1780845"/>
                <a:gd name="connsiteX16" fmla="*/ 1657881 w 3309412"/>
                <a:gd name="connsiteY16" fmla="*/ 1780845 h 1780845"/>
                <a:gd name="connsiteX17" fmla="*/ 1499496 w 3309412"/>
                <a:gd name="connsiteY17" fmla="*/ 1763974 h 1780845"/>
                <a:gd name="connsiteX18" fmla="*/ 0 w 3309412"/>
                <a:gd name="connsiteY18" fmla="*/ 1721204 h 1780845"/>
                <a:gd name="connsiteX19" fmla="*/ 1444791 w 3309412"/>
                <a:gd name="connsiteY19" fmla="*/ 1662619 h 1780845"/>
                <a:gd name="connsiteX20" fmla="*/ 137054 w 3309412"/>
                <a:gd name="connsiteY20" fmla="*/ 1081442 h 1780845"/>
                <a:gd name="connsiteX21" fmla="*/ 1478620 w 3309412"/>
                <a:gd name="connsiteY21" fmla="*/ 1583995 h 1780845"/>
                <a:gd name="connsiteX22" fmla="*/ 479954 w 3309412"/>
                <a:gd name="connsiteY22" fmla="*/ 537148 h 1780845"/>
                <a:gd name="connsiteX0" fmla="*/ 479954 w 3309412"/>
                <a:gd name="connsiteY0" fmla="*/ 537148 h 1780845"/>
                <a:gd name="connsiteX1" fmla="*/ 1530516 w 3309412"/>
                <a:gd name="connsiteY1" fmla="*/ 1524421 h 1780845"/>
                <a:gd name="connsiteX2" fmla="*/ 1022350 w 3309412"/>
                <a:gd name="connsiteY2" fmla="*/ 189486 h 1780845"/>
                <a:gd name="connsiteX3" fmla="*/ 1607446 w 3309412"/>
                <a:gd name="connsiteY3" fmla="*/ 1489741 h 1780845"/>
                <a:gd name="connsiteX4" fmla="*/ 1610336 w 3309412"/>
                <a:gd name="connsiteY4" fmla="*/ 1219321 h 1780845"/>
                <a:gd name="connsiteX5" fmla="*/ 1586523 w 3309412"/>
                <a:gd name="connsiteY5" fmla="*/ 1121690 h 1780845"/>
                <a:gd name="connsiteX6" fmla="*/ 1657881 w 3309412"/>
                <a:gd name="connsiteY6" fmla="*/ 2845 h 1780845"/>
                <a:gd name="connsiteX7" fmla="*/ 1698791 w 3309412"/>
                <a:gd name="connsiteY7" fmla="*/ 1483391 h 1780845"/>
                <a:gd name="connsiteX8" fmla="*/ 2312462 w 3309412"/>
                <a:gd name="connsiteY8" fmla="*/ 113286 h 1780845"/>
                <a:gd name="connsiteX9" fmla="*/ 1778896 w 3309412"/>
                <a:gd name="connsiteY9" fmla="*/ 1521246 h 1780845"/>
                <a:gd name="connsiteX10" fmla="*/ 2867558 w 3309412"/>
                <a:gd name="connsiteY10" fmla="*/ 499048 h 1780845"/>
                <a:gd name="connsiteX11" fmla="*/ 1830792 w 3309412"/>
                <a:gd name="connsiteY11" fmla="*/ 1587170 h 1780845"/>
                <a:gd name="connsiteX12" fmla="*/ 3242208 w 3309412"/>
                <a:gd name="connsiteY12" fmla="*/ 1056042 h 1780845"/>
                <a:gd name="connsiteX13" fmla="*/ 1858271 w 3309412"/>
                <a:gd name="connsiteY13" fmla="*/ 1665794 h 1780845"/>
                <a:gd name="connsiteX14" fmla="*/ 3309412 w 3309412"/>
                <a:gd name="connsiteY14" fmla="*/ 1702154 h 1780845"/>
                <a:gd name="connsiteX15" fmla="*/ 1943266 w 3309412"/>
                <a:gd name="connsiteY15" fmla="*/ 1744924 h 1780845"/>
                <a:gd name="connsiteX16" fmla="*/ 1657881 w 3309412"/>
                <a:gd name="connsiteY16" fmla="*/ 1780845 h 1780845"/>
                <a:gd name="connsiteX17" fmla="*/ 1499496 w 3309412"/>
                <a:gd name="connsiteY17" fmla="*/ 1763974 h 1780845"/>
                <a:gd name="connsiteX18" fmla="*/ 0 w 3309412"/>
                <a:gd name="connsiteY18" fmla="*/ 1721204 h 1780845"/>
                <a:gd name="connsiteX19" fmla="*/ 1444791 w 3309412"/>
                <a:gd name="connsiteY19" fmla="*/ 1662619 h 1780845"/>
                <a:gd name="connsiteX20" fmla="*/ 137054 w 3309412"/>
                <a:gd name="connsiteY20" fmla="*/ 1081442 h 1780845"/>
                <a:gd name="connsiteX21" fmla="*/ 1478620 w 3309412"/>
                <a:gd name="connsiteY21" fmla="*/ 1583995 h 1780845"/>
                <a:gd name="connsiteX22" fmla="*/ 479954 w 3309412"/>
                <a:gd name="connsiteY22" fmla="*/ 537148 h 1780845"/>
                <a:gd name="connsiteX0" fmla="*/ 479954 w 3309412"/>
                <a:gd name="connsiteY0" fmla="*/ 536678 h 1780375"/>
                <a:gd name="connsiteX1" fmla="*/ 1530516 w 3309412"/>
                <a:gd name="connsiteY1" fmla="*/ 1523951 h 1780375"/>
                <a:gd name="connsiteX2" fmla="*/ 1022350 w 3309412"/>
                <a:gd name="connsiteY2" fmla="*/ 189016 h 1780375"/>
                <a:gd name="connsiteX3" fmla="*/ 1607446 w 3309412"/>
                <a:gd name="connsiteY3" fmla="*/ 1489271 h 1780375"/>
                <a:gd name="connsiteX4" fmla="*/ 1610336 w 3309412"/>
                <a:gd name="connsiteY4" fmla="*/ 1218851 h 1780375"/>
                <a:gd name="connsiteX5" fmla="*/ 1586523 w 3309412"/>
                <a:gd name="connsiteY5" fmla="*/ 1121220 h 1780375"/>
                <a:gd name="connsiteX6" fmla="*/ 1657881 w 3309412"/>
                <a:gd name="connsiteY6" fmla="*/ 2375 h 1780375"/>
                <a:gd name="connsiteX7" fmla="*/ 1698791 w 3309412"/>
                <a:gd name="connsiteY7" fmla="*/ 1482921 h 1780375"/>
                <a:gd name="connsiteX8" fmla="*/ 2312462 w 3309412"/>
                <a:gd name="connsiteY8" fmla="*/ 112816 h 1780375"/>
                <a:gd name="connsiteX9" fmla="*/ 1778896 w 3309412"/>
                <a:gd name="connsiteY9" fmla="*/ 1520776 h 1780375"/>
                <a:gd name="connsiteX10" fmla="*/ 2867558 w 3309412"/>
                <a:gd name="connsiteY10" fmla="*/ 498578 h 1780375"/>
                <a:gd name="connsiteX11" fmla="*/ 1830792 w 3309412"/>
                <a:gd name="connsiteY11" fmla="*/ 1586700 h 1780375"/>
                <a:gd name="connsiteX12" fmla="*/ 3242208 w 3309412"/>
                <a:gd name="connsiteY12" fmla="*/ 1055572 h 1780375"/>
                <a:gd name="connsiteX13" fmla="*/ 1858271 w 3309412"/>
                <a:gd name="connsiteY13" fmla="*/ 1665324 h 1780375"/>
                <a:gd name="connsiteX14" fmla="*/ 3309412 w 3309412"/>
                <a:gd name="connsiteY14" fmla="*/ 1701684 h 1780375"/>
                <a:gd name="connsiteX15" fmla="*/ 1943266 w 3309412"/>
                <a:gd name="connsiteY15" fmla="*/ 1744454 h 1780375"/>
                <a:gd name="connsiteX16" fmla="*/ 1657881 w 3309412"/>
                <a:gd name="connsiteY16" fmla="*/ 1780375 h 1780375"/>
                <a:gd name="connsiteX17" fmla="*/ 1499496 w 3309412"/>
                <a:gd name="connsiteY17" fmla="*/ 1763504 h 1780375"/>
                <a:gd name="connsiteX18" fmla="*/ 0 w 3309412"/>
                <a:gd name="connsiteY18" fmla="*/ 1720734 h 1780375"/>
                <a:gd name="connsiteX19" fmla="*/ 1444791 w 3309412"/>
                <a:gd name="connsiteY19" fmla="*/ 1662149 h 1780375"/>
                <a:gd name="connsiteX20" fmla="*/ 137054 w 3309412"/>
                <a:gd name="connsiteY20" fmla="*/ 1080972 h 1780375"/>
                <a:gd name="connsiteX21" fmla="*/ 1478620 w 3309412"/>
                <a:gd name="connsiteY21" fmla="*/ 1583525 h 1780375"/>
                <a:gd name="connsiteX22" fmla="*/ 479954 w 3309412"/>
                <a:gd name="connsiteY22" fmla="*/ 536678 h 1780375"/>
                <a:gd name="connsiteX0" fmla="*/ 479954 w 3309412"/>
                <a:gd name="connsiteY0" fmla="*/ 536714 h 1780411"/>
                <a:gd name="connsiteX1" fmla="*/ 1530516 w 3309412"/>
                <a:gd name="connsiteY1" fmla="*/ 1523987 h 1780411"/>
                <a:gd name="connsiteX2" fmla="*/ 1022350 w 3309412"/>
                <a:gd name="connsiteY2" fmla="*/ 189052 h 1780411"/>
                <a:gd name="connsiteX3" fmla="*/ 1607446 w 3309412"/>
                <a:gd name="connsiteY3" fmla="*/ 1489307 h 1780411"/>
                <a:gd name="connsiteX4" fmla="*/ 1610336 w 3309412"/>
                <a:gd name="connsiteY4" fmla="*/ 1218887 h 1780411"/>
                <a:gd name="connsiteX5" fmla="*/ 1615098 w 3309412"/>
                <a:gd name="connsiteY5" fmla="*/ 1102206 h 1780411"/>
                <a:gd name="connsiteX6" fmla="*/ 1657881 w 3309412"/>
                <a:gd name="connsiteY6" fmla="*/ 2411 h 1780411"/>
                <a:gd name="connsiteX7" fmla="*/ 1698791 w 3309412"/>
                <a:gd name="connsiteY7" fmla="*/ 1482957 h 1780411"/>
                <a:gd name="connsiteX8" fmla="*/ 2312462 w 3309412"/>
                <a:gd name="connsiteY8" fmla="*/ 112852 h 1780411"/>
                <a:gd name="connsiteX9" fmla="*/ 1778896 w 3309412"/>
                <a:gd name="connsiteY9" fmla="*/ 1520812 h 1780411"/>
                <a:gd name="connsiteX10" fmla="*/ 2867558 w 3309412"/>
                <a:gd name="connsiteY10" fmla="*/ 498614 h 1780411"/>
                <a:gd name="connsiteX11" fmla="*/ 1830792 w 3309412"/>
                <a:gd name="connsiteY11" fmla="*/ 1586736 h 1780411"/>
                <a:gd name="connsiteX12" fmla="*/ 3242208 w 3309412"/>
                <a:gd name="connsiteY12" fmla="*/ 1055608 h 1780411"/>
                <a:gd name="connsiteX13" fmla="*/ 1858271 w 3309412"/>
                <a:gd name="connsiteY13" fmla="*/ 1665360 h 1780411"/>
                <a:gd name="connsiteX14" fmla="*/ 3309412 w 3309412"/>
                <a:gd name="connsiteY14" fmla="*/ 1701720 h 1780411"/>
                <a:gd name="connsiteX15" fmla="*/ 1943266 w 3309412"/>
                <a:gd name="connsiteY15" fmla="*/ 1744490 h 1780411"/>
                <a:gd name="connsiteX16" fmla="*/ 1657881 w 3309412"/>
                <a:gd name="connsiteY16" fmla="*/ 1780411 h 1780411"/>
                <a:gd name="connsiteX17" fmla="*/ 1499496 w 3309412"/>
                <a:gd name="connsiteY17" fmla="*/ 1763540 h 1780411"/>
                <a:gd name="connsiteX18" fmla="*/ 0 w 3309412"/>
                <a:gd name="connsiteY18" fmla="*/ 1720770 h 1780411"/>
                <a:gd name="connsiteX19" fmla="*/ 1444791 w 3309412"/>
                <a:gd name="connsiteY19" fmla="*/ 1662185 h 1780411"/>
                <a:gd name="connsiteX20" fmla="*/ 137054 w 3309412"/>
                <a:gd name="connsiteY20" fmla="*/ 1081008 h 1780411"/>
                <a:gd name="connsiteX21" fmla="*/ 1478620 w 3309412"/>
                <a:gd name="connsiteY21" fmla="*/ 1583561 h 1780411"/>
                <a:gd name="connsiteX22" fmla="*/ 479954 w 3309412"/>
                <a:gd name="connsiteY22" fmla="*/ 536714 h 1780411"/>
                <a:gd name="connsiteX0" fmla="*/ 479954 w 3309412"/>
                <a:gd name="connsiteY0" fmla="*/ 536714 h 1780411"/>
                <a:gd name="connsiteX1" fmla="*/ 1530516 w 3309412"/>
                <a:gd name="connsiteY1" fmla="*/ 1523987 h 1780411"/>
                <a:gd name="connsiteX2" fmla="*/ 1022350 w 3309412"/>
                <a:gd name="connsiteY2" fmla="*/ 189052 h 1780411"/>
                <a:gd name="connsiteX3" fmla="*/ 1607446 w 3309412"/>
                <a:gd name="connsiteY3" fmla="*/ 1489307 h 1780411"/>
                <a:gd name="connsiteX4" fmla="*/ 1610336 w 3309412"/>
                <a:gd name="connsiteY4" fmla="*/ 1218887 h 1780411"/>
                <a:gd name="connsiteX5" fmla="*/ 1615098 w 3309412"/>
                <a:gd name="connsiteY5" fmla="*/ 1102206 h 1780411"/>
                <a:gd name="connsiteX6" fmla="*/ 1657881 w 3309412"/>
                <a:gd name="connsiteY6" fmla="*/ 2411 h 1780411"/>
                <a:gd name="connsiteX7" fmla="*/ 1698791 w 3309412"/>
                <a:gd name="connsiteY7" fmla="*/ 1482957 h 1780411"/>
                <a:gd name="connsiteX8" fmla="*/ 2312462 w 3309412"/>
                <a:gd name="connsiteY8" fmla="*/ 112852 h 1780411"/>
                <a:gd name="connsiteX9" fmla="*/ 1778896 w 3309412"/>
                <a:gd name="connsiteY9" fmla="*/ 1520812 h 1780411"/>
                <a:gd name="connsiteX10" fmla="*/ 2867558 w 3309412"/>
                <a:gd name="connsiteY10" fmla="*/ 498614 h 1780411"/>
                <a:gd name="connsiteX11" fmla="*/ 1830792 w 3309412"/>
                <a:gd name="connsiteY11" fmla="*/ 1586736 h 1780411"/>
                <a:gd name="connsiteX12" fmla="*/ 3242208 w 3309412"/>
                <a:gd name="connsiteY12" fmla="*/ 1055608 h 1780411"/>
                <a:gd name="connsiteX13" fmla="*/ 1858271 w 3309412"/>
                <a:gd name="connsiteY13" fmla="*/ 1665360 h 1780411"/>
                <a:gd name="connsiteX14" fmla="*/ 3309412 w 3309412"/>
                <a:gd name="connsiteY14" fmla="*/ 1701720 h 1780411"/>
                <a:gd name="connsiteX15" fmla="*/ 1943266 w 3309412"/>
                <a:gd name="connsiteY15" fmla="*/ 1744490 h 1780411"/>
                <a:gd name="connsiteX16" fmla="*/ 1657881 w 3309412"/>
                <a:gd name="connsiteY16" fmla="*/ 1780411 h 1780411"/>
                <a:gd name="connsiteX17" fmla="*/ 1499496 w 3309412"/>
                <a:gd name="connsiteY17" fmla="*/ 1763540 h 1780411"/>
                <a:gd name="connsiteX18" fmla="*/ 0 w 3309412"/>
                <a:gd name="connsiteY18" fmla="*/ 1720770 h 1780411"/>
                <a:gd name="connsiteX19" fmla="*/ 1444791 w 3309412"/>
                <a:gd name="connsiteY19" fmla="*/ 1662185 h 1780411"/>
                <a:gd name="connsiteX20" fmla="*/ 137054 w 3309412"/>
                <a:gd name="connsiteY20" fmla="*/ 1081008 h 1780411"/>
                <a:gd name="connsiteX21" fmla="*/ 1478620 w 3309412"/>
                <a:gd name="connsiteY21" fmla="*/ 1583561 h 1780411"/>
                <a:gd name="connsiteX22" fmla="*/ 479954 w 3309412"/>
                <a:gd name="connsiteY22" fmla="*/ 536714 h 1780411"/>
                <a:gd name="connsiteX0" fmla="*/ 479954 w 3309412"/>
                <a:gd name="connsiteY0" fmla="*/ 536687 h 1780384"/>
                <a:gd name="connsiteX1" fmla="*/ 1530516 w 3309412"/>
                <a:gd name="connsiteY1" fmla="*/ 1523960 h 1780384"/>
                <a:gd name="connsiteX2" fmla="*/ 1022350 w 3309412"/>
                <a:gd name="connsiteY2" fmla="*/ 189025 h 1780384"/>
                <a:gd name="connsiteX3" fmla="*/ 1607446 w 3309412"/>
                <a:gd name="connsiteY3" fmla="*/ 1489280 h 1780384"/>
                <a:gd name="connsiteX4" fmla="*/ 1610336 w 3309412"/>
                <a:gd name="connsiteY4" fmla="*/ 1218860 h 1780384"/>
                <a:gd name="connsiteX5" fmla="*/ 1615098 w 3309412"/>
                <a:gd name="connsiteY5" fmla="*/ 1102179 h 1780384"/>
                <a:gd name="connsiteX6" fmla="*/ 1657881 w 3309412"/>
                <a:gd name="connsiteY6" fmla="*/ 2384 h 1780384"/>
                <a:gd name="connsiteX7" fmla="*/ 1698791 w 3309412"/>
                <a:gd name="connsiteY7" fmla="*/ 1482930 h 1780384"/>
                <a:gd name="connsiteX8" fmla="*/ 2312462 w 3309412"/>
                <a:gd name="connsiteY8" fmla="*/ 112825 h 1780384"/>
                <a:gd name="connsiteX9" fmla="*/ 1778896 w 3309412"/>
                <a:gd name="connsiteY9" fmla="*/ 1520785 h 1780384"/>
                <a:gd name="connsiteX10" fmla="*/ 2867558 w 3309412"/>
                <a:gd name="connsiteY10" fmla="*/ 498587 h 1780384"/>
                <a:gd name="connsiteX11" fmla="*/ 1830792 w 3309412"/>
                <a:gd name="connsiteY11" fmla="*/ 1586709 h 1780384"/>
                <a:gd name="connsiteX12" fmla="*/ 3242208 w 3309412"/>
                <a:gd name="connsiteY12" fmla="*/ 1055581 h 1780384"/>
                <a:gd name="connsiteX13" fmla="*/ 1858271 w 3309412"/>
                <a:gd name="connsiteY13" fmla="*/ 1665333 h 1780384"/>
                <a:gd name="connsiteX14" fmla="*/ 3309412 w 3309412"/>
                <a:gd name="connsiteY14" fmla="*/ 1701693 h 1780384"/>
                <a:gd name="connsiteX15" fmla="*/ 1943266 w 3309412"/>
                <a:gd name="connsiteY15" fmla="*/ 1744463 h 1780384"/>
                <a:gd name="connsiteX16" fmla="*/ 1657881 w 3309412"/>
                <a:gd name="connsiteY16" fmla="*/ 1780384 h 1780384"/>
                <a:gd name="connsiteX17" fmla="*/ 1499496 w 3309412"/>
                <a:gd name="connsiteY17" fmla="*/ 1763513 h 1780384"/>
                <a:gd name="connsiteX18" fmla="*/ 0 w 3309412"/>
                <a:gd name="connsiteY18" fmla="*/ 1720743 h 1780384"/>
                <a:gd name="connsiteX19" fmla="*/ 1444791 w 3309412"/>
                <a:gd name="connsiteY19" fmla="*/ 1662158 h 1780384"/>
                <a:gd name="connsiteX20" fmla="*/ 137054 w 3309412"/>
                <a:gd name="connsiteY20" fmla="*/ 1080981 h 1780384"/>
                <a:gd name="connsiteX21" fmla="*/ 1478620 w 3309412"/>
                <a:gd name="connsiteY21" fmla="*/ 1583534 h 1780384"/>
                <a:gd name="connsiteX22" fmla="*/ 479954 w 3309412"/>
                <a:gd name="connsiteY22" fmla="*/ 536687 h 1780384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10336 w 3309412"/>
                <a:gd name="connsiteY4" fmla="*/ 1218754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619861 w 3309412"/>
                <a:gd name="connsiteY5" fmla="*/ 1159223 h 1780278"/>
                <a:gd name="connsiteX6" fmla="*/ 1657881 w 3309412"/>
                <a:gd name="connsiteY6" fmla="*/ 2278 h 1780278"/>
                <a:gd name="connsiteX7" fmla="*/ 1698791 w 3309412"/>
                <a:gd name="connsiteY7" fmla="*/ 1482824 h 1780278"/>
                <a:gd name="connsiteX8" fmla="*/ 2312462 w 3309412"/>
                <a:gd name="connsiteY8" fmla="*/ 112719 h 1780278"/>
                <a:gd name="connsiteX9" fmla="*/ 1778896 w 3309412"/>
                <a:gd name="connsiteY9" fmla="*/ 1520679 h 1780278"/>
                <a:gd name="connsiteX10" fmla="*/ 2867558 w 3309412"/>
                <a:gd name="connsiteY10" fmla="*/ 498481 h 1780278"/>
                <a:gd name="connsiteX11" fmla="*/ 1830792 w 3309412"/>
                <a:gd name="connsiteY11" fmla="*/ 1586603 h 1780278"/>
                <a:gd name="connsiteX12" fmla="*/ 3242208 w 3309412"/>
                <a:gd name="connsiteY12" fmla="*/ 1055475 h 1780278"/>
                <a:gd name="connsiteX13" fmla="*/ 1858271 w 3309412"/>
                <a:gd name="connsiteY13" fmla="*/ 1665227 h 1780278"/>
                <a:gd name="connsiteX14" fmla="*/ 3309412 w 3309412"/>
                <a:gd name="connsiteY14" fmla="*/ 1701587 h 1780278"/>
                <a:gd name="connsiteX15" fmla="*/ 1943266 w 3309412"/>
                <a:gd name="connsiteY15" fmla="*/ 1744357 h 1780278"/>
                <a:gd name="connsiteX16" fmla="*/ 1657881 w 3309412"/>
                <a:gd name="connsiteY16" fmla="*/ 1780278 h 1780278"/>
                <a:gd name="connsiteX17" fmla="*/ 1499496 w 3309412"/>
                <a:gd name="connsiteY17" fmla="*/ 1763407 h 1780278"/>
                <a:gd name="connsiteX18" fmla="*/ 0 w 3309412"/>
                <a:gd name="connsiteY18" fmla="*/ 1720637 h 1780278"/>
                <a:gd name="connsiteX19" fmla="*/ 1444791 w 3309412"/>
                <a:gd name="connsiteY19" fmla="*/ 1662052 h 1780278"/>
                <a:gd name="connsiteX20" fmla="*/ 137054 w 3309412"/>
                <a:gd name="connsiteY20" fmla="*/ 1080875 h 1780278"/>
                <a:gd name="connsiteX21" fmla="*/ 1478620 w 3309412"/>
                <a:gd name="connsiteY21" fmla="*/ 1583428 h 1780278"/>
                <a:gd name="connsiteX22" fmla="*/ 479954 w 3309412"/>
                <a:gd name="connsiteY22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41280 w 3309412"/>
                <a:gd name="connsiteY5" fmla="*/ 1230660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29374 w 3309412"/>
                <a:gd name="connsiteY5" fmla="*/ 1211610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6518 w 3309412"/>
                <a:gd name="connsiteY5" fmla="*/ 980629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17468 w 3309412"/>
                <a:gd name="connsiteY5" fmla="*/ 102587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22230 w 3309412"/>
                <a:gd name="connsiteY5" fmla="*/ 1256855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209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2093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8791 w 3309412"/>
                <a:gd name="connsiteY8" fmla="*/ 1482824 h 1780278"/>
                <a:gd name="connsiteX9" fmla="*/ 2312462 w 3309412"/>
                <a:gd name="connsiteY9" fmla="*/ 112719 h 1780278"/>
                <a:gd name="connsiteX10" fmla="*/ 1778896 w 3309412"/>
                <a:gd name="connsiteY10" fmla="*/ 1520679 h 1780278"/>
                <a:gd name="connsiteX11" fmla="*/ 2867558 w 3309412"/>
                <a:gd name="connsiteY11" fmla="*/ 498481 h 1780278"/>
                <a:gd name="connsiteX12" fmla="*/ 1830792 w 3309412"/>
                <a:gd name="connsiteY12" fmla="*/ 1586603 h 1780278"/>
                <a:gd name="connsiteX13" fmla="*/ 3242208 w 3309412"/>
                <a:gd name="connsiteY13" fmla="*/ 1055475 h 1780278"/>
                <a:gd name="connsiteX14" fmla="*/ 1858271 w 3309412"/>
                <a:gd name="connsiteY14" fmla="*/ 1665227 h 1780278"/>
                <a:gd name="connsiteX15" fmla="*/ 3309412 w 3309412"/>
                <a:gd name="connsiteY15" fmla="*/ 1701587 h 1780278"/>
                <a:gd name="connsiteX16" fmla="*/ 1943266 w 3309412"/>
                <a:gd name="connsiteY16" fmla="*/ 1744357 h 1780278"/>
                <a:gd name="connsiteX17" fmla="*/ 1657881 w 3309412"/>
                <a:gd name="connsiteY17" fmla="*/ 1780278 h 1780278"/>
                <a:gd name="connsiteX18" fmla="*/ 1499496 w 3309412"/>
                <a:gd name="connsiteY18" fmla="*/ 1763407 h 1780278"/>
                <a:gd name="connsiteX19" fmla="*/ 0 w 3309412"/>
                <a:gd name="connsiteY19" fmla="*/ 1720637 h 1780278"/>
                <a:gd name="connsiteX20" fmla="*/ 1444791 w 3309412"/>
                <a:gd name="connsiteY20" fmla="*/ 1662052 h 1780278"/>
                <a:gd name="connsiteX21" fmla="*/ 137054 w 3309412"/>
                <a:gd name="connsiteY21" fmla="*/ 1080875 h 1780278"/>
                <a:gd name="connsiteX22" fmla="*/ 1478620 w 3309412"/>
                <a:gd name="connsiteY22" fmla="*/ 1583428 h 1780278"/>
                <a:gd name="connsiteX23" fmla="*/ 479954 w 3309412"/>
                <a:gd name="connsiteY23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93680 w 3309412"/>
                <a:gd name="connsiteY8" fmla="*/ 1252091 h 1780278"/>
                <a:gd name="connsiteX9" fmla="*/ 1698791 w 3309412"/>
                <a:gd name="connsiteY9" fmla="*/ 1482824 h 1780278"/>
                <a:gd name="connsiteX10" fmla="*/ 2312462 w 3309412"/>
                <a:gd name="connsiteY10" fmla="*/ 112719 h 1780278"/>
                <a:gd name="connsiteX11" fmla="*/ 1778896 w 3309412"/>
                <a:gd name="connsiteY11" fmla="*/ 1520679 h 1780278"/>
                <a:gd name="connsiteX12" fmla="*/ 2867558 w 3309412"/>
                <a:gd name="connsiteY12" fmla="*/ 498481 h 1780278"/>
                <a:gd name="connsiteX13" fmla="*/ 1830792 w 3309412"/>
                <a:gd name="connsiteY13" fmla="*/ 1586603 h 1780278"/>
                <a:gd name="connsiteX14" fmla="*/ 3242208 w 3309412"/>
                <a:gd name="connsiteY14" fmla="*/ 1055475 h 1780278"/>
                <a:gd name="connsiteX15" fmla="*/ 1858271 w 3309412"/>
                <a:gd name="connsiteY15" fmla="*/ 1665227 h 1780278"/>
                <a:gd name="connsiteX16" fmla="*/ 3309412 w 3309412"/>
                <a:gd name="connsiteY16" fmla="*/ 1701587 h 1780278"/>
                <a:gd name="connsiteX17" fmla="*/ 1943266 w 3309412"/>
                <a:gd name="connsiteY17" fmla="*/ 1744357 h 1780278"/>
                <a:gd name="connsiteX18" fmla="*/ 1657881 w 3309412"/>
                <a:gd name="connsiteY18" fmla="*/ 1780278 h 1780278"/>
                <a:gd name="connsiteX19" fmla="*/ 1499496 w 3309412"/>
                <a:gd name="connsiteY19" fmla="*/ 1763407 h 1780278"/>
                <a:gd name="connsiteX20" fmla="*/ 0 w 3309412"/>
                <a:gd name="connsiteY20" fmla="*/ 1720637 h 1780278"/>
                <a:gd name="connsiteX21" fmla="*/ 1444791 w 3309412"/>
                <a:gd name="connsiteY21" fmla="*/ 1662052 h 1780278"/>
                <a:gd name="connsiteX22" fmla="*/ 137054 w 3309412"/>
                <a:gd name="connsiteY22" fmla="*/ 1080875 h 1780278"/>
                <a:gd name="connsiteX23" fmla="*/ 1478620 w 3309412"/>
                <a:gd name="connsiteY23" fmla="*/ 1583428 h 1780278"/>
                <a:gd name="connsiteX24" fmla="*/ 479954 w 3309412"/>
                <a:gd name="connsiteY24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693680 w 3309412"/>
                <a:gd name="connsiteY9" fmla="*/ 1252091 h 1780278"/>
                <a:gd name="connsiteX10" fmla="*/ 1698791 w 3309412"/>
                <a:gd name="connsiteY10" fmla="*/ 1482824 h 1780278"/>
                <a:gd name="connsiteX11" fmla="*/ 2312462 w 3309412"/>
                <a:gd name="connsiteY11" fmla="*/ 112719 h 1780278"/>
                <a:gd name="connsiteX12" fmla="*/ 1778896 w 3309412"/>
                <a:gd name="connsiteY12" fmla="*/ 1520679 h 1780278"/>
                <a:gd name="connsiteX13" fmla="*/ 2867558 w 3309412"/>
                <a:gd name="connsiteY13" fmla="*/ 498481 h 1780278"/>
                <a:gd name="connsiteX14" fmla="*/ 1830792 w 3309412"/>
                <a:gd name="connsiteY14" fmla="*/ 1586603 h 1780278"/>
                <a:gd name="connsiteX15" fmla="*/ 3242208 w 3309412"/>
                <a:gd name="connsiteY15" fmla="*/ 1055475 h 1780278"/>
                <a:gd name="connsiteX16" fmla="*/ 1858271 w 3309412"/>
                <a:gd name="connsiteY16" fmla="*/ 1665227 h 1780278"/>
                <a:gd name="connsiteX17" fmla="*/ 3309412 w 3309412"/>
                <a:gd name="connsiteY17" fmla="*/ 1701587 h 1780278"/>
                <a:gd name="connsiteX18" fmla="*/ 1943266 w 3309412"/>
                <a:gd name="connsiteY18" fmla="*/ 1744357 h 1780278"/>
                <a:gd name="connsiteX19" fmla="*/ 1657881 w 3309412"/>
                <a:gd name="connsiteY19" fmla="*/ 1780278 h 1780278"/>
                <a:gd name="connsiteX20" fmla="*/ 1499496 w 3309412"/>
                <a:gd name="connsiteY20" fmla="*/ 1763407 h 1780278"/>
                <a:gd name="connsiteX21" fmla="*/ 0 w 3309412"/>
                <a:gd name="connsiteY21" fmla="*/ 1720637 h 1780278"/>
                <a:gd name="connsiteX22" fmla="*/ 1444791 w 3309412"/>
                <a:gd name="connsiteY22" fmla="*/ 1662052 h 1780278"/>
                <a:gd name="connsiteX23" fmla="*/ 137054 w 3309412"/>
                <a:gd name="connsiteY23" fmla="*/ 1080875 h 1780278"/>
                <a:gd name="connsiteX24" fmla="*/ 1478620 w 3309412"/>
                <a:gd name="connsiteY24" fmla="*/ 1583428 h 1780278"/>
                <a:gd name="connsiteX25" fmla="*/ 479954 w 3309412"/>
                <a:gd name="connsiteY25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282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49698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56841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49697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53211 w 3309412"/>
                <a:gd name="connsiteY9" fmla="*/ 1206848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53211 w 3309412"/>
                <a:gd name="connsiteY9" fmla="*/ 1218754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52091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  <a:gd name="connsiteX0" fmla="*/ 479954 w 3309412"/>
                <a:gd name="connsiteY0" fmla="*/ 536581 h 1780278"/>
                <a:gd name="connsiteX1" fmla="*/ 1530516 w 3309412"/>
                <a:gd name="connsiteY1" fmla="*/ 1523854 h 1780278"/>
                <a:gd name="connsiteX2" fmla="*/ 1022350 w 3309412"/>
                <a:gd name="connsiteY2" fmla="*/ 188919 h 1780278"/>
                <a:gd name="connsiteX3" fmla="*/ 1607446 w 3309412"/>
                <a:gd name="connsiteY3" fmla="*/ 1489174 h 1780278"/>
                <a:gd name="connsiteX4" fmla="*/ 1603192 w 3309412"/>
                <a:gd name="connsiteY4" fmla="*/ 1263998 h 1780278"/>
                <a:gd name="connsiteX5" fmla="*/ 1534136 w 3309412"/>
                <a:gd name="connsiteY5" fmla="*/ 1254474 h 1780278"/>
                <a:gd name="connsiteX6" fmla="*/ 1619861 w 3309412"/>
                <a:gd name="connsiteY6" fmla="*/ 1159223 h 1780278"/>
                <a:gd name="connsiteX7" fmla="*/ 1657881 w 3309412"/>
                <a:gd name="connsiteY7" fmla="*/ 2278 h 1780278"/>
                <a:gd name="connsiteX8" fmla="*/ 1686536 w 3309412"/>
                <a:gd name="connsiteY8" fmla="*/ 1166366 h 1780278"/>
                <a:gd name="connsiteX9" fmla="*/ 1774642 w 3309412"/>
                <a:gd name="connsiteY9" fmla="*/ 1254473 h 1780278"/>
                <a:gd name="connsiteX10" fmla="*/ 1693680 w 3309412"/>
                <a:gd name="connsiteY10" fmla="*/ 1261616 h 1780278"/>
                <a:gd name="connsiteX11" fmla="*/ 1698791 w 3309412"/>
                <a:gd name="connsiteY11" fmla="*/ 1482824 h 1780278"/>
                <a:gd name="connsiteX12" fmla="*/ 2312462 w 3309412"/>
                <a:gd name="connsiteY12" fmla="*/ 112719 h 1780278"/>
                <a:gd name="connsiteX13" fmla="*/ 1778896 w 3309412"/>
                <a:gd name="connsiteY13" fmla="*/ 1520679 h 1780278"/>
                <a:gd name="connsiteX14" fmla="*/ 2867558 w 3309412"/>
                <a:gd name="connsiteY14" fmla="*/ 498481 h 1780278"/>
                <a:gd name="connsiteX15" fmla="*/ 1830792 w 3309412"/>
                <a:gd name="connsiteY15" fmla="*/ 1586603 h 1780278"/>
                <a:gd name="connsiteX16" fmla="*/ 3242208 w 3309412"/>
                <a:gd name="connsiteY16" fmla="*/ 1055475 h 1780278"/>
                <a:gd name="connsiteX17" fmla="*/ 1858271 w 3309412"/>
                <a:gd name="connsiteY17" fmla="*/ 1665227 h 1780278"/>
                <a:gd name="connsiteX18" fmla="*/ 3309412 w 3309412"/>
                <a:gd name="connsiteY18" fmla="*/ 1701587 h 1780278"/>
                <a:gd name="connsiteX19" fmla="*/ 1943266 w 3309412"/>
                <a:gd name="connsiteY19" fmla="*/ 1744357 h 1780278"/>
                <a:gd name="connsiteX20" fmla="*/ 1657881 w 3309412"/>
                <a:gd name="connsiteY20" fmla="*/ 1780278 h 1780278"/>
                <a:gd name="connsiteX21" fmla="*/ 1499496 w 3309412"/>
                <a:gd name="connsiteY21" fmla="*/ 1763407 h 1780278"/>
                <a:gd name="connsiteX22" fmla="*/ 0 w 3309412"/>
                <a:gd name="connsiteY22" fmla="*/ 1720637 h 1780278"/>
                <a:gd name="connsiteX23" fmla="*/ 1444791 w 3309412"/>
                <a:gd name="connsiteY23" fmla="*/ 1662052 h 1780278"/>
                <a:gd name="connsiteX24" fmla="*/ 137054 w 3309412"/>
                <a:gd name="connsiteY24" fmla="*/ 1080875 h 1780278"/>
                <a:gd name="connsiteX25" fmla="*/ 1478620 w 3309412"/>
                <a:gd name="connsiteY25" fmla="*/ 1583428 h 1780278"/>
                <a:gd name="connsiteX26" fmla="*/ 479954 w 3309412"/>
                <a:gd name="connsiteY26" fmla="*/ 536581 h 1780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309412" h="1780278">
                  <a:moveTo>
                    <a:pt x="479954" y="536581"/>
                  </a:moveTo>
                  <a:lnTo>
                    <a:pt x="1530516" y="1523854"/>
                  </a:lnTo>
                  <a:lnTo>
                    <a:pt x="1022350" y="188919"/>
                  </a:lnTo>
                  <a:lnTo>
                    <a:pt x="1607446" y="1489174"/>
                  </a:lnTo>
                  <a:cubicBezTo>
                    <a:pt x="1609203" y="1385540"/>
                    <a:pt x="1613341" y="1253332"/>
                    <a:pt x="1603192" y="1263998"/>
                  </a:cubicBezTo>
                  <a:cubicBezTo>
                    <a:pt x="1613199" y="1259807"/>
                    <a:pt x="1531358" y="1257648"/>
                    <a:pt x="1534136" y="1254474"/>
                  </a:cubicBezTo>
                  <a:cubicBezTo>
                    <a:pt x="1534532" y="1248919"/>
                    <a:pt x="1619081" y="1155197"/>
                    <a:pt x="1619861" y="1159223"/>
                  </a:cubicBezTo>
                  <a:cubicBezTo>
                    <a:pt x="1620641" y="1175551"/>
                    <a:pt x="1644329" y="-59990"/>
                    <a:pt x="1657881" y="2278"/>
                  </a:cubicBezTo>
                  <a:cubicBezTo>
                    <a:pt x="1669787" y="-2882"/>
                    <a:pt x="1687714" y="1172376"/>
                    <a:pt x="1686536" y="1166366"/>
                  </a:cubicBezTo>
                  <a:cubicBezTo>
                    <a:pt x="1689723" y="1176628"/>
                    <a:pt x="1773451" y="1252886"/>
                    <a:pt x="1774642" y="1254473"/>
                  </a:cubicBezTo>
                  <a:cubicBezTo>
                    <a:pt x="1773451" y="1260822"/>
                    <a:pt x="1697193" y="1268007"/>
                    <a:pt x="1693680" y="1261616"/>
                  </a:cubicBezTo>
                  <a:cubicBezTo>
                    <a:pt x="1690621" y="1264708"/>
                    <a:pt x="1697087" y="1405913"/>
                    <a:pt x="1698791" y="1482824"/>
                  </a:cubicBezTo>
                  <a:lnTo>
                    <a:pt x="2312462" y="112719"/>
                  </a:lnTo>
                  <a:lnTo>
                    <a:pt x="1778896" y="1520679"/>
                  </a:lnTo>
                  <a:lnTo>
                    <a:pt x="2867558" y="498481"/>
                  </a:lnTo>
                  <a:lnTo>
                    <a:pt x="1830792" y="1586603"/>
                  </a:lnTo>
                  <a:lnTo>
                    <a:pt x="3242208" y="1055475"/>
                  </a:lnTo>
                  <a:lnTo>
                    <a:pt x="1858271" y="1665227"/>
                  </a:lnTo>
                  <a:lnTo>
                    <a:pt x="3309412" y="1701587"/>
                  </a:lnTo>
                  <a:lnTo>
                    <a:pt x="1943266" y="1744357"/>
                  </a:lnTo>
                  <a:lnTo>
                    <a:pt x="1657881" y="1780278"/>
                  </a:lnTo>
                  <a:lnTo>
                    <a:pt x="1499496" y="1763407"/>
                  </a:lnTo>
                  <a:lnTo>
                    <a:pt x="0" y="1720637"/>
                  </a:lnTo>
                  <a:lnTo>
                    <a:pt x="1444791" y="1662052"/>
                  </a:lnTo>
                  <a:lnTo>
                    <a:pt x="137054" y="1080875"/>
                  </a:lnTo>
                  <a:lnTo>
                    <a:pt x="1478620" y="1583428"/>
                  </a:lnTo>
                  <a:lnTo>
                    <a:pt x="479954" y="536581"/>
                  </a:lnTo>
                  <a:close/>
                </a:path>
              </a:pathLst>
            </a:cu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>
                <a:solidFill>
                  <a:schemeClr val="bg1"/>
                </a:solidFill>
              </a:endParaRPr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A565C945-5C3F-6B2D-D4DD-743459A127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43814" y="2143126"/>
              <a:ext cx="501650" cy="490538"/>
            </a:xfrm>
            <a:prstGeom prst="ellips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solidFill>
                  <a:schemeClr val="bg1"/>
                </a:solidFill>
              </a:endParaRPr>
            </a:p>
          </p:txBody>
        </p:sp>
        <p:sp>
          <p:nvSpPr>
            <p:cNvPr id="22" name="Diagrama de flujo: retraso 21">
              <a:extLst>
                <a:ext uri="{FF2B5EF4-FFF2-40B4-BE49-F238E27FC236}">
                  <a16:creationId xmlns:a16="http://schemas.microsoft.com/office/drawing/2014/main" id="{E2228244-E211-AD9B-82A4-AD24B468FA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899758" y="2868670"/>
              <a:ext cx="2597671" cy="2150290"/>
            </a:xfrm>
            <a:custGeom>
              <a:avLst/>
              <a:gdLst>
                <a:gd name="connsiteX0" fmla="*/ 0 w 2597581"/>
                <a:gd name="connsiteY0" fmla="*/ 0 h 2138037"/>
                <a:gd name="connsiteX1" fmla="*/ 1298791 w 2597581"/>
                <a:gd name="connsiteY1" fmla="*/ 0 h 2138037"/>
                <a:gd name="connsiteX2" fmla="*/ 2597582 w 2597581"/>
                <a:gd name="connsiteY2" fmla="*/ 1069019 h 2138037"/>
                <a:gd name="connsiteX3" fmla="*/ 1298791 w 2597581"/>
                <a:gd name="connsiteY3" fmla="*/ 2138038 h 2138037"/>
                <a:gd name="connsiteX4" fmla="*/ 0 w 2597581"/>
                <a:gd name="connsiteY4" fmla="*/ 2138037 h 2138037"/>
                <a:gd name="connsiteX5" fmla="*/ 0 w 2597581"/>
                <a:gd name="connsiteY5" fmla="*/ 0 h 2138037"/>
                <a:gd name="connsiteX0" fmla="*/ 0 w 2601103"/>
                <a:gd name="connsiteY0" fmla="*/ 4762 h 2142800"/>
                <a:gd name="connsiteX1" fmla="*/ 1560729 w 2601103"/>
                <a:gd name="connsiteY1" fmla="*/ 0 h 2142800"/>
                <a:gd name="connsiteX2" fmla="*/ 2597582 w 2601103"/>
                <a:gd name="connsiteY2" fmla="*/ 1073781 h 2142800"/>
                <a:gd name="connsiteX3" fmla="*/ 1298791 w 2601103"/>
                <a:gd name="connsiteY3" fmla="*/ 2142800 h 2142800"/>
                <a:gd name="connsiteX4" fmla="*/ 0 w 2601103"/>
                <a:gd name="connsiteY4" fmla="*/ 2142799 h 2142800"/>
                <a:gd name="connsiteX5" fmla="*/ 0 w 2601103"/>
                <a:gd name="connsiteY5" fmla="*/ 4762 h 2142800"/>
                <a:gd name="connsiteX0" fmla="*/ 0 w 2597638"/>
                <a:gd name="connsiteY0" fmla="*/ 4762 h 2161850"/>
                <a:gd name="connsiteX1" fmla="*/ 1560729 w 2597638"/>
                <a:gd name="connsiteY1" fmla="*/ 0 h 2161850"/>
                <a:gd name="connsiteX2" fmla="*/ 2597582 w 2597638"/>
                <a:gd name="connsiteY2" fmla="*/ 1073781 h 2161850"/>
                <a:gd name="connsiteX3" fmla="*/ 1589307 w 2597638"/>
                <a:gd name="connsiteY3" fmla="*/ 2161850 h 2161850"/>
                <a:gd name="connsiteX4" fmla="*/ 0 w 2597638"/>
                <a:gd name="connsiteY4" fmla="*/ 2142799 h 2161850"/>
                <a:gd name="connsiteX5" fmla="*/ 0 w 2597638"/>
                <a:gd name="connsiteY5" fmla="*/ 4762 h 2161850"/>
                <a:gd name="connsiteX0" fmla="*/ 0 w 2597620"/>
                <a:gd name="connsiteY0" fmla="*/ 4762 h 2142799"/>
                <a:gd name="connsiteX1" fmla="*/ 1560729 w 2597620"/>
                <a:gd name="connsiteY1" fmla="*/ 0 h 2142799"/>
                <a:gd name="connsiteX2" fmla="*/ 2597582 w 2597620"/>
                <a:gd name="connsiteY2" fmla="*/ 1073781 h 2142799"/>
                <a:gd name="connsiteX3" fmla="*/ 1584545 w 2597620"/>
                <a:gd name="connsiteY3" fmla="*/ 2138037 h 2142799"/>
                <a:gd name="connsiteX4" fmla="*/ 0 w 2597620"/>
                <a:gd name="connsiteY4" fmla="*/ 2142799 h 2142799"/>
                <a:gd name="connsiteX5" fmla="*/ 0 w 2597620"/>
                <a:gd name="connsiteY5" fmla="*/ 4762 h 2142799"/>
                <a:gd name="connsiteX0" fmla="*/ 0 w 2597620"/>
                <a:gd name="connsiteY0" fmla="*/ 4762 h 2148194"/>
                <a:gd name="connsiteX1" fmla="*/ 1560729 w 2597620"/>
                <a:gd name="connsiteY1" fmla="*/ 0 h 2148194"/>
                <a:gd name="connsiteX2" fmla="*/ 2597582 w 2597620"/>
                <a:gd name="connsiteY2" fmla="*/ 1073781 h 2148194"/>
                <a:gd name="connsiteX3" fmla="*/ 1584545 w 2597620"/>
                <a:gd name="connsiteY3" fmla="*/ 2138037 h 2148194"/>
                <a:gd name="connsiteX4" fmla="*/ 0 w 2597620"/>
                <a:gd name="connsiteY4" fmla="*/ 2142799 h 2148194"/>
                <a:gd name="connsiteX5" fmla="*/ 0 w 2597620"/>
                <a:gd name="connsiteY5" fmla="*/ 4762 h 2148194"/>
                <a:gd name="connsiteX0" fmla="*/ 0 w 2597659"/>
                <a:gd name="connsiteY0" fmla="*/ 4762 h 2148194"/>
                <a:gd name="connsiteX1" fmla="*/ 1560729 w 2597659"/>
                <a:gd name="connsiteY1" fmla="*/ 0 h 2148194"/>
                <a:gd name="connsiteX2" fmla="*/ 2597582 w 2597659"/>
                <a:gd name="connsiteY2" fmla="*/ 1073781 h 2148194"/>
                <a:gd name="connsiteX3" fmla="*/ 1594070 w 2597659"/>
                <a:gd name="connsiteY3" fmla="*/ 2138037 h 2148194"/>
                <a:gd name="connsiteX4" fmla="*/ 0 w 2597659"/>
                <a:gd name="connsiteY4" fmla="*/ 2142799 h 2148194"/>
                <a:gd name="connsiteX5" fmla="*/ 0 w 2597659"/>
                <a:gd name="connsiteY5" fmla="*/ 4762 h 2148194"/>
                <a:gd name="connsiteX0" fmla="*/ 0 w 2597659"/>
                <a:gd name="connsiteY0" fmla="*/ 4762 h 2142799"/>
                <a:gd name="connsiteX1" fmla="*/ 1560729 w 2597659"/>
                <a:gd name="connsiteY1" fmla="*/ 0 h 2142799"/>
                <a:gd name="connsiteX2" fmla="*/ 2597582 w 2597659"/>
                <a:gd name="connsiteY2" fmla="*/ 1073781 h 2142799"/>
                <a:gd name="connsiteX3" fmla="*/ 1594070 w 2597659"/>
                <a:gd name="connsiteY3" fmla="*/ 2138037 h 2142799"/>
                <a:gd name="connsiteX4" fmla="*/ 0 w 2597659"/>
                <a:gd name="connsiteY4" fmla="*/ 2142799 h 2142799"/>
                <a:gd name="connsiteX5" fmla="*/ 0 w 2597659"/>
                <a:gd name="connsiteY5" fmla="*/ 4762 h 2142799"/>
                <a:gd name="connsiteX0" fmla="*/ 0 w 2597659"/>
                <a:gd name="connsiteY0" fmla="*/ 4762 h 2150290"/>
                <a:gd name="connsiteX1" fmla="*/ 1560729 w 2597659"/>
                <a:gd name="connsiteY1" fmla="*/ 0 h 2150290"/>
                <a:gd name="connsiteX2" fmla="*/ 2597582 w 2597659"/>
                <a:gd name="connsiteY2" fmla="*/ 1073781 h 2150290"/>
                <a:gd name="connsiteX3" fmla="*/ 1594070 w 2597659"/>
                <a:gd name="connsiteY3" fmla="*/ 2138037 h 2150290"/>
                <a:gd name="connsiteX4" fmla="*/ 0 w 2597659"/>
                <a:gd name="connsiteY4" fmla="*/ 2142799 h 2150290"/>
                <a:gd name="connsiteX5" fmla="*/ 0 w 2597659"/>
                <a:gd name="connsiteY5" fmla="*/ 4762 h 2150290"/>
                <a:gd name="connsiteX0" fmla="*/ 0 w 2597671"/>
                <a:gd name="connsiteY0" fmla="*/ 4762 h 2150290"/>
                <a:gd name="connsiteX1" fmla="*/ 1560729 w 2597671"/>
                <a:gd name="connsiteY1" fmla="*/ 0 h 2150290"/>
                <a:gd name="connsiteX2" fmla="*/ 2597582 w 2597671"/>
                <a:gd name="connsiteY2" fmla="*/ 1073781 h 2150290"/>
                <a:gd name="connsiteX3" fmla="*/ 1594070 w 2597671"/>
                <a:gd name="connsiteY3" fmla="*/ 2138037 h 2150290"/>
                <a:gd name="connsiteX4" fmla="*/ 0 w 2597671"/>
                <a:gd name="connsiteY4" fmla="*/ 2142799 h 2150290"/>
                <a:gd name="connsiteX5" fmla="*/ 0 w 2597671"/>
                <a:gd name="connsiteY5" fmla="*/ 4762 h 2150290"/>
                <a:gd name="connsiteX0" fmla="*/ 0 w 2597671"/>
                <a:gd name="connsiteY0" fmla="*/ 4762 h 2150290"/>
                <a:gd name="connsiteX1" fmla="*/ 1560729 w 2597671"/>
                <a:gd name="connsiteY1" fmla="*/ 0 h 2150290"/>
                <a:gd name="connsiteX2" fmla="*/ 2597582 w 2597671"/>
                <a:gd name="connsiteY2" fmla="*/ 1073781 h 2150290"/>
                <a:gd name="connsiteX3" fmla="*/ 1594070 w 2597671"/>
                <a:gd name="connsiteY3" fmla="*/ 2138037 h 2150290"/>
                <a:gd name="connsiteX4" fmla="*/ 0 w 2597671"/>
                <a:gd name="connsiteY4" fmla="*/ 2142799 h 2150290"/>
                <a:gd name="connsiteX5" fmla="*/ 0 w 2597671"/>
                <a:gd name="connsiteY5" fmla="*/ 4762 h 2150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97671" h="2150290">
                  <a:moveTo>
                    <a:pt x="0" y="4762"/>
                  </a:moveTo>
                  <a:lnTo>
                    <a:pt x="1560729" y="0"/>
                  </a:lnTo>
                  <a:cubicBezTo>
                    <a:pt x="2292322" y="0"/>
                    <a:pt x="2592025" y="717442"/>
                    <a:pt x="2597582" y="1073781"/>
                  </a:cubicBezTo>
                  <a:cubicBezTo>
                    <a:pt x="2603139" y="1430120"/>
                    <a:pt x="2349475" y="2138037"/>
                    <a:pt x="1594070" y="2138037"/>
                  </a:cubicBezTo>
                  <a:cubicBezTo>
                    <a:pt x="1062713" y="2163437"/>
                    <a:pt x="531357" y="2141212"/>
                    <a:pt x="0" y="2142799"/>
                  </a:cubicBezTo>
                  <a:lnTo>
                    <a:pt x="0" y="4762"/>
                  </a:lnTo>
                  <a:close/>
                </a:path>
              </a:pathLst>
            </a:custGeom>
            <a:grpFill/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>
                <a:lnSpc>
                  <a:spcPct val="200000"/>
                </a:lnSpc>
              </a:pPr>
              <a:r>
                <a:rPr lang="es-ES" sz="7200" dirty="0">
                  <a:solidFill>
                    <a:schemeClr val="bg1"/>
                  </a:solidFill>
                  <a:latin typeface="Georgia" panose="02040502050405020303" pitchFamily="18" charset="0"/>
                </a:rPr>
                <a:t>2026</a:t>
              </a:r>
              <a:endParaRPr lang="es-CO" sz="7200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</p:txBody>
        </p:sp>
      </p:grpSp>
      <p:sp>
        <p:nvSpPr>
          <p:cNvPr id="24" name="Diagrama de flujo: preparación 23">
            <a:extLst>
              <a:ext uri="{FF2B5EF4-FFF2-40B4-BE49-F238E27FC236}">
                <a16:creationId xmlns:a16="http://schemas.microsoft.com/office/drawing/2014/main" id="{9B77320D-D9C9-B95C-7E00-887C3902B847}"/>
              </a:ext>
            </a:extLst>
          </p:cNvPr>
          <p:cNvSpPr/>
          <p:nvPr/>
        </p:nvSpPr>
        <p:spPr>
          <a:xfrm>
            <a:off x="2715410" y="3085848"/>
            <a:ext cx="6570477" cy="1301513"/>
          </a:xfrm>
          <a:custGeom>
            <a:avLst/>
            <a:gdLst>
              <a:gd name="connsiteX0" fmla="*/ 0 w 10000"/>
              <a:gd name="connsiteY0" fmla="*/ 5000 h 10000"/>
              <a:gd name="connsiteX1" fmla="*/ 2000 w 10000"/>
              <a:gd name="connsiteY1" fmla="*/ 0 h 10000"/>
              <a:gd name="connsiteX2" fmla="*/ 8000 w 10000"/>
              <a:gd name="connsiteY2" fmla="*/ 0 h 10000"/>
              <a:gd name="connsiteX3" fmla="*/ 10000 w 10000"/>
              <a:gd name="connsiteY3" fmla="*/ 5000 h 10000"/>
              <a:gd name="connsiteX4" fmla="*/ 8000 w 10000"/>
              <a:gd name="connsiteY4" fmla="*/ 10000 h 10000"/>
              <a:gd name="connsiteX5" fmla="*/ 2000 w 10000"/>
              <a:gd name="connsiteY5" fmla="*/ 10000 h 10000"/>
              <a:gd name="connsiteX6" fmla="*/ 0 w 10000"/>
              <a:gd name="connsiteY6" fmla="*/ 5000 h 10000"/>
              <a:gd name="connsiteX0" fmla="*/ 1646 w 8000"/>
              <a:gd name="connsiteY0" fmla="*/ 5100 h 10000"/>
              <a:gd name="connsiteX1" fmla="*/ 0 w 8000"/>
              <a:gd name="connsiteY1" fmla="*/ 0 h 10000"/>
              <a:gd name="connsiteX2" fmla="*/ 6000 w 8000"/>
              <a:gd name="connsiteY2" fmla="*/ 0 h 10000"/>
              <a:gd name="connsiteX3" fmla="*/ 8000 w 8000"/>
              <a:gd name="connsiteY3" fmla="*/ 5000 h 10000"/>
              <a:gd name="connsiteX4" fmla="*/ 6000 w 8000"/>
              <a:gd name="connsiteY4" fmla="*/ 10000 h 10000"/>
              <a:gd name="connsiteX5" fmla="*/ 0 w 8000"/>
              <a:gd name="connsiteY5" fmla="*/ 10000 h 10000"/>
              <a:gd name="connsiteX6" fmla="*/ 1646 w 8000"/>
              <a:gd name="connsiteY6" fmla="*/ 5100 h 10000"/>
              <a:gd name="connsiteX0" fmla="*/ 2058 w 7500"/>
              <a:gd name="connsiteY0" fmla="*/ 5100 h 10000"/>
              <a:gd name="connsiteX1" fmla="*/ 0 w 7500"/>
              <a:gd name="connsiteY1" fmla="*/ 0 h 10000"/>
              <a:gd name="connsiteX2" fmla="*/ 7500 w 7500"/>
              <a:gd name="connsiteY2" fmla="*/ 0 h 10000"/>
              <a:gd name="connsiteX3" fmla="*/ 6703 w 7500"/>
              <a:gd name="connsiteY3" fmla="*/ 5601 h 10000"/>
              <a:gd name="connsiteX4" fmla="*/ 7500 w 7500"/>
              <a:gd name="connsiteY4" fmla="*/ 10000 h 10000"/>
              <a:gd name="connsiteX5" fmla="*/ 0 w 7500"/>
              <a:gd name="connsiteY5" fmla="*/ 10000 h 10000"/>
              <a:gd name="connsiteX6" fmla="*/ 2058 w 7500"/>
              <a:gd name="connsiteY6" fmla="*/ 5100 h 10000"/>
              <a:gd name="connsiteX0" fmla="*/ 1344 w 10000"/>
              <a:gd name="connsiteY0" fmla="*/ 51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37 w 10000"/>
              <a:gd name="connsiteY3" fmla="*/ 5601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344 w 10000"/>
              <a:gd name="connsiteY6" fmla="*/ 5100 h 10000"/>
              <a:gd name="connsiteX0" fmla="*/ 1344 w 10000"/>
              <a:gd name="connsiteY0" fmla="*/ 51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853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344 w 10000"/>
              <a:gd name="connsiteY6" fmla="*/ 5100 h 10000"/>
              <a:gd name="connsiteX0" fmla="*/ 1260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853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260 w 10000"/>
              <a:gd name="connsiteY6" fmla="*/ 5200 h 10000"/>
              <a:gd name="connsiteX0" fmla="*/ 1260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077 w 10000"/>
              <a:gd name="connsiteY3" fmla="*/ 54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1260 w 10000"/>
              <a:gd name="connsiteY6" fmla="*/ 5200 h 10000"/>
              <a:gd name="connsiteX0" fmla="*/ 952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077 w 10000"/>
              <a:gd name="connsiteY3" fmla="*/ 54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952 w 10000"/>
              <a:gd name="connsiteY6" fmla="*/ 5200 h 10000"/>
              <a:gd name="connsiteX0" fmla="*/ 952 w 10000"/>
              <a:gd name="connsiteY0" fmla="*/ 52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161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952 w 10000"/>
              <a:gd name="connsiteY6" fmla="*/ 5200 h 10000"/>
              <a:gd name="connsiteX0" fmla="*/ 840 w 10000"/>
              <a:gd name="connsiteY0" fmla="*/ 53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9161 w 10000"/>
              <a:gd name="connsiteY3" fmla="*/ 5200 h 10000"/>
              <a:gd name="connsiteX4" fmla="*/ 10000 w 10000"/>
              <a:gd name="connsiteY4" fmla="*/ 10000 h 10000"/>
              <a:gd name="connsiteX5" fmla="*/ 0 w 10000"/>
              <a:gd name="connsiteY5" fmla="*/ 10000 h 10000"/>
              <a:gd name="connsiteX6" fmla="*/ 840 w 10000"/>
              <a:gd name="connsiteY6" fmla="*/ 53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0000">
                <a:moveTo>
                  <a:pt x="840" y="5300"/>
                </a:moveTo>
                <a:lnTo>
                  <a:pt x="0" y="0"/>
                </a:lnTo>
                <a:lnTo>
                  <a:pt x="10000" y="0"/>
                </a:lnTo>
                <a:lnTo>
                  <a:pt x="9161" y="5200"/>
                </a:lnTo>
                <a:lnTo>
                  <a:pt x="10000" y="10000"/>
                </a:lnTo>
                <a:lnTo>
                  <a:pt x="0" y="10000"/>
                </a:lnTo>
                <a:lnTo>
                  <a:pt x="840" y="5300"/>
                </a:lnTo>
                <a:close/>
              </a:path>
            </a:pathLst>
          </a:custGeom>
          <a:solidFill>
            <a:srgbClr val="B49739"/>
          </a:solid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3600" b="1" i="0" dirty="0">
                <a:solidFill>
                  <a:schemeClr val="bg1"/>
                </a:solidFill>
                <a:latin typeface="Georgia"/>
              </a:rPr>
              <a:t>Resultados generales</a:t>
            </a:r>
          </a:p>
        </p:txBody>
      </p:sp>
    </p:spTree>
    <p:extLst>
      <p:ext uri="{BB962C8B-B14F-4D97-AF65-F5344CB8AC3E}">
        <p14:creationId xmlns:p14="http://schemas.microsoft.com/office/powerpoint/2010/main" val="688006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0A67A9"/>
                </a:solidFill>
                <a:latin typeface="Arial"/>
              </a:rPr>
              <a:t>0</a:t>
            </a:r>
            <a:r>
              <a:rPr lang="es-ES" sz="1100" b="1" dirty="0">
                <a:solidFill>
                  <a:srgbClr val="0A67A9"/>
                </a:solidFill>
                <a:latin typeface="Arial"/>
              </a:rPr>
              <a:t>3</a:t>
            </a:r>
            <a:endParaRPr sz="1100" b="1" i="0" dirty="0">
              <a:solidFill>
                <a:srgbClr val="0A67A9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310930"/>
            <a:ext cx="4855845" cy="12003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3600" b="1" i="0" dirty="0">
                <a:solidFill>
                  <a:srgbClr val="BBA04A"/>
                </a:solidFill>
                <a:latin typeface="Georgia"/>
              </a:rPr>
              <a:t>PROPUESTAS PROYECTOS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70782" y="2511259"/>
            <a:ext cx="1901952" cy="25400"/>
          </a:xfrm>
          <a:prstGeom prst="rect">
            <a:avLst/>
          </a:prstGeom>
          <a:solidFill>
            <a:srgbClr val="0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14213" y="1053351"/>
            <a:ext cx="5842001" cy="4367831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782" y="2698658"/>
            <a:ext cx="2747889" cy="10772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1600" b="1" i="0" dirty="0">
                <a:solidFill>
                  <a:srgbClr val="0A67A9"/>
                </a:solidFill>
                <a:latin typeface="Arial"/>
              </a:rPr>
              <a:t>Grupo de Investigación en Gestión e Investigación en informática, Redes y Afines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D8CD96E3-9C8A-B584-BC00-0AA8841CB4EE}"/>
              </a:ext>
            </a:extLst>
          </p:cNvPr>
          <p:cNvSpPr txBox="1"/>
          <p:nvPr/>
        </p:nvSpPr>
        <p:spPr>
          <a:xfrm>
            <a:off x="981840" y="564896"/>
            <a:ext cx="1888659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CO" sz="1000" b="1" i="0" dirty="0">
                <a:solidFill>
                  <a:srgbClr val="0A67A9"/>
                </a:solidFill>
                <a:latin typeface="Arial"/>
              </a:rPr>
              <a:t>MULTIMEDIA INTERACTIVA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EAE423BF-DC06-8CFF-88A6-43CEDB9A3B9E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0A67A9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D1CF87FE-EBD4-DE2A-AF74-9C285391F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150" y="1699835"/>
            <a:ext cx="4327659" cy="298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79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0A67A9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0A67A9"/>
                </a:solidFill>
                <a:latin typeface="Arial"/>
              </a:rPr>
              <a:t>3</a:t>
            </a:r>
            <a:endParaRPr sz="1100" b="1" i="0" dirty="0">
              <a:solidFill>
                <a:srgbClr val="0A67A9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195235"/>
            <a:ext cx="4719320" cy="9848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AR-SANDBOX</a:t>
            </a:r>
          </a:p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- ERGOSENT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305692"/>
            <a:ext cx="1901952" cy="25400"/>
          </a:xfrm>
          <a:prstGeom prst="rect">
            <a:avLst/>
          </a:prstGeom>
          <a:solidFill>
            <a:srgbClr val="0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76800" y="1195235"/>
            <a:ext cx="7162800" cy="4442130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8119F-1F92-2CA8-8216-D2904189962F}"/>
              </a:ext>
            </a:extLst>
          </p:cNvPr>
          <p:cNvSpPr txBox="1"/>
          <p:nvPr/>
        </p:nvSpPr>
        <p:spPr>
          <a:xfrm>
            <a:off x="783703" y="2704687"/>
            <a:ext cx="352159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Prototipo de un ambiente basado en tecnologías inmersivas, e interacción con dispositivos de control gestual e interfaces cerebro-computadora para el desarrollo de ejercicios de motricidad fina.</a:t>
            </a:r>
            <a:endParaRPr lang="es-419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O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oogle Shape;206;gd3a87fed14_0_42">
            <a:extLst>
              <a:ext uri="{FF2B5EF4-FFF2-40B4-BE49-F238E27FC236}">
                <a16:creationId xmlns:a16="http://schemas.microsoft.com/office/drawing/2014/main" id="{D2FB0365-EC47-BE7D-1EB9-D2059ABFBD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7931" y="1839964"/>
            <a:ext cx="2246041" cy="3178071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A64934B9-A279-F8F0-F41A-D317000FEA99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0A67A9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46BD48F-D04B-B676-E57D-84FC6BB611ED}"/>
              </a:ext>
            </a:extLst>
          </p:cNvPr>
          <p:cNvSpPr txBox="1"/>
          <p:nvPr/>
        </p:nvSpPr>
        <p:spPr>
          <a:xfrm>
            <a:off x="981840" y="549120"/>
            <a:ext cx="3461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A67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MULTIMEDIA INTERACTIOVA – PROYECTOS</a:t>
            </a:r>
          </a:p>
        </p:txBody>
      </p:sp>
      <p:pic>
        <p:nvPicPr>
          <p:cNvPr id="6" name="Google Shape;205;gd3a87fed14_0_42">
            <a:extLst>
              <a:ext uri="{FF2B5EF4-FFF2-40B4-BE49-F238E27FC236}">
                <a16:creationId xmlns:a16="http://schemas.microsoft.com/office/drawing/2014/main" id="{917BE4B4-13BC-9B14-8EEE-DFAEBBCFC1D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8806" y="1851220"/>
            <a:ext cx="4199125" cy="32422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42297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65135"/>
            <a:ext cx="6086184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AR-SANDBOX - ERGOSENT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587761"/>
            <a:ext cx="1901952" cy="25400"/>
          </a:xfrm>
          <a:prstGeom prst="rect">
            <a:avLst/>
          </a:prstGeom>
          <a:solidFill>
            <a:srgbClr val="0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84400" y="1747979"/>
            <a:ext cx="7683500" cy="4555025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A64934B9-A279-F8F0-F41A-D317000FEA99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0A67A9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pic>
        <p:nvPicPr>
          <p:cNvPr id="10" name="Sandbox">
            <a:hlinkClick r:id="" action="ppaction://media"/>
            <a:extLst>
              <a:ext uri="{FF2B5EF4-FFF2-40B4-BE49-F238E27FC236}">
                <a16:creationId xmlns:a16="http://schemas.microsoft.com/office/drawing/2014/main" id="{1EA3BADD-C3D0-4A6F-FD46-788D6AD9A3BD}"/>
              </a:ext>
            </a:extLst>
          </p:cNvPr>
          <p:cNvPicPr>
            <a:picLocks noChangeAspect="1"/>
          </p:cNvPicPr>
          <p:nvPr>
            <p:extLst/>
          </p:nvPr>
        </p:nvPicPr>
        <p:blipFill>
          <a:blip r:embed="rId5"/>
          <a:stretch>
            <a:fillRect/>
          </a:stretch>
        </p:blipFill>
        <p:spPr>
          <a:xfrm>
            <a:off x="2493179" y="2095235"/>
            <a:ext cx="7029388" cy="3954031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12" name="TextBox 1">
            <a:extLst>
              <a:ext uri="{FF2B5EF4-FFF2-40B4-BE49-F238E27FC236}">
                <a16:creationId xmlns:a16="http://schemas.microsoft.com/office/drawing/2014/main" id="{A8DAAE37-9723-86D8-85C7-C6327D31A534}"/>
              </a:ext>
            </a:extLst>
          </p:cNvPr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0A67A9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0A67A9"/>
                </a:solidFill>
                <a:latin typeface="Arial"/>
              </a:rPr>
              <a:t>3</a:t>
            </a:r>
            <a:endParaRPr sz="1100" b="1" i="0" dirty="0">
              <a:solidFill>
                <a:srgbClr val="0A67A9"/>
              </a:solidFill>
              <a:latin typeface="Arial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260C2EC-AE4C-7BB6-E914-5446D53867F6}"/>
              </a:ext>
            </a:extLst>
          </p:cNvPr>
          <p:cNvSpPr txBox="1"/>
          <p:nvPr/>
        </p:nvSpPr>
        <p:spPr>
          <a:xfrm>
            <a:off x="981840" y="549120"/>
            <a:ext cx="3461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A67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MULTIMEDIA INTERACTIOVA – PROYECTOS</a:t>
            </a:r>
          </a:p>
        </p:txBody>
      </p:sp>
    </p:spTree>
    <p:extLst>
      <p:ext uri="{BB962C8B-B14F-4D97-AF65-F5344CB8AC3E}">
        <p14:creationId xmlns:p14="http://schemas.microsoft.com/office/powerpoint/2010/main" val="158749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97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65135"/>
            <a:ext cx="6086184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AR-SANDBOX - ERGOSENT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64208"/>
            <a:ext cx="1901952" cy="25400"/>
          </a:xfrm>
          <a:prstGeom prst="rect">
            <a:avLst/>
          </a:prstGeom>
          <a:solidFill>
            <a:srgbClr val="0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70200" y="1689609"/>
            <a:ext cx="6417141" cy="4712446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A64934B9-A279-F8F0-F41A-D317000FEA99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0A67A9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pic>
        <p:nvPicPr>
          <p:cNvPr id="5" name="Hand Detection">
            <a:hlinkClick r:id="" action="ppaction://media"/>
            <a:extLst>
              <a:ext uri="{FF2B5EF4-FFF2-40B4-BE49-F238E27FC236}">
                <a16:creationId xmlns:a16="http://schemas.microsoft.com/office/drawing/2014/main" id="{15A79FDC-B8BB-58ED-AF57-97E9DA777D8F}"/>
              </a:ext>
            </a:extLst>
          </p:cNvPr>
          <p:cNvPicPr>
            <a:picLocks noChangeAspect="1"/>
          </p:cNvPicPr>
          <p:nvPr>
            <p:extLst/>
          </p:nvPr>
        </p:nvPicPr>
        <p:blipFill>
          <a:blip r:embed="rId5"/>
          <a:stretch>
            <a:fillRect/>
          </a:stretch>
        </p:blipFill>
        <p:spPr>
          <a:xfrm>
            <a:off x="3340985" y="2070058"/>
            <a:ext cx="5370330" cy="4027748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6" name="TextBox 1">
            <a:extLst>
              <a:ext uri="{FF2B5EF4-FFF2-40B4-BE49-F238E27FC236}">
                <a16:creationId xmlns:a16="http://schemas.microsoft.com/office/drawing/2014/main" id="{71E519B8-1680-CB38-B89B-A7E46ADF0D38}"/>
              </a:ext>
            </a:extLst>
          </p:cNvPr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0A67A9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0A67A9"/>
                </a:solidFill>
                <a:latin typeface="Arial"/>
              </a:rPr>
              <a:t>3</a:t>
            </a:r>
            <a:endParaRPr sz="1100" b="1" i="0" dirty="0">
              <a:solidFill>
                <a:srgbClr val="0A67A9"/>
              </a:solidFill>
              <a:latin typeface="Arial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218552C-772D-6F6E-43B0-FC9BB6C2BD69}"/>
              </a:ext>
            </a:extLst>
          </p:cNvPr>
          <p:cNvSpPr txBox="1"/>
          <p:nvPr/>
        </p:nvSpPr>
        <p:spPr>
          <a:xfrm>
            <a:off x="981840" y="549120"/>
            <a:ext cx="3461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A67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MULTIMEDIA INTERACTIOVA – PROYECTOS</a:t>
            </a:r>
          </a:p>
        </p:txBody>
      </p:sp>
    </p:spTree>
    <p:extLst>
      <p:ext uri="{BB962C8B-B14F-4D97-AF65-F5344CB8AC3E}">
        <p14:creationId xmlns:p14="http://schemas.microsoft.com/office/powerpoint/2010/main" val="10622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83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845538"/>
            <a:ext cx="3857480" cy="9848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Sistema monitoreo de sonido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3562"/>
            <a:ext cx="1901952" cy="25400"/>
          </a:xfrm>
          <a:prstGeom prst="rect">
            <a:avLst/>
          </a:prstGeom>
          <a:solidFill>
            <a:srgbClr val="0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A67A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21152" y="515685"/>
            <a:ext cx="5430768" cy="5618410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8119F-1F92-2CA8-8216-D2904189962F}"/>
              </a:ext>
            </a:extLst>
          </p:cNvPr>
          <p:cNvSpPr txBox="1"/>
          <p:nvPr/>
        </p:nvSpPr>
        <p:spPr>
          <a:xfrm>
            <a:off x="780480" y="2127622"/>
            <a:ext cx="3857480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A67A9"/>
              </a:buClr>
              <a:buSzTx/>
              <a:buFontTx/>
              <a:buChar char="•"/>
              <a:tabLst/>
            </a:pPr>
            <a:r>
              <a:rPr kumimoji="0" lang="es-CO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 desarrollado para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registrar, analizar y visualizar niveles de ruido ambiental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tiempo real.</a:t>
            </a:r>
            <a:endParaRPr kumimoji="0" lang="es-CO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A67A9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A67A9"/>
              </a:buClr>
              <a:buSzTx/>
              <a:buFontTx/>
              <a:buChar char="•"/>
              <a:tabLst/>
            </a:pPr>
            <a:r>
              <a:rPr kumimoji="0" lang="es-CO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micrófonos conectados a una Raspberry Pi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que procesa y envía los datos a una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plataforma web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s-CO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A67A9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A67A9"/>
              </a:buClr>
              <a:buSzTx/>
              <a:buFontTx/>
              <a:buChar char="•"/>
              <a:tabLst/>
            </a:pPr>
            <a:r>
              <a:rPr kumimoji="0" lang="es-CO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monitoreo continuo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almacenamiento de registros y generación de indicadores sonoros.</a:t>
            </a:r>
            <a:endParaRPr kumimoji="0" lang="es-CO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A67A9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A67A9"/>
              </a:buClr>
              <a:buSzTx/>
              <a:buFontTx/>
              <a:buChar char="•"/>
              <a:tabLst/>
            </a:pPr>
            <a:r>
              <a:rPr kumimoji="0" lang="es-CO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Apoya </a:t>
            </a:r>
            <a:r>
              <a:rPr kumimoji="0" lang="LID4096" altLang="LID4096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proyectos de investigación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sobre impacto acústico y entornos educativos o urbanos.</a:t>
            </a:r>
          </a:p>
          <a:p>
            <a:pPr marL="285750" indent="-285750">
              <a:buClr>
                <a:srgbClr val="0A67A9"/>
              </a:buClr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C3A6FA8-849B-3D96-C440-825979BB3711}"/>
              </a:ext>
            </a:extLst>
          </p:cNvPr>
          <p:cNvSpPr txBox="1"/>
          <p:nvPr/>
        </p:nvSpPr>
        <p:spPr>
          <a:xfrm>
            <a:off x="1693965" y="6478255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0A67A9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pic>
        <p:nvPicPr>
          <p:cNvPr id="8" name="Imagen 7" descr="Computadora de escritorio sobre superficie de madera&#10;&#10;El contenido generado por IA puede ser incorrecto.">
            <a:extLst>
              <a:ext uri="{FF2B5EF4-FFF2-40B4-BE49-F238E27FC236}">
                <a16:creationId xmlns:a16="http://schemas.microsoft.com/office/drawing/2014/main" id="{6A6E974F-052E-EA49-40CF-7C916C03C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888" y="924592"/>
            <a:ext cx="4587296" cy="2260600"/>
          </a:xfrm>
          <a:prstGeom prst="rect">
            <a:avLst/>
          </a:prstGeom>
        </p:spPr>
      </p:pic>
      <p:pic>
        <p:nvPicPr>
          <p:cNvPr id="10" name="Imagen 9" descr="Un escritorio con una computadora en una mesa&#10;&#10;El contenido generado por IA puede ser incorrecto.">
            <a:extLst>
              <a:ext uri="{FF2B5EF4-FFF2-40B4-BE49-F238E27FC236}">
                <a16:creationId xmlns:a16="http://schemas.microsoft.com/office/drawing/2014/main" id="{D0B52A97-56BA-BA4B-0402-CDDE472EE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888" y="3606477"/>
            <a:ext cx="4587296" cy="2106333"/>
          </a:xfrm>
          <a:prstGeom prst="rect">
            <a:avLst/>
          </a:prstGeom>
        </p:spPr>
      </p:pic>
      <p:sp>
        <p:nvSpPr>
          <p:cNvPr id="12" name="TextBox 1">
            <a:extLst>
              <a:ext uri="{FF2B5EF4-FFF2-40B4-BE49-F238E27FC236}">
                <a16:creationId xmlns:a16="http://schemas.microsoft.com/office/drawing/2014/main" id="{8C838109-FADA-D7BD-CC99-F1281EAA8730}"/>
              </a:ext>
            </a:extLst>
          </p:cNvPr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0A67A9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0A67A9"/>
                </a:solidFill>
                <a:latin typeface="Arial"/>
              </a:rPr>
              <a:t>3</a:t>
            </a:r>
            <a:endParaRPr sz="1100" b="1" i="0" dirty="0">
              <a:solidFill>
                <a:srgbClr val="0A67A9"/>
              </a:solidFill>
              <a:latin typeface="Arial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02C35F4-B17F-2B34-CC3A-4EFEBA7D2E7E}"/>
              </a:ext>
            </a:extLst>
          </p:cNvPr>
          <p:cNvSpPr txBox="1"/>
          <p:nvPr/>
        </p:nvSpPr>
        <p:spPr>
          <a:xfrm>
            <a:off x="981840" y="549120"/>
            <a:ext cx="3461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A67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MULTIMEDIA INTERACTIOVA – PROYECTOS</a:t>
            </a:r>
          </a:p>
        </p:txBody>
      </p:sp>
    </p:spTree>
    <p:extLst>
      <p:ext uri="{BB962C8B-B14F-4D97-AF65-F5344CB8AC3E}">
        <p14:creationId xmlns:p14="http://schemas.microsoft.com/office/powerpoint/2010/main" val="361534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65135"/>
            <a:ext cx="647192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Sistema monitoreo de sonido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60421"/>
            <a:ext cx="1901952" cy="25400"/>
          </a:xfrm>
          <a:prstGeom prst="rect">
            <a:avLst/>
          </a:prstGeom>
          <a:solidFill>
            <a:srgbClr val="0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23319" y="1889727"/>
            <a:ext cx="7856435" cy="4484622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C3A6FA8-849B-3D96-C440-825979BB3711}"/>
              </a:ext>
            </a:extLst>
          </p:cNvPr>
          <p:cNvSpPr txBox="1"/>
          <p:nvPr/>
        </p:nvSpPr>
        <p:spPr>
          <a:xfrm>
            <a:off x="2303565" y="6494887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0A67A9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pic>
        <p:nvPicPr>
          <p:cNvPr id="14" name="SoundMonitor Web">
            <a:hlinkClick r:id="" action="ppaction://media"/>
            <a:extLst>
              <a:ext uri="{FF2B5EF4-FFF2-40B4-BE49-F238E27FC236}">
                <a16:creationId xmlns:a16="http://schemas.microsoft.com/office/drawing/2014/main" id="{A29C6FF6-FE77-E748-FDDC-422ACCFB862C}"/>
              </a:ext>
            </a:extLst>
          </p:cNvPr>
          <p:cNvPicPr>
            <a:picLocks noChangeAspect="1"/>
          </p:cNvPicPr>
          <p:nvPr>
            <p:extLst/>
          </p:nvPr>
        </p:nvPicPr>
        <p:blipFill>
          <a:blip r:embed="rId5"/>
          <a:stretch>
            <a:fillRect/>
          </a:stretch>
        </p:blipFill>
        <p:spPr>
          <a:xfrm>
            <a:off x="2522220" y="2294984"/>
            <a:ext cx="6664522" cy="3748794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15" name="TextBox 1">
            <a:extLst>
              <a:ext uri="{FF2B5EF4-FFF2-40B4-BE49-F238E27FC236}">
                <a16:creationId xmlns:a16="http://schemas.microsoft.com/office/drawing/2014/main" id="{70310914-81E5-ED6A-AF79-FCBC05F48556}"/>
              </a:ext>
            </a:extLst>
          </p:cNvPr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0A67A9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0A67A9"/>
                </a:solidFill>
                <a:latin typeface="Arial"/>
              </a:rPr>
              <a:t>3</a:t>
            </a:r>
            <a:endParaRPr sz="1100" b="1" i="0" dirty="0">
              <a:solidFill>
                <a:srgbClr val="0A67A9"/>
              </a:solidFill>
              <a:latin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0A3F1F2-DB14-2DB8-D37E-54B4ADB0C78F}"/>
              </a:ext>
            </a:extLst>
          </p:cNvPr>
          <p:cNvSpPr txBox="1"/>
          <p:nvPr/>
        </p:nvSpPr>
        <p:spPr>
          <a:xfrm>
            <a:off x="981840" y="549120"/>
            <a:ext cx="3461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A67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MULTIMEDIA INTERACTIOVA – PROYECTOS</a:t>
            </a:r>
          </a:p>
        </p:txBody>
      </p:sp>
    </p:spTree>
    <p:extLst>
      <p:ext uri="{BB962C8B-B14F-4D97-AF65-F5344CB8AC3E}">
        <p14:creationId xmlns:p14="http://schemas.microsoft.com/office/powerpoint/2010/main" val="60460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17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965135"/>
            <a:ext cx="6471920" cy="5386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ES" sz="2900" b="1" i="0" dirty="0">
                <a:solidFill>
                  <a:srgbClr val="BBA04A"/>
                </a:solidFill>
                <a:latin typeface="Georgia"/>
              </a:rPr>
              <a:t>Despliegue IPv6 – Pool RITA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760421"/>
            <a:ext cx="1901952" cy="25400"/>
          </a:xfrm>
          <a:prstGeom prst="rect">
            <a:avLst/>
          </a:prstGeom>
          <a:solidFill>
            <a:srgbClr val="0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B49739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23319" y="1889727"/>
            <a:ext cx="7856435" cy="4484622"/>
          </a:xfrm>
          <a:prstGeom prst="rect">
            <a:avLst/>
          </a:prstGeom>
          <a:solidFill>
            <a:srgbClr val="E8E1D0"/>
          </a:solidFill>
          <a:ln>
            <a:solidFill>
              <a:srgbClr val="E8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C3A6FA8-849B-3D96-C440-825979BB3711}"/>
              </a:ext>
            </a:extLst>
          </p:cNvPr>
          <p:cNvSpPr txBox="1"/>
          <p:nvPr/>
        </p:nvSpPr>
        <p:spPr>
          <a:xfrm>
            <a:off x="2303565" y="6494887"/>
            <a:ext cx="6417141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s-ES" sz="1000" b="1" i="0" dirty="0">
                <a:solidFill>
                  <a:srgbClr val="0A67A9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70310914-81E5-ED6A-AF79-FCBC05F48556}"/>
              </a:ext>
            </a:extLst>
          </p:cNvPr>
          <p:cNvSpPr txBox="1"/>
          <p:nvPr/>
        </p:nvSpPr>
        <p:spPr>
          <a:xfrm>
            <a:off x="640080" y="554995"/>
            <a:ext cx="341760" cy="2616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 dirty="0">
                <a:solidFill>
                  <a:srgbClr val="0A67A9"/>
                </a:solidFill>
                <a:latin typeface="Arial"/>
              </a:rPr>
              <a:t>0</a:t>
            </a:r>
            <a:r>
              <a:rPr lang="es-ES" sz="1100" b="1" i="0" dirty="0">
                <a:solidFill>
                  <a:srgbClr val="0A67A9"/>
                </a:solidFill>
                <a:latin typeface="Arial"/>
              </a:rPr>
              <a:t>3</a:t>
            </a:r>
            <a:endParaRPr sz="1100" b="1" i="0" dirty="0">
              <a:solidFill>
                <a:srgbClr val="0A67A9"/>
              </a:solidFill>
              <a:latin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0A3F1F2-DB14-2DB8-D37E-54B4ADB0C78F}"/>
              </a:ext>
            </a:extLst>
          </p:cNvPr>
          <p:cNvSpPr txBox="1"/>
          <p:nvPr/>
        </p:nvSpPr>
        <p:spPr>
          <a:xfrm>
            <a:off x="981840" y="549120"/>
            <a:ext cx="34612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b="1" dirty="0">
                <a:solidFill>
                  <a:srgbClr val="0A67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MULTIMEDIA INTERACTIOVA – PROYECTOS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46920C-A256-9C35-0F64-D70E14113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336" y="2042498"/>
            <a:ext cx="7772400" cy="404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91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9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09760" y="0"/>
            <a:ext cx="2679192" cy="6858000"/>
          </a:xfrm>
          <a:prstGeom prst="rect">
            <a:avLst/>
          </a:prstGeom>
          <a:solidFill>
            <a:srgbClr val="0A67A9"/>
          </a:solidFill>
          <a:ln>
            <a:solidFill>
              <a:srgbClr val="0A67A9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29800" y="3063240"/>
            <a:ext cx="2011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eorgia"/>
              </a:rPr>
              <a:t>FIN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28AA364C-C052-5A30-829D-CB4BBFE8DD58}"/>
              </a:ext>
            </a:extLst>
          </p:cNvPr>
          <p:cNvSpPr txBox="1"/>
          <p:nvPr/>
        </p:nvSpPr>
        <p:spPr>
          <a:xfrm>
            <a:off x="9911098" y="5743095"/>
            <a:ext cx="1967953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1000" b="1" i="0" dirty="0">
                <a:solidFill>
                  <a:srgbClr val="FFFFFF"/>
                </a:solidFill>
                <a:latin typeface="Arial"/>
              </a:rPr>
              <a:t>INGENIERÍA: COMPROMISO CON EL DESARROLLO CIENTÍFICO, TECNOLÓGICO Y SOCIAL DEL PAÍS</a:t>
            </a:r>
          </a:p>
        </p:txBody>
      </p:sp>
      <p:pic>
        <p:nvPicPr>
          <p:cNvPr id="11" name="Picture 10" descr="Universidad Distrital | LAUD">
            <a:extLst>
              <a:ext uri="{FF2B5EF4-FFF2-40B4-BE49-F238E27FC236}">
                <a16:creationId xmlns:a16="http://schemas.microsoft.com/office/drawing/2014/main" id="{D15D870C-B888-6803-7714-6E03F2AF2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95" y="276278"/>
            <a:ext cx="1501761" cy="15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5">
            <a:extLst>
              <a:ext uri="{FF2B5EF4-FFF2-40B4-BE49-F238E27FC236}">
                <a16:creationId xmlns:a16="http://schemas.microsoft.com/office/drawing/2014/main" id="{91EC4DDA-A6BB-0DCB-1B3F-B01219724624}"/>
              </a:ext>
            </a:extLst>
          </p:cNvPr>
          <p:cNvSpPr txBox="1"/>
          <p:nvPr/>
        </p:nvSpPr>
        <p:spPr>
          <a:xfrm>
            <a:off x="1223780" y="3496143"/>
            <a:ext cx="4279836" cy="4563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1400" b="1" i="0" dirty="0">
                <a:solidFill>
                  <a:srgbClr val="0A67A9"/>
                </a:solidFill>
                <a:latin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giira@udistrital.edu.co</a:t>
            </a:r>
            <a:r>
              <a:rPr lang="en-US" sz="1400" b="1" i="0" dirty="0">
                <a:solidFill>
                  <a:srgbClr val="0A67A9"/>
                </a:solidFill>
                <a:latin typeface="Arial"/>
              </a:rPr>
              <a:t> </a:t>
            </a:r>
          </a:p>
        </p:txBody>
      </p:sp>
      <p:sp>
        <p:nvSpPr>
          <p:cNvPr id="15" name="TextBox 2">
            <a:extLst>
              <a:ext uri="{FF2B5EF4-FFF2-40B4-BE49-F238E27FC236}">
                <a16:creationId xmlns:a16="http://schemas.microsoft.com/office/drawing/2014/main" id="{64CCDC1B-F330-B506-A15D-1B094897C25E}"/>
              </a:ext>
            </a:extLst>
          </p:cNvPr>
          <p:cNvSpPr txBox="1"/>
          <p:nvPr/>
        </p:nvSpPr>
        <p:spPr>
          <a:xfrm>
            <a:off x="731520" y="1828800"/>
            <a:ext cx="4572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800" b="1" i="0" dirty="0">
                <a:solidFill>
                  <a:srgbClr val="FFFFFF"/>
                </a:solidFill>
                <a:latin typeface="Georgia"/>
              </a:rPr>
              <a:t>Gracias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9135C1E1-2824-4632-11E6-ECBB3EB6A4D5}"/>
              </a:ext>
            </a:extLst>
          </p:cNvPr>
          <p:cNvSpPr/>
          <p:nvPr/>
        </p:nvSpPr>
        <p:spPr>
          <a:xfrm>
            <a:off x="992807" y="4767091"/>
            <a:ext cx="2880360" cy="25400"/>
          </a:xfrm>
          <a:prstGeom prst="rect">
            <a:avLst/>
          </a:prstGeom>
          <a:solidFill>
            <a:srgbClr val="0A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Google Shape;316;p16" descr="Resultado de imagen para contacto icono png">
            <a:extLst>
              <a:ext uri="{FF2B5EF4-FFF2-40B4-BE49-F238E27FC236}">
                <a16:creationId xmlns:a16="http://schemas.microsoft.com/office/drawing/2014/main" id="{21FEDB2D-5954-DA7B-A658-4805A54FC28F}"/>
              </a:ext>
            </a:extLst>
          </p:cNvPr>
          <p:cNvPicPr preferRelativeResize="0"/>
          <p:nvPr/>
        </p:nvPicPr>
        <p:blipFill rotWithShape="1">
          <a:blip r:embed="rId4">
            <a:alphaModFix/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GlowEdges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847488" y="3238591"/>
            <a:ext cx="352759" cy="352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319;p16">
            <a:extLst>
              <a:ext uri="{FF2B5EF4-FFF2-40B4-BE49-F238E27FC236}">
                <a16:creationId xmlns:a16="http://schemas.microsoft.com/office/drawing/2014/main" id="{CDBBDBE1-94D4-5C36-53E2-E93DCDBC5F4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7478" y="3926235"/>
            <a:ext cx="372775" cy="365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318;p16">
            <a:extLst>
              <a:ext uri="{FF2B5EF4-FFF2-40B4-BE49-F238E27FC236}">
                <a16:creationId xmlns:a16="http://schemas.microsoft.com/office/drawing/2014/main" id="{4B74D083-0D99-4965-A380-49748435084D}"/>
              </a:ext>
            </a:extLst>
          </p:cNvPr>
          <p:cNvPicPr preferRelativeResize="0"/>
          <p:nvPr/>
        </p:nvPicPr>
        <p:blipFill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679" b="94643" l="0" r="96875">
                        <a14:foregroundMark x1="59375" y1="19196" x2="44196" y2="79911"/>
                        <a14:foregroundMark x1="24107" y1="24107" x2="64732" y2="67411"/>
                        <a14:foregroundMark x1="31696" y1="37054" x2="24107" y2="87500"/>
                        <a14:foregroundMark x1="33929" y1="29464" x2="11161" y2="52232"/>
                        <a14:foregroundMark x1="55804" y1="24107" x2="45982" y2="21429"/>
                        <a14:foregroundMark x1="48661" y1="31696" x2="79911" y2="68750"/>
                        <a14:foregroundMark x1="59375" y1="26339" x2="96875" y2="70089"/>
                        <a14:foregroundMark x1="59375" y1="31250" x2="48214" y2="66964"/>
                        <a14:foregroundMark x1="19643" y1="55804" x2="33036" y2="81250"/>
                        <a14:foregroundMark x1="34821" y1="30357" x2="36161" y2="84821"/>
                        <a14:foregroundMark x1="30804" y1="37054" x2="33036" y2="68304"/>
                        <a14:foregroundMark x1="30804" y1="38393" x2="26339" y2="24554"/>
                        <a14:foregroundMark x1="32143" y1="25893" x2="51786" y2="10714"/>
                        <a14:foregroundMark x1="49554" y1="22768" x2="47321" y2="2679"/>
                        <a14:foregroundMark x1="704" y1="69418" x2="601" y2="69508"/>
                        <a14:foregroundMark x1="2647" y1="67722" x2="1866" y2="68404"/>
                        <a14:foregroundMark x1="25000" y1="48214" x2="4669" y2="65958"/>
                        <a14:foregroundMark x1="51786" y1="68750" x2="61161" y2="94643"/>
                        <a14:foregroundMark x1="91071" y1="70089" x2="93750" y2="69643"/>
                        <a14:foregroundMark x1="92411" y1="63393" x2="96429" y2="62946"/>
                        <a14:foregroundMark x1="50893" y1="91518" x2="50000" y2="93304"/>
                        <a14:foregroundMark x1="25446" y1="68750" x2="12946" y2="73661"/>
                        <a14:foregroundMark x1="13839" y1="83929" x2="11161" y2="70982"/>
                        <a14:foregroundMark x1="12500" y1="82589" x2="20982" y2="64286"/>
                        <a14:foregroundMark x1="22321" y1="68750" x2="12946" y2="68750"/>
                        <a14:foregroundMark x1="12946" y1="68750" x2="13839" y2="82589"/>
                        <a14:foregroundMark x1="13839" y1="82589" x2="13839" y2="82589"/>
                        <a14:foregroundMark x1="13839" y1="82589" x2="13839" y2="82589"/>
                        <a14:foregroundMark x1="8929" y1="64286" x2="11607" y2="79018"/>
                        <a14:backgroundMark x1="2682" y1="72377" x2="446" y2="68750"/>
                        <a14:backgroundMark x1="16964" y1="95536" x2="11372" y2="86469"/>
                        <a14:backgroundMark x1="2587" y1="65427" x2="446" y2="62054"/>
                        <a14:backgroundMark x1="15179" y1="85268" x2="13492" y2="82611"/>
                        <a14:backgroundMark x1="16071" y1="90625" x2="10268" y2="84821"/>
                        <a14:backgroundMark x1="7589" y1="90179" x2="11161" y2="94643"/>
                        <a14:backgroundMark x1="8482" y1="90179" x2="8482" y2="90179"/>
                        <a14:backgroundMark x1="8482" y1="90179" x2="8482" y2="90179"/>
                        <a14:backgroundMark x1="8482" y1="90179" x2="13839" y2="94643"/>
                        <a14:backgroundMark x1="8929" y1="89286" x2="446" y2="82143"/>
                        <a14:backgroundMark x1="9821" y1="88839" x2="16071" y2="99107"/>
                        <a14:backgroundMark x1="13839" y1="93304" x2="1786" y2="74107"/>
                        <a14:backgroundMark x1="4911" y1="87500" x2="9821" y2="94196"/>
                        <a14:backgroundMark x1="16964" y1="97321" x2="16964" y2="973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3413" y="3593371"/>
            <a:ext cx="320907" cy="32090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C3CEA71D-1E11-9F7D-652B-7BF9AF71F5E7}"/>
              </a:ext>
            </a:extLst>
          </p:cNvPr>
          <p:cNvSpPr txBox="1"/>
          <p:nvPr/>
        </p:nvSpPr>
        <p:spPr>
          <a:xfrm>
            <a:off x="493277" y="5978964"/>
            <a:ext cx="6144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https://comunidad.udistrital.edu.co/multimediainteractiva/</a:t>
            </a:r>
            <a:r>
              <a:rPr lang="es-419" sz="18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s-419" sz="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524</Words>
  <Application>Microsoft Macintosh PowerPoint</Application>
  <PresentationFormat>Panorámica</PresentationFormat>
  <Paragraphs>105</Paragraphs>
  <Slides>15</Slides>
  <Notes>7</Notes>
  <HiddenSlides>0</HiddenSlides>
  <MMClips>3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Yanira</dc:creator>
  <cp:keywords/>
  <dc:description>generated using python-pptx</dc:description>
  <cp:lastModifiedBy>Paulo Alonso Gaona Garcia</cp:lastModifiedBy>
  <cp:revision>62</cp:revision>
  <dcterms:created xsi:type="dcterms:W3CDTF">2013-01-27T09:14:16Z</dcterms:created>
  <dcterms:modified xsi:type="dcterms:W3CDTF">2026-08-20T20:43:33Z</dcterms:modified>
  <cp:category/>
</cp:coreProperties>
</file>