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68" r:id="rId3"/>
    <p:sldId id="322" r:id="rId4"/>
    <p:sldId id="317" r:id="rId5"/>
    <p:sldId id="321" r:id="rId6"/>
    <p:sldId id="316" r:id="rId7"/>
    <p:sldId id="324" r:id="rId8"/>
    <p:sldId id="323" r:id="rId9"/>
  </p:sldIdLst>
  <p:sldSz cx="18288000" cy="10287000"/>
  <p:notesSz cx="6858000" cy="9144000"/>
  <p:embeddedFontLs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Open Sans SemiBold" panose="020B0706030804020204" pitchFamily="34" charset="0"/>
      <p:bold r:id="rId14"/>
    </p:embeddedFont>
    <p:embeddedFont>
      <p:font typeface="Poppins Bold" panose="020B0604020202020204" charset="0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36" d="100"/>
          <a:sy n="36" d="100"/>
        </p:scale>
        <p:origin x="108" y="3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TextBox 4"/>
          <p:cNvSpPr txBox="1"/>
          <p:nvPr/>
        </p:nvSpPr>
        <p:spPr>
          <a:xfrm>
            <a:off x="1600444" y="3695764"/>
            <a:ext cx="7419731" cy="171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55"/>
              </a:lnSpc>
            </a:pPr>
            <a:r>
              <a:rPr lang="en-US" sz="4500" b="1" dirty="0">
                <a:solidFill>
                  <a:srgbClr val="CE0F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BIENESTAR UNIVERSITARIO</a:t>
            </a:r>
            <a:r>
              <a:rPr lang="es-ES" altLang="en-US" sz="4500" b="1" dirty="0">
                <a:solidFill>
                  <a:srgbClr val="CE0F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Y</a:t>
            </a:r>
          </a:p>
          <a:p>
            <a:pPr marL="0" lvl="0" indent="0" algn="l">
              <a:lnSpc>
                <a:spcPts val="4455"/>
              </a:lnSpc>
            </a:pPr>
            <a:r>
              <a:rPr lang="es-ES" altLang="en-US" sz="4500" b="1" dirty="0">
                <a:solidFill>
                  <a:srgbClr val="CE0F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BUEN VIVIR</a:t>
            </a:r>
          </a:p>
        </p:txBody>
      </p:sp>
      <p:sp>
        <p:nvSpPr>
          <p:cNvPr id="5" name="Freeform 5"/>
          <p:cNvSpPr/>
          <p:nvPr/>
        </p:nvSpPr>
        <p:spPr>
          <a:xfrm>
            <a:off x="2819305" y="7048486"/>
            <a:ext cx="1847541" cy="1780568"/>
          </a:xfrm>
          <a:custGeom>
            <a:avLst/>
            <a:gdLst/>
            <a:ahLst/>
            <a:cxnLst/>
            <a:rect l="l" t="t" r="r" b="b"/>
            <a:pathLst>
              <a:path w="1847541" h="1780568">
                <a:moveTo>
                  <a:pt x="0" y="0"/>
                </a:moveTo>
                <a:lnTo>
                  <a:pt x="1847541" y="0"/>
                </a:lnTo>
                <a:lnTo>
                  <a:pt x="1847541" y="1780568"/>
                </a:lnTo>
                <a:lnTo>
                  <a:pt x="0" y="1780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4" name="Grupo 3"/>
          <p:cNvGrpSpPr/>
          <p:nvPr/>
        </p:nvGrpSpPr>
        <p:grpSpPr>
          <a:xfrm>
            <a:off x="2556004" y="557875"/>
            <a:ext cx="13755062" cy="7943104"/>
            <a:chOff x="2016183" y="960159"/>
            <a:chExt cx="11852217" cy="6850341"/>
          </a:xfrm>
        </p:grpSpPr>
        <p:sp>
          <p:nvSpPr>
            <p:cNvPr id="18" name="Google Shape;2700;p86"/>
            <p:cNvSpPr txBox="1"/>
            <p:nvPr/>
          </p:nvSpPr>
          <p:spPr>
            <a:xfrm>
              <a:off x="3113266" y="2320588"/>
              <a:ext cx="1769881" cy="934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71450" marR="0" lvl="0" indent="-1714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Medicina</a:t>
              </a:r>
            </a:p>
            <a:p>
              <a:pPr marL="171450" marR="0" lvl="0" indent="-1714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Enfermerìa</a:t>
              </a:r>
            </a:p>
            <a:p>
              <a:pPr marL="171450" marR="0" lvl="0" indent="-1714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Odontologìa</a:t>
              </a:r>
            </a:p>
            <a:p>
              <a:pPr marL="171450" marR="0" lvl="0" indent="-1714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Psicologìa</a:t>
              </a:r>
            </a:p>
            <a:p>
              <a:pPr marL="171450" marR="0" lvl="0" indent="-1714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Fisioterapìa</a:t>
              </a:r>
            </a:p>
          </p:txBody>
        </p:sp>
        <p:sp>
          <p:nvSpPr>
            <p:cNvPr id="19" name="Google Shape;2701;p86"/>
            <p:cNvSpPr txBox="1"/>
            <p:nvPr/>
          </p:nvSpPr>
          <p:spPr>
            <a:xfrm>
              <a:off x="3095744" y="6845719"/>
              <a:ext cx="2164852" cy="4873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95380"/>
                </a:buClr>
                <a:buSzPts val="1800"/>
                <a:buFont typeface="Open Sans SemiBold" panose="020B0706030804020204"/>
                <a:buNone/>
              </a:pPr>
              <a:r>
                <a:rPr lang="en-US" sz="1800" b="1" i="0" u="none" dirty="0">
                  <a:solidFill>
                    <a:srgbClr val="095380"/>
                  </a:solidFill>
                  <a:latin typeface="Open Sans SemiBold" panose="020B0706030804020204"/>
                  <a:ea typeface="Open Sans SemiBold" panose="020B0706030804020204"/>
                  <a:cs typeface="Open Sans SemiBold" panose="020B0706030804020204"/>
                  <a:sym typeface="Open Sans SemiBold" panose="020B0706030804020204"/>
                </a:rPr>
                <a:t>ADMINISTRATIVO</a:t>
              </a:r>
              <a:endParaRPr dirty="0"/>
            </a:p>
          </p:txBody>
        </p:sp>
        <p:sp>
          <p:nvSpPr>
            <p:cNvPr id="20" name="Google Shape;2702;p86"/>
            <p:cNvSpPr txBox="1"/>
            <p:nvPr/>
          </p:nvSpPr>
          <p:spPr>
            <a:xfrm>
              <a:off x="11036806" y="6511514"/>
              <a:ext cx="2511725" cy="404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C133F"/>
                </a:buClr>
                <a:buSzPts val="1800"/>
                <a:buFont typeface="Open Sans SemiBold" panose="020B0706030804020204"/>
                <a:buNone/>
              </a:pPr>
              <a:r>
                <a:rPr lang="en-US" sz="1800" b="1" i="0" u="none" dirty="0">
                  <a:solidFill>
                    <a:srgbClr val="8C133F"/>
                  </a:solidFill>
                  <a:latin typeface="Open Sans SemiBold" panose="020B0706030804020204"/>
                  <a:ea typeface="Open Sans SemiBold" panose="020B0706030804020204"/>
                  <a:cs typeface="Open Sans SemiBold" panose="020B0706030804020204"/>
                  <a:sym typeface="Open Sans SemiBold" panose="020B0706030804020204"/>
                </a:rPr>
                <a:t>EGRESADOS</a:t>
              </a:r>
              <a:endParaRPr dirty="0"/>
            </a:p>
          </p:txBody>
        </p:sp>
        <p:sp>
          <p:nvSpPr>
            <p:cNvPr id="21" name="Google Shape;2703;p86"/>
            <p:cNvSpPr txBox="1"/>
            <p:nvPr/>
          </p:nvSpPr>
          <p:spPr>
            <a:xfrm>
              <a:off x="11079013" y="5172132"/>
              <a:ext cx="1213656" cy="318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24E5A"/>
                </a:buClr>
                <a:buSzPts val="1800"/>
                <a:buFont typeface="Open Sans SemiBold" panose="020B0706030804020204"/>
                <a:buNone/>
              </a:pPr>
              <a:r>
                <a:rPr lang="en-US" sz="1800" b="1" i="0" u="none" dirty="0">
                  <a:solidFill>
                    <a:srgbClr val="E24E5A"/>
                  </a:solidFill>
                  <a:latin typeface="Open Sans SemiBold" panose="020B0706030804020204"/>
                  <a:ea typeface="Open Sans SemiBold" panose="020B0706030804020204"/>
                  <a:cs typeface="Open Sans SemiBold" panose="020B0706030804020204"/>
                  <a:sym typeface="Open Sans SemiBold" panose="020B0706030804020204"/>
                </a:rPr>
                <a:t>DEPORTES</a:t>
              </a:r>
              <a:endParaRPr dirty="0"/>
            </a:p>
          </p:txBody>
        </p:sp>
        <p:sp>
          <p:nvSpPr>
            <p:cNvPr id="22" name="Google Shape;2704;p86"/>
            <p:cNvSpPr txBox="1"/>
            <p:nvPr/>
          </p:nvSpPr>
          <p:spPr>
            <a:xfrm>
              <a:off x="2952012" y="1989245"/>
              <a:ext cx="2652827" cy="404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9B3E3"/>
                </a:buClr>
                <a:buSzPts val="1800"/>
                <a:buFont typeface="Open Sans SemiBold" panose="020B0706030804020204"/>
                <a:buNone/>
              </a:pPr>
              <a:r>
                <a:rPr lang="en-US" b="1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 SemiBold" panose="020B0706030804020204"/>
                  <a:ea typeface="Open Sans SemiBold" panose="020B0706030804020204"/>
                  <a:cs typeface="Open Sans SemiBold" panose="020B0706030804020204"/>
                  <a:sym typeface="Open Sans SemiBold" panose="020B0706030804020204"/>
                </a:rPr>
                <a:t>DESARROLLO HUMANO</a:t>
              </a:r>
              <a:endParaRPr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3" name="Google Shape;2705;p86"/>
            <p:cNvSpPr txBox="1"/>
            <p:nvPr/>
          </p:nvSpPr>
          <p:spPr>
            <a:xfrm>
              <a:off x="10889330" y="3601634"/>
              <a:ext cx="1282700" cy="404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430"/>
                </a:buClr>
                <a:buSzPts val="1800"/>
                <a:buFont typeface="Open Sans SemiBold" panose="020B0706030804020204"/>
                <a:buNone/>
              </a:pPr>
              <a:r>
                <a:rPr lang="en-US" sz="1800" b="1" i="0" u="none" dirty="0">
                  <a:solidFill>
                    <a:srgbClr val="FF9430"/>
                  </a:solidFill>
                  <a:latin typeface="Open Sans SemiBold" panose="020B0706030804020204"/>
                  <a:ea typeface="Open Sans SemiBold" panose="020B0706030804020204"/>
                  <a:cs typeface="Open Sans SemiBold" panose="020B0706030804020204"/>
                  <a:sym typeface="Open Sans SemiBold" panose="020B0706030804020204"/>
                </a:rPr>
                <a:t>CULTURA</a:t>
              </a:r>
              <a:endParaRPr dirty="0"/>
            </a:p>
          </p:txBody>
        </p:sp>
        <p:sp>
          <p:nvSpPr>
            <p:cNvPr id="24" name="Google Shape;2706;p86"/>
            <p:cNvSpPr txBox="1"/>
            <p:nvPr/>
          </p:nvSpPr>
          <p:spPr>
            <a:xfrm>
              <a:off x="3070002" y="3686459"/>
              <a:ext cx="2505961" cy="404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9D1DA"/>
                </a:buClr>
                <a:buSzPts val="1800"/>
                <a:buFont typeface="Open Sans SemiBold" panose="020B0706030804020204"/>
                <a:buNone/>
              </a:pPr>
              <a:r>
                <a:rPr lang="en-US" sz="1800" b="1" i="0" u="none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Open Sans SemiBold" panose="020B0706030804020204"/>
                  <a:ea typeface="Open Sans SemiBold" panose="020B0706030804020204"/>
                  <a:cs typeface="Open Sans SemiBold" panose="020B0706030804020204"/>
                  <a:sym typeface="Open Sans SemiBold" panose="020B0706030804020204"/>
                </a:rPr>
                <a:t>DERECHOS HUMANOS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9D1DA"/>
                </a:buClr>
                <a:buSzPts val="1800"/>
                <a:buFont typeface="Open Sans SemiBold" panose="020B0706030804020204"/>
                <a:buNone/>
              </a:pPr>
              <a:r>
                <a:rPr lang="en-US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Open Sans SemiBold" panose="020B0706030804020204"/>
                  <a:ea typeface="Open Sans SemiBold" panose="020B0706030804020204"/>
                  <a:cs typeface="Open Sans SemiBold" panose="020B0706030804020204"/>
                  <a:sym typeface="Open Sans SemiBold" panose="020B0706030804020204"/>
                </a:rPr>
                <a:t>VBG</a:t>
              </a:r>
              <a:r>
                <a:rPr lang="en-US" sz="1800" b="1" i="0" u="none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Open Sans SemiBold" panose="020B0706030804020204"/>
                  <a:ea typeface="Open Sans SemiBold" panose="020B0706030804020204"/>
                  <a:cs typeface="Open Sans SemiBold" panose="020B0706030804020204"/>
                  <a:sym typeface="Open Sans SemiBold" panose="020B0706030804020204"/>
                </a:rPr>
                <a:t> </a:t>
              </a:r>
              <a:endParaRPr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5" name="Google Shape;2707;p86"/>
            <p:cNvSpPr txBox="1"/>
            <p:nvPr/>
          </p:nvSpPr>
          <p:spPr>
            <a:xfrm>
              <a:off x="10889330" y="1821186"/>
              <a:ext cx="2701408" cy="404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7BE48"/>
                </a:buClr>
                <a:buSzPts val="1800"/>
                <a:buFont typeface="Open Sans SemiBold" panose="020B0706030804020204"/>
                <a:buNone/>
              </a:pPr>
              <a:r>
                <a:rPr lang="en-US" sz="1800" b="1" i="0" u="none" dirty="0">
                  <a:solidFill>
                    <a:srgbClr val="F7BE48"/>
                  </a:solidFill>
                  <a:latin typeface="Open Sans SemiBold" panose="020B0706030804020204"/>
                  <a:ea typeface="Open Sans SemiBold" panose="020B0706030804020204"/>
                  <a:cs typeface="Open Sans SemiBold" panose="020B0706030804020204"/>
                  <a:sym typeface="Open Sans SemiBold" panose="020B0706030804020204"/>
                </a:rPr>
                <a:t>DESARROLLO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7BE48"/>
                </a:buClr>
                <a:buSzPts val="1800"/>
                <a:buFont typeface="Open Sans SemiBold" panose="020B0706030804020204"/>
                <a:buNone/>
              </a:pPr>
              <a:r>
                <a:rPr lang="en-US" sz="1800" b="1" i="0" u="none" dirty="0">
                  <a:solidFill>
                    <a:srgbClr val="F7BE48"/>
                  </a:solidFill>
                  <a:latin typeface="Open Sans SemiBold" panose="020B0706030804020204"/>
                  <a:ea typeface="Open Sans SemiBold" panose="020B0706030804020204"/>
                  <a:cs typeface="Open Sans SemiBold" panose="020B0706030804020204"/>
                  <a:sym typeface="Open Sans SemiBold" panose="020B0706030804020204"/>
                </a:rPr>
                <a:t>SOCIOECONÒMICO</a:t>
              </a:r>
              <a:endParaRPr dirty="0"/>
            </a:p>
          </p:txBody>
        </p:sp>
        <p:sp>
          <p:nvSpPr>
            <p:cNvPr id="26" name="Google Shape;2708;p86"/>
            <p:cNvSpPr txBox="1"/>
            <p:nvPr/>
          </p:nvSpPr>
          <p:spPr>
            <a:xfrm>
              <a:off x="3035026" y="5331133"/>
              <a:ext cx="2037284" cy="4318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9DAAB"/>
                </a:buClr>
                <a:buSzPts val="1800"/>
                <a:buFont typeface="Open Sans SemiBold" panose="020B0706030804020204"/>
                <a:buNone/>
              </a:pPr>
              <a:r>
                <a:rPr lang="en-US" sz="1800" b="1" i="0" u="none" dirty="0">
                  <a:solidFill>
                    <a:srgbClr val="69DAAB"/>
                  </a:solidFill>
                  <a:latin typeface="Open Sans SemiBold" panose="020B0706030804020204"/>
                  <a:ea typeface="Open Sans SemiBold" panose="020B0706030804020204"/>
                  <a:cs typeface="Open Sans SemiBold" panose="020B0706030804020204"/>
                  <a:sym typeface="Open Sans SemiBold" panose="020B0706030804020204"/>
                </a:rPr>
                <a:t>SOCIOAMBIENTAL</a:t>
              </a:r>
              <a:endParaRPr dirty="0"/>
            </a:p>
          </p:txBody>
        </p:sp>
        <p:sp>
          <p:nvSpPr>
            <p:cNvPr id="27" name="Google Shape;2709;p86"/>
            <p:cNvSpPr txBox="1"/>
            <p:nvPr/>
          </p:nvSpPr>
          <p:spPr>
            <a:xfrm>
              <a:off x="3164722" y="4294508"/>
              <a:ext cx="2208158" cy="646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71450" marR="0" lvl="0" indent="-17145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b="0" i="0" u="none" dirty="0" err="1">
                  <a:solidFill>
                    <a:schemeClr val="dk1"/>
                  </a:solidFill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Open Sans" panose="020B0606030504020204"/>
                </a:rPr>
                <a:t>Talleres</a:t>
              </a:r>
              <a:endParaRPr lang="en-US" sz="1400" b="0" i="0" u="none" dirty="0">
                <a:solidFill>
                  <a:schemeClr val="dk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Open Sans" panose="020B0606030504020204"/>
              </a:endParaRPr>
            </a:p>
            <a:p>
              <a:pPr marL="171450" marR="0" lvl="0" indent="-17145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Open Sans" panose="020B0606030504020204"/>
                </a:rPr>
                <a:t>Conferencias</a:t>
              </a:r>
              <a:endParaRPr lang="en-US" sz="1400" dirty="0">
                <a:solidFill>
                  <a:schemeClr val="dk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Open Sans" panose="020B0606030504020204"/>
              </a:endParaRPr>
            </a:p>
            <a:p>
              <a:pPr marL="171450" marR="0" lvl="0" indent="-17145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Open Sans" panose="020B0606030504020204"/>
                </a:rPr>
                <a:t>Actividades</a:t>
              </a: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Open Sans" panose="020B0606030504020204"/>
                </a:rPr>
                <a:t> </a:t>
              </a: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Open Sans" panose="020B0606030504020204"/>
                </a:rPr>
                <a:t>en</a:t>
              </a: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Open Sans" panose="020B0606030504020204"/>
                </a:rPr>
                <a:t> </a:t>
              </a: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Open Sans" panose="020B0606030504020204"/>
                </a:rPr>
                <a:t>Sedes</a:t>
              </a:r>
              <a:endParaRPr sz="14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8" name="Google Shape;2710;p86"/>
            <p:cNvSpPr txBox="1"/>
            <p:nvPr/>
          </p:nvSpPr>
          <p:spPr>
            <a:xfrm>
              <a:off x="3040138" y="5645322"/>
              <a:ext cx="2614127" cy="646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71450" marR="0" lvl="0" indent="-1714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b="0" i="0" u="none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Talleres</a:t>
              </a:r>
              <a:r>
                <a:rPr lang="en-US" sz="1400" b="0" i="0" u="none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 </a:t>
              </a:r>
              <a:r>
                <a:rPr lang="en-US" sz="1400" b="0" i="0" u="none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Ambientales</a:t>
              </a:r>
              <a:endParaRPr lang="en-US" sz="1400" b="0" i="0" u="none" dirty="0">
                <a:solidFill>
                  <a:schemeClr val="dk1"/>
                </a:solidFill>
                <a:latin typeface="Arial" panose="020B0604020202020204" pitchFamily="34" charset="0"/>
                <a:ea typeface="Open Sans" panose="020B0606030504020204"/>
                <a:cs typeface="Arial" panose="020B0604020202020204" pitchFamily="34" charset="0"/>
                <a:sym typeface="Open Sans" panose="020B0606030504020204"/>
              </a:endParaRPr>
            </a:p>
            <a:p>
              <a:pPr marL="171450" marR="0" lvl="0" indent="-1714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Actividades</a:t>
              </a: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 de </a:t>
              </a: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articulaciòn</a:t>
              </a: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 con </a:t>
              </a: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el</a:t>
              </a: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 Medio </a:t>
              </a: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Ambiente</a:t>
              </a: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.</a:t>
              </a:r>
              <a:endParaRPr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Google Shape;2711;p86"/>
            <p:cNvSpPr txBox="1"/>
            <p:nvPr/>
          </p:nvSpPr>
          <p:spPr>
            <a:xfrm>
              <a:off x="3097442" y="7164388"/>
              <a:ext cx="2163153" cy="646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71450" marR="0" lvl="0" indent="-1714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b="0" i="0" u="none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Apoyo</a:t>
              </a:r>
              <a:r>
                <a:rPr lang="en-US" sz="1400" b="0" i="0" u="none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 a la </a:t>
              </a:r>
              <a:r>
                <a:rPr lang="en-US" sz="1400" b="0" i="0" u="none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Gestiòn</a:t>
              </a:r>
              <a:endParaRPr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Google Shape;2712;p86"/>
            <p:cNvSpPr txBox="1"/>
            <p:nvPr/>
          </p:nvSpPr>
          <p:spPr>
            <a:xfrm>
              <a:off x="11105329" y="2406013"/>
              <a:ext cx="2204569" cy="8544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b="0" i="0" u="none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Apoyo</a:t>
              </a:r>
              <a:r>
                <a:rPr lang="en-US" sz="1400" b="0" i="0" u="none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 </a:t>
              </a: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A</a:t>
              </a:r>
              <a:r>
                <a:rPr lang="en-US" sz="1400" b="0" i="0" u="none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limentario</a:t>
              </a:r>
              <a:endParaRPr lang="en-US" sz="1400" b="0" i="0" u="none" dirty="0">
                <a:solidFill>
                  <a:schemeClr val="dk1"/>
                </a:solidFill>
                <a:latin typeface="Arial" panose="020B0604020202020204" pitchFamily="34" charset="0"/>
                <a:ea typeface="Open Sans" panose="020B0606030504020204"/>
                <a:cs typeface="Arial" panose="020B0604020202020204" pitchFamily="34" charset="0"/>
                <a:sym typeface="Open Sans" panose="020B0606030504020204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ICETEX</a:t>
              </a: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Renta</a:t>
              </a: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 Joven</a:t>
              </a: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UAESP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 panose="020B0606030504020204"/>
                <a:buNone/>
              </a:pPr>
              <a:endParaRPr dirty="0"/>
            </a:p>
          </p:txBody>
        </p:sp>
        <p:sp>
          <p:nvSpPr>
            <p:cNvPr id="31" name="Google Shape;2714;p86"/>
            <p:cNvSpPr txBox="1"/>
            <p:nvPr/>
          </p:nvSpPr>
          <p:spPr>
            <a:xfrm>
              <a:off x="11137749" y="5531952"/>
              <a:ext cx="2522935" cy="646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84150" marR="5080" indent="-171450">
                <a:lnSpc>
                  <a:spcPct val="100000"/>
                </a:lnSpc>
                <a:spcBef>
                  <a:spcPts val="525"/>
                </a:spcBef>
                <a:buFont typeface="Arial" panose="020B0604020202020204" pitchFamily="34" charset="0"/>
                <a:buChar char="•"/>
              </a:pPr>
              <a:r>
                <a:rPr lang="es-ES" sz="1400" spc="-10" dirty="0"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Acondicionamiento</a:t>
              </a:r>
              <a:r>
                <a:rPr lang="es-ES" sz="1400" spc="65" dirty="0"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s-ES" sz="1400" spc="-10" dirty="0"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físico</a:t>
              </a:r>
              <a:endParaRPr lang="es-ES" sz="14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endParaRPr>
            </a:p>
            <a:p>
              <a:pPr marL="1841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s-ES" sz="1400" dirty="0"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Retos</a:t>
              </a:r>
              <a:r>
                <a:rPr lang="es-ES" sz="1400" spc="-35" dirty="0"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 </a:t>
              </a:r>
              <a:r>
                <a:rPr lang="es-ES" sz="1400" spc="-10" dirty="0"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Deportivos</a:t>
              </a:r>
              <a:endParaRPr lang="es-ES" sz="14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2" name="Google Shape;2715;p86"/>
            <p:cNvSpPr txBox="1"/>
            <p:nvPr/>
          </p:nvSpPr>
          <p:spPr>
            <a:xfrm>
              <a:off x="11036806" y="6956864"/>
              <a:ext cx="2831594" cy="646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Portafolio</a:t>
              </a: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 de </a:t>
              </a: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Servicios</a:t>
              </a:r>
              <a:endParaRPr lang="en-US" sz="1400" dirty="0">
                <a:solidFill>
                  <a:schemeClr val="dk1"/>
                </a:solidFill>
                <a:latin typeface="Arial" panose="020B0604020202020204" pitchFamily="34" charset="0"/>
                <a:ea typeface="Open Sans" panose="020B0606030504020204"/>
                <a:cs typeface="Arial" panose="020B0604020202020204" pitchFamily="34" charset="0"/>
                <a:sym typeface="Open Sans" panose="020B0606030504020204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Encuentros de </a:t>
              </a: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Oportunidades</a:t>
              </a: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 </a:t>
              </a: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Laborales</a:t>
              </a:r>
              <a:endParaRPr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Google Shape;2724;p86"/>
            <p:cNvSpPr/>
            <p:nvPr/>
          </p:nvSpPr>
          <p:spPr>
            <a:xfrm>
              <a:off x="6474492" y="6064558"/>
              <a:ext cx="1727200" cy="1570037"/>
            </a:xfrm>
            <a:custGeom>
              <a:avLst/>
              <a:gdLst/>
              <a:ahLst/>
              <a:cxnLst/>
              <a:rect l="l" t="t" r="r" b="b"/>
              <a:pathLst>
                <a:path w="347" h="315" extrusionOk="0">
                  <a:moveTo>
                    <a:pt x="338" y="66"/>
                  </a:moveTo>
                  <a:cubicBezTo>
                    <a:pt x="276" y="64"/>
                    <a:pt x="217" y="41"/>
                    <a:pt x="170" y="0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96" y="269"/>
                    <a:pt x="218" y="315"/>
                    <a:pt x="347" y="315"/>
                  </a:cubicBezTo>
                  <a:cubicBezTo>
                    <a:pt x="270" y="194"/>
                    <a:pt x="270" y="194"/>
                    <a:pt x="270" y="194"/>
                  </a:cubicBezTo>
                  <a:lnTo>
                    <a:pt x="338" y="66"/>
                  </a:lnTo>
                  <a:close/>
                </a:path>
              </a:pathLst>
            </a:custGeom>
            <a:solidFill>
              <a:srgbClr val="06538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" name="Google Shape;2725;p86"/>
            <p:cNvSpPr/>
            <p:nvPr/>
          </p:nvSpPr>
          <p:spPr>
            <a:xfrm>
              <a:off x="8181055" y="2510146"/>
              <a:ext cx="1728787" cy="1574800"/>
            </a:xfrm>
            <a:custGeom>
              <a:avLst/>
              <a:gdLst/>
              <a:ahLst/>
              <a:cxnLst/>
              <a:rect l="l" t="t" r="r" b="b"/>
              <a:pathLst>
                <a:path w="347" h="316" extrusionOk="0">
                  <a:moveTo>
                    <a:pt x="9" y="250"/>
                  </a:moveTo>
                  <a:cubicBezTo>
                    <a:pt x="71" y="252"/>
                    <a:pt x="130" y="275"/>
                    <a:pt x="177" y="316"/>
                  </a:cubicBezTo>
                  <a:cubicBezTo>
                    <a:pt x="316" y="274"/>
                    <a:pt x="316" y="274"/>
                    <a:pt x="316" y="274"/>
                  </a:cubicBezTo>
                  <a:cubicBezTo>
                    <a:pt x="347" y="134"/>
                    <a:pt x="347" y="134"/>
                    <a:pt x="347" y="134"/>
                  </a:cubicBezTo>
                  <a:cubicBezTo>
                    <a:pt x="251" y="47"/>
                    <a:pt x="129" y="0"/>
                    <a:pt x="0" y="1"/>
                  </a:cubicBezTo>
                  <a:cubicBezTo>
                    <a:pt x="77" y="121"/>
                    <a:pt x="77" y="121"/>
                    <a:pt x="77" y="121"/>
                  </a:cubicBezTo>
                  <a:lnTo>
                    <a:pt x="9" y="250"/>
                  </a:lnTo>
                  <a:close/>
                </a:path>
              </a:pathLst>
            </a:custGeom>
            <a:solidFill>
              <a:srgbClr val="FFCA5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" name="Google Shape;2726;p86"/>
            <p:cNvSpPr/>
            <p:nvPr/>
          </p:nvSpPr>
          <p:spPr>
            <a:xfrm>
              <a:off x="9182767" y="5060124"/>
              <a:ext cx="1568450" cy="1724025"/>
            </a:xfrm>
            <a:custGeom>
              <a:avLst/>
              <a:gdLst/>
              <a:ahLst/>
              <a:cxnLst/>
              <a:rect l="l" t="t" r="r" b="b"/>
              <a:pathLst>
                <a:path w="315" h="346" extrusionOk="0">
                  <a:moveTo>
                    <a:pt x="182" y="346"/>
                  </a:moveTo>
                  <a:cubicBezTo>
                    <a:pt x="268" y="250"/>
                    <a:pt x="315" y="128"/>
                    <a:pt x="314" y="0"/>
                  </a:cubicBezTo>
                  <a:cubicBezTo>
                    <a:pt x="194" y="77"/>
                    <a:pt x="194" y="77"/>
                    <a:pt x="194" y="77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4" y="70"/>
                    <a:pt x="41" y="129"/>
                    <a:pt x="0" y="176"/>
                  </a:cubicBezTo>
                  <a:cubicBezTo>
                    <a:pt x="42" y="315"/>
                    <a:pt x="42" y="315"/>
                    <a:pt x="42" y="315"/>
                  </a:cubicBezTo>
                  <a:lnTo>
                    <a:pt x="182" y="346"/>
                  </a:lnTo>
                  <a:close/>
                </a:path>
              </a:pathLst>
            </a:custGeom>
            <a:solidFill>
              <a:srgbClr val="E3485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6" name="Google Shape;2727;p86"/>
            <p:cNvSpPr/>
            <p:nvPr/>
          </p:nvSpPr>
          <p:spPr>
            <a:xfrm>
              <a:off x="7933405" y="6029633"/>
              <a:ext cx="2070100" cy="1600200"/>
            </a:xfrm>
            <a:custGeom>
              <a:avLst/>
              <a:gdLst/>
              <a:ahLst/>
              <a:cxnLst/>
              <a:rect l="l" t="t" r="r" b="b"/>
              <a:pathLst>
                <a:path w="416" h="321" extrusionOk="0">
                  <a:moveTo>
                    <a:pt x="277" y="140"/>
                  </a:moveTo>
                  <a:cubicBezTo>
                    <a:pt x="234" y="0"/>
                    <a:pt x="234" y="0"/>
                    <a:pt x="234" y="0"/>
                  </a:cubicBezTo>
                  <a:cubicBezTo>
                    <a:pt x="189" y="43"/>
                    <a:pt x="131" y="68"/>
                    <a:pt x="69" y="72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78" y="321"/>
                    <a:pt x="78" y="321"/>
                    <a:pt x="78" y="321"/>
                  </a:cubicBezTo>
                  <a:cubicBezTo>
                    <a:pt x="206" y="315"/>
                    <a:pt x="326" y="262"/>
                    <a:pt x="416" y="170"/>
                  </a:cubicBezTo>
                  <a:lnTo>
                    <a:pt x="277" y="140"/>
                  </a:lnTo>
                  <a:close/>
                </a:path>
              </a:pathLst>
            </a:custGeom>
            <a:solidFill>
              <a:srgbClr val="8B10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7" name="Google Shape;2728;p86"/>
            <p:cNvSpPr/>
            <p:nvPr/>
          </p:nvSpPr>
          <p:spPr>
            <a:xfrm>
              <a:off x="9147842" y="3257858"/>
              <a:ext cx="1598612" cy="2073275"/>
            </a:xfrm>
            <a:custGeom>
              <a:avLst/>
              <a:gdLst/>
              <a:ahLst/>
              <a:cxnLst/>
              <a:rect l="l" t="t" r="r" b="b"/>
              <a:pathLst>
                <a:path w="321" h="416" extrusionOk="0">
                  <a:moveTo>
                    <a:pt x="200" y="416"/>
                  </a:moveTo>
                  <a:cubicBezTo>
                    <a:pt x="321" y="339"/>
                    <a:pt x="321" y="339"/>
                    <a:pt x="321" y="339"/>
                  </a:cubicBezTo>
                  <a:cubicBezTo>
                    <a:pt x="314" y="210"/>
                    <a:pt x="261" y="91"/>
                    <a:pt x="170" y="0"/>
                  </a:cubicBezTo>
                  <a:cubicBezTo>
                    <a:pt x="139" y="140"/>
                    <a:pt x="139" y="140"/>
                    <a:pt x="139" y="140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43" y="227"/>
                    <a:pt x="68" y="285"/>
                    <a:pt x="72" y="348"/>
                  </a:cubicBezTo>
                  <a:lnTo>
                    <a:pt x="200" y="416"/>
                  </a:lnTo>
                  <a:close/>
                </a:path>
              </a:pathLst>
            </a:custGeom>
            <a:solidFill>
              <a:srgbClr val="FE91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8" name="Google Shape;2729;p86"/>
            <p:cNvSpPr/>
            <p:nvPr/>
          </p:nvSpPr>
          <p:spPr>
            <a:xfrm>
              <a:off x="5637880" y="4818371"/>
              <a:ext cx="1598612" cy="2073275"/>
            </a:xfrm>
            <a:custGeom>
              <a:avLst/>
              <a:gdLst/>
              <a:ahLst/>
              <a:cxnLst/>
              <a:rect l="l" t="t" r="r" b="b"/>
              <a:pathLst>
                <a:path w="321" h="416" extrusionOk="0">
                  <a:moveTo>
                    <a:pt x="321" y="234"/>
                  </a:moveTo>
                  <a:cubicBezTo>
                    <a:pt x="278" y="189"/>
                    <a:pt x="253" y="131"/>
                    <a:pt x="249" y="68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7" y="206"/>
                    <a:pt x="60" y="325"/>
                    <a:pt x="151" y="416"/>
                  </a:cubicBezTo>
                  <a:cubicBezTo>
                    <a:pt x="182" y="276"/>
                    <a:pt x="182" y="276"/>
                    <a:pt x="182" y="276"/>
                  </a:cubicBezTo>
                  <a:lnTo>
                    <a:pt x="321" y="234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9" name="Google Shape;2730;p86"/>
            <p:cNvSpPr/>
            <p:nvPr/>
          </p:nvSpPr>
          <p:spPr>
            <a:xfrm>
              <a:off x="6392736" y="2508642"/>
              <a:ext cx="2071687" cy="1598612"/>
            </a:xfrm>
            <a:custGeom>
              <a:avLst/>
              <a:gdLst/>
              <a:ahLst/>
              <a:cxnLst/>
              <a:rect l="l" t="t" r="r" b="b"/>
              <a:pathLst>
                <a:path w="416" h="321" extrusionOk="0">
                  <a:moveTo>
                    <a:pt x="139" y="181"/>
                  </a:moveTo>
                  <a:cubicBezTo>
                    <a:pt x="182" y="321"/>
                    <a:pt x="182" y="321"/>
                    <a:pt x="182" y="321"/>
                  </a:cubicBezTo>
                  <a:cubicBezTo>
                    <a:pt x="227" y="278"/>
                    <a:pt x="285" y="253"/>
                    <a:pt x="347" y="249"/>
                  </a:cubicBezTo>
                  <a:cubicBezTo>
                    <a:pt x="416" y="120"/>
                    <a:pt x="416" y="120"/>
                    <a:pt x="416" y="120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210" y="6"/>
                    <a:pt x="90" y="59"/>
                    <a:pt x="0" y="151"/>
                  </a:cubicBezTo>
                  <a:lnTo>
                    <a:pt x="139" y="181"/>
                  </a:ln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0" name="Google Shape;2731;p86"/>
            <p:cNvSpPr/>
            <p:nvPr/>
          </p:nvSpPr>
          <p:spPr>
            <a:xfrm>
              <a:off x="5633117" y="3357871"/>
              <a:ext cx="1568450" cy="1724025"/>
            </a:xfrm>
            <a:custGeom>
              <a:avLst/>
              <a:gdLst/>
              <a:ahLst/>
              <a:cxnLst/>
              <a:rect l="l" t="t" r="r" b="b"/>
              <a:pathLst>
                <a:path w="315" h="346" extrusionOk="0">
                  <a:moveTo>
                    <a:pt x="121" y="269"/>
                  </a:moveTo>
                  <a:cubicBezTo>
                    <a:pt x="250" y="338"/>
                    <a:pt x="250" y="338"/>
                    <a:pt x="250" y="338"/>
                  </a:cubicBezTo>
                  <a:cubicBezTo>
                    <a:pt x="251" y="276"/>
                    <a:pt x="274" y="217"/>
                    <a:pt x="315" y="170"/>
                  </a:cubicBezTo>
                  <a:cubicBezTo>
                    <a:pt x="273" y="31"/>
                    <a:pt x="273" y="31"/>
                    <a:pt x="273" y="31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47" y="95"/>
                    <a:pt x="0" y="218"/>
                    <a:pt x="1" y="346"/>
                  </a:cubicBezTo>
                  <a:lnTo>
                    <a:pt x="121" y="269"/>
                  </a:lnTo>
                  <a:close/>
                </a:path>
              </a:pathLst>
            </a:custGeom>
            <a:solidFill>
              <a:srgbClr val="64D0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1" name="Google Shape;2734;p86"/>
            <p:cNvSpPr/>
            <p:nvPr/>
          </p:nvSpPr>
          <p:spPr>
            <a:xfrm>
              <a:off x="8809705" y="3118158"/>
              <a:ext cx="646112" cy="544512"/>
            </a:xfrm>
            <a:custGeom>
              <a:avLst/>
              <a:gdLst/>
              <a:ahLst/>
              <a:cxnLst/>
              <a:rect l="l" t="t" r="r" b="b"/>
              <a:pathLst>
                <a:path w="130" h="109" extrusionOk="0">
                  <a:moveTo>
                    <a:pt x="17" y="89"/>
                  </a:moveTo>
                  <a:cubicBezTo>
                    <a:pt x="17" y="60"/>
                    <a:pt x="17" y="60"/>
                    <a:pt x="17" y="60"/>
                  </a:cubicBezTo>
                  <a:cubicBezTo>
                    <a:pt x="17" y="57"/>
                    <a:pt x="19" y="56"/>
                    <a:pt x="22" y="56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31" y="56"/>
                    <a:pt x="33" y="57"/>
                    <a:pt x="33" y="6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3" y="92"/>
                    <a:pt x="31" y="94"/>
                    <a:pt x="29" y="94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19" y="94"/>
                    <a:pt x="17" y="92"/>
                    <a:pt x="17" y="89"/>
                  </a:cubicBezTo>
                  <a:close/>
                  <a:moveTo>
                    <a:pt x="48" y="45"/>
                  </a:moveTo>
                  <a:cubicBezTo>
                    <a:pt x="45" y="45"/>
                    <a:pt x="43" y="47"/>
                    <a:pt x="43" y="4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3" y="92"/>
                    <a:pt x="45" y="94"/>
                    <a:pt x="48" y="94"/>
                  </a:cubicBezTo>
                  <a:cubicBezTo>
                    <a:pt x="55" y="94"/>
                    <a:pt x="55" y="94"/>
                    <a:pt x="55" y="94"/>
                  </a:cubicBezTo>
                  <a:cubicBezTo>
                    <a:pt x="57" y="94"/>
                    <a:pt x="59" y="92"/>
                    <a:pt x="59" y="89"/>
                  </a:cubicBezTo>
                  <a:cubicBezTo>
                    <a:pt x="59" y="49"/>
                    <a:pt x="59" y="49"/>
                    <a:pt x="59" y="49"/>
                  </a:cubicBezTo>
                  <a:cubicBezTo>
                    <a:pt x="59" y="47"/>
                    <a:pt x="57" y="45"/>
                    <a:pt x="55" y="45"/>
                  </a:cubicBezTo>
                  <a:lnTo>
                    <a:pt x="48" y="45"/>
                  </a:lnTo>
                  <a:close/>
                  <a:moveTo>
                    <a:pt x="74" y="36"/>
                  </a:moveTo>
                  <a:cubicBezTo>
                    <a:pt x="71" y="36"/>
                    <a:pt x="69" y="38"/>
                    <a:pt x="69" y="40"/>
                  </a:cubicBezTo>
                  <a:cubicBezTo>
                    <a:pt x="69" y="89"/>
                    <a:pt x="69" y="89"/>
                    <a:pt x="69" y="89"/>
                  </a:cubicBezTo>
                  <a:cubicBezTo>
                    <a:pt x="69" y="92"/>
                    <a:pt x="71" y="94"/>
                    <a:pt x="74" y="94"/>
                  </a:cubicBezTo>
                  <a:cubicBezTo>
                    <a:pt x="81" y="94"/>
                    <a:pt x="81" y="94"/>
                    <a:pt x="81" y="94"/>
                  </a:cubicBezTo>
                  <a:cubicBezTo>
                    <a:pt x="83" y="94"/>
                    <a:pt x="85" y="92"/>
                    <a:pt x="85" y="89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5" y="38"/>
                    <a:pt x="83" y="36"/>
                    <a:pt x="81" y="36"/>
                  </a:cubicBezTo>
                  <a:lnTo>
                    <a:pt x="74" y="36"/>
                  </a:lnTo>
                  <a:close/>
                  <a:moveTo>
                    <a:pt x="100" y="27"/>
                  </a:moveTo>
                  <a:cubicBezTo>
                    <a:pt x="97" y="27"/>
                    <a:pt x="96" y="29"/>
                    <a:pt x="96" y="31"/>
                  </a:cubicBezTo>
                  <a:cubicBezTo>
                    <a:pt x="96" y="89"/>
                    <a:pt x="96" y="89"/>
                    <a:pt x="96" y="89"/>
                  </a:cubicBezTo>
                  <a:cubicBezTo>
                    <a:pt x="96" y="92"/>
                    <a:pt x="97" y="94"/>
                    <a:pt x="100" y="94"/>
                  </a:cubicBezTo>
                  <a:cubicBezTo>
                    <a:pt x="107" y="94"/>
                    <a:pt x="107" y="94"/>
                    <a:pt x="107" y="94"/>
                  </a:cubicBezTo>
                  <a:cubicBezTo>
                    <a:pt x="109" y="94"/>
                    <a:pt x="111" y="92"/>
                    <a:pt x="111" y="89"/>
                  </a:cubicBezTo>
                  <a:cubicBezTo>
                    <a:pt x="111" y="31"/>
                    <a:pt x="111" y="31"/>
                    <a:pt x="111" y="31"/>
                  </a:cubicBezTo>
                  <a:cubicBezTo>
                    <a:pt x="111" y="29"/>
                    <a:pt x="109" y="27"/>
                    <a:pt x="107" y="27"/>
                  </a:cubicBezTo>
                  <a:lnTo>
                    <a:pt x="100" y="27"/>
                  </a:lnTo>
                  <a:close/>
                  <a:moveTo>
                    <a:pt x="19" y="44"/>
                  </a:moveTo>
                  <a:cubicBezTo>
                    <a:pt x="47" y="39"/>
                    <a:pt x="73" y="29"/>
                    <a:pt x="97" y="15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92" y="5"/>
                    <a:pt x="92" y="5"/>
                    <a:pt x="92" y="5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71" y="24"/>
                    <a:pt x="46" y="33"/>
                    <a:pt x="18" y="38"/>
                  </a:cubicBezTo>
                  <a:lnTo>
                    <a:pt x="19" y="44"/>
                  </a:lnTo>
                  <a:close/>
                  <a:moveTo>
                    <a:pt x="130" y="102"/>
                  </a:moveTo>
                  <a:cubicBezTo>
                    <a:pt x="117" y="94"/>
                    <a:pt x="117" y="94"/>
                    <a:pt x="117" y="94"/>
                  </a:cubicBezTo>
                  <a:cubicBezTo>
                    <a:pt x="117" y="99"/>
                    <a:pt x="117" y="99"/>
                    <a:pt x="117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117" y="105"/>
                    <a:pt x="117" y="105"/>
                    <a:pt x="117" y="105"/>
                  </a:cubicBezTo>
                  <a:cubicBezTo>
                    <a:pt x="117" y="109"/>
                    <a:pt x="117" y="109"/>
                    <a:pt x="117" y="109"/>
                  </a:cubicBezTo>
                  <a:lnTo>
                    <a:pt x="130" y="1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2" name="Google Shape;2735;p86"/>
            <p:cNvSpPr/>
            <p:nvPr/>
          </p:nvSpPr>
          <p:spPr>
            <a:xfrm>
              <a:off x="5947492" y="3920423"/>
              <a:ext cx="955675" cy="498475"/>
            </a:xfrm>
            <a:custGeom>
              <a:avLst/>
              <a:gdLst/>
              <a:ahLst/>
              <a:cxnLst/>
              <a:rect l="l" t="t" r="r" b="b"/>
              <a:pathLst>
                <a:path w="192" h="100" extrusionOk="0">
                  <a:moveTo>
                    <a:pt x="139" y="94"/>
                  </a:moveTo>
                  <a:cubicBezTo>
                    <a:pt x="136" y="95"/>
                    <a:pt x="133" y="96"/>
                    <a:pt x="130" y="97"/>
                  </a:cubicBezTo>
                  <a:cubicBezTo>
                    <a:pt x="120" y="99"/>
                    <a:pt x="111" y="99"/>
                    <a:pt x="99" y="100"/>
                  </a:cubicBezTo>
                  <a:cubicBezTo>
                    <a:pt x="86" y="99"/>
                    <a:pt x="77" y="99"/>
                    <a:pt x="67" y="97"/>
                  </a:cubicBezTo>
                  <a:cubicBezTo>
                    <a:pt x="64" y="96"/>
                    <a:pt x="61" y="95"/>
                    <a:pt x="58" y="94"/>
                  </a:cubicBezTo>
                  <a:cubicBezTo>
                    <a:pt x="50" y="90"/>
                    <a:pt x="50" y="83"/>
                    <a:pt x="55" y="79"/>
                  </a:cubicBezTo>
                  <a:cubicBezTo>
                    <a:pt x="60" y="73"/>
                    <a:pt x="66" y="70"/>
                    <a:pt x="73" y="67"/>
                  </a:cubicBezTo>
                  <a:cubicBezTo>
                    <a:pt x="75" y="65"/>
                    <a:pt x="78" y="64"/>
                    <a:pt x="81" y="63"/>
                  </a:cubicBezTo>
                  <a:cubicBezTo>
                    <a:pt x="87" y="61"/>
                    <a:pt x="88" y="55"/>
                    <a:pt x="84" y="51"/>
                  </a:cubicBezTo>
                  <a:cubicBezTo>
                    <a:pt x="76" y="43"/>
                    <a:pt x="73" y="33"/>
                    <a:pt x="73" y="22"/>
                  </a:cubicBezTo>
                  <a:cubicBezTo>
                    <a:pt x="74" y="10"/>
                    <a:pt x="81" y="3"/>
                    <a:pt x="92" y="1"/>
                  </a:cubicBezTo>
                  <a:cubicBezTo>
                    <a:pt x="94" y="0"/>
                    <a:pt x="96" y="0"/>
                    <a:pt x="99" y="0"/>
                  </a:cubicBezTo>
                  <a:cubicBezTo>
                    <a:pt x="101" y="0"/>
                    <a:pt x="103" y="0"/>
                    <a:pt x="105" y="1"/>
                  </a:cubicBezTo>
                  <a:cubicBezTo>
                    <a:pt x="116" y="3"/>
                    <a:pt x="123" y="10"/>
                    <a:pt x="124" y="22"/>
                  </a:cubicBezTo>
                  <a:cubicBezTo>
                    <a:pt x="124" y="33"/>
                    <a:pt x="121" y="43"/>
                    <a:pt x="113" y="51"/>
                  </a:cubicBezTo>
                  <a:cubicBezTo>
                    <a:pt x="109" y="55"/>
                    <a:pt x="110" y="61"/>
                    <a:pt x="116" y="63"/>
                  </a:cubicBezTo>
                  <a:cubicBezTo>
                    <a:pt x="119" y="64"/>
                    <a:pt x="122" y="65"/>
                    <a:pt x="125" y="67"/>
                  </a:cubicBezTo>
                  <a:cubicBezTo>
                    <a:pt x="131" y="70"/>
                    <a:pt x="137" y="73"/>
                    <a:pt x="142" y="79"/>
                  </a:cubicBezTo>
                  <a:cubicBezTo>
                    <a:pt x="145" y="82"/>
                    <a:pt x="147" y="90"/>
                    <a:pt x="139" y="94"/>
                  </a:cubicBezTo>
                  <a:close/>
                  <a:moveTo>
                    <a:pt x="189" y="85"/>
                  </a:moveTo>
                  <a:cubicBezTo>
                    <a:pt x="185" y="81"/>
                    <a:pt x="181" y="79"/>
                    <a:pt x="176" y="77"/>
                  </a:cubicBezTo>
                  <a:cubicBezTo>
                    <a:pt x="174" y="76"/>
                    <a:pt x="172" y="75"/>
                    <a:pt x="170" y="74"/>
                  </a:cubicBezTo>
                  <a:cubicBezTo>
                    <a:pt x="166" y="73"/>
                    <a:pt x="165" y="69"/>
                    <a:pt x="168" y="66"/>
                  </a:cubicBezTo>
                  <a:cubicBezTo>
                    <a:pt x="174" y="60"/>
                    <a:pt x="176" y="53"/>
                    <a:pt x="176" y="45"/>
                  </a:cubicBezTo>
                  <a:cubicBezTo>
                    <a:pt x="176" y="37"/>
                    <a:pt x="171" y="33"/>
                    <a:pt x="163" y="31"/>
                  </a:cubicBezTo>
                  <a:cubicBezTo>
                    <a:pt x="161" y="30"/>
                    <a:pt x="160" y="30"/>
                    <a:pt x="158" y="30"/>
                  </a:cubicBezTo>
                  <a:cubicBezTo>
                    <a:pt x="157" y="30"/>
                    <a:pt x="155" y="30"/>
                    <a:pt x="154" y="31"/>
                  </a:cubicBezTo>
                  <a:cubicBezTo>
                    <a:pt x="146" y="33"/>
                    <a:pt x="141" y="37"/>
                    <a:pt x="141" y="45"/>
                  </a:cubicBezTo>
                  <a:cubicBezTo>
                    <a:pt x="140" y="53"/>
                    <a:pt x="143" y="60"/>
                    <a:pt x="148" y="66"/>
                  </a:cubicBezTo>
                  <a:cubicBezTo>
                    <a:pt x="151" y="69"/>
                    <a:pt x="150" y="73"/>
                    <a:pt x="146" y="74"/>
                  </a:cubicBezTo>
                  <a:cubicBezTo>
                    <a:pt x="146" y="74"/>
                    <a:pt x="146" y="74"/>
                    <a:pt x="146" y="74"/>
                  </a:cubicBezTo>
                  <a:cubicBezTo>
                    <a:pt x="147" y="75"/>
                    <a:pt x="147" y="76"/>
                    <a:pt x="148" y="76"/>
                  </a:cubicBezTo>
                  <a:cubicBezTo>
                    <a:pt x="150" y="79"/>
                    <a:pt x="152" y="83"/>
                    <a:pt x="151" y="87"/>
                  </a:cubicBezTo>
                  <a:cubicBezTo>
                    <a:pt x="150" y="91"/>
                    <a:pt x="147" y="95"/>
                    <a:pt x="143" y="97"/>
                  </a:cubicBezTo>
                  <a:cubicBezTo>
                    <a:pt x="142" y="97"/>
                    <a:pt x="141" y="98"/>
                    <a:pt x="140" y="98"/>
                  </a:cubicBezTo>
                  <a:cubicBezTo>
                    <a:pt x="145" y="99"/>
                    <a:pt x="151" y="99"/>
                    <a:pt x="158" y="100"/>
                  </a:cubicBezTo>
                  <a:cubicBezTo>
                    <a:pt x="167" y="99"/>
                    <a:pt x="174" y="99"/>
                    <a:pt x="180" y="98"/>
                  </a:cubicBezTo>
                  <a:cubicBezTo>
                    <a:pt x="182" y="97"/>
                    <a:pt x="184" y="96"/>
                    <a:pt x="186" y="95"/>
                  </a:cubicBezTo>
                  <a:cubicBezTo>
                    <a:pt x="192" y="93"/>
                    <a:pt x="191" y="87"/>
                    <a:pt x="189" y="85"/>
                  </a:cubicBezTo>
                  <a:close/>
                  <a:moveTo>
                    <a:pt x="45" y="87"/>
                  </a:moveTo>
                  <a:cubicBezTo>
                    <a:pt x="45" y="83"/>
                    <a:pt x="46" y="79"/>
                    <a:pt x="49" y="76"/>
                  </a:cubicBezTo>
                  <a:cubicBezTo>
                    <a:pt x="51" y="75"/>
                    <a:pt x="52" y="74"/>
                    <a:pt x="53" y="73"/>
                  </a:cubicBezTo>
                  <a:cubicBezTo>
                    <a:pt x="53" y="72"/>
                    <a:pt x="52" y="72"/>
                    <a:pt x="51" y="72"/>
                  </a:cubicBezTo>
                  <a:cubicBezTo>
                    <a:pt x="47" y="70"/>
                    <a:pt x="45" y="66"/>
                    <a:pt x="49" y="62"/>
                  </a:cubicBezTo>
                  <a:cubicBezTo>
                    <a:pt x="55" y="56"/>
                    <a:pt x="57" y="48"/>
                    <a:pt x="57" y="40"/>
                  </a:cubicBezTo>
                  <a:cubicBezTo>
                    <a:pt x="57" y="30"/>
                    <a:pt x="51" y="26"/>
                    <a:pt x="43" y="23"/>
                  </a:cubicBezTo>
                  <a:cubicBezTo>
                    <a:pt x="41" y="23"/>
                    <a:pt x="39" y="23"/>
                    <a:pt x="38" y="23"/>
                  </a:cubicBezTo>
                  <a:cubicBezTo>
                    <a:pt x="36" y="23"/>
                    <a:pt x="34" y="23"/>
                    <a:pt x="32" y="23"/>
                  </a:cubicBezTo>
                  <a:cubicBezTo>
                    <a:pt x="24" y="26"/>
                    <a:pt x="19" y="30"/>
                    <a:pt x="18" y="40"/>
                  </a:cubicBezTo>
                  <a:cubicBezTo>
                    <a:pt x="18" y="48"/>
                    <a:pt x="20" y="56"/>
                    <a:pt x="27" y="62"/>
                  </a:cubicBezTo>
                  <a:cubicBezTo>
                    <a:pt x="30" y="66"/>
                    <a:pt x="29" y="70"/>
                    <a:pt x="24" y="72"/>
                  </a:cubicBezTo>
                  <a:cubicBezTo>
                    <a:pt x="22" y="72"/>
                    <a:pt x="20" y="73"/>
                    <a:pt x="18" y="74"/>
                  </a:cubicBezTo>
                  <a:cubicBezTo>
                    <a:pt x="13" y="77"/>
                    <a:pt x="8" y="79"/>
                    <a:pt x="4" y="83"/>
                  </a:cubicBezTo>
                  <a:cubicBezTo>
                    <a:pt x="0" y="87"/>
                    <a:pt x="1" y="92"/>
                    <a:pt x="7" y="95"/>
                  </a:cubicBezTo>
                  <a:cubicBezTo>
                    <a:pt x="9" y="96"/>
                    <a:pt x="11" y="97"/>
                    <a:pt x="13" y="97"/>
                  </a:cubicBezTo>
                  <a:cubicBezTo>
                    <a:pt x="21" y="99"/>
                    <a:pt x="28" y="99"/>
                    <a:pt x="38" y="100"/>
                  </a:cubicBezTo>
                  <a:cubicBezTo>
                    <a:pt x="45" y="99"/>
                    <a:pt x="51" y="99"/>
                    <a:pt x="57" y="98"/>
                  </a:cubicBezTo>
                  <a:cubicBezTo>
                    <a:pt x="56" y="98"/>
                    <a:pt x="55" y="97"/>
                    <a:pt x="54" y="97"/>
                  </a:cubicBezTo>
                  <a:cubicBezTo>
                    <a:pt x="49" y="94"/>
                    <a:pt x="46" y="91"/>
                    <a:pt x="45" y="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" name="Google Shape;2737;p86"/>
            <p:cNvSpPr/>
            <p:nvPr/>
          </p:nvSpPr>
          <p:spPr>
            <a:xfrm>
              <a:off x="7069986" y="6542396"/>
              <a:ext cx="527050" cy="522287"/>
            </a:xfrm>
            <a:custGeom>
              <a:avLst/>
              <a:gdLst/>
              <a:ahLst/>
              <a:cxnLst/>
              <a:rect l="l" t="t" r="r" b="b"/>
              <a:pathLst>
                <a:path w="106" h="105" extrusionOk="0">
                  <a:moveTo>
                    <a:pt x="50" y="55"/>
                  </a:moveTo>
                  <a:cubicBezTo>
                    <a:pt x="100" y="55"/>
                    <a:pt x="100" y="55"/>
                    <a:pt x="100" y="55"/>
                  </a:cubicBezTo>
                  <a:cubicBezTo>
                    <a:pt x="100" y="83"/>
                    <a:pt x="77" y="105"/>
                    <a:pt x="50" y="105"/>
                  </a:cubicBezTo>
                  <a:cubicBezTo>
                    <a:pt x="22" y="105"/>
                    <a:pt x="0" y="83"/>
                    <a:pt x="0" y="55"/>
                  </a:cubicBezTo>
                  <a:cubicBezTo>
                    <a:pt x="0" y="28"/>
                    <a:pt x="22" y="6"/>
                    <a:pt x="50" y="6"/>
                  </a:cubicBezTo>
                  <a:lnTo>
                    <a:pt x="50" y="55"/>
                  </a:lnTo>
                  <a:close/>
                  <a:moveTo>
                    <a:pt x="56" y="0"/>
                  </a:moveTo>
                  <a:cubicBezTo>
                    <a:pt x="56" y="49"/>
                    <a:pt x="56" y="49"/>
                    <a:pt x="5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22"/>
                    <a:pt x="83" y="0"/>
                    <a:pt x="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4" name="Rectángulo 43"/>
            <p:cNvSpPr/>
            <p:nvPr/>
          </p:nvSpPr>
          <p:spPr>
            <a:xfrm>
              <a:off x="2016183" y="1561332"/>
              <a:ext cx="7606428" cy="45719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5" name="object 30"/>
            <p:cNvSpPr txBox="1"/>
            <p:nvPr/>
          </p:nvSpPr>
          <p:spPr>
            <a:xfrm>
              <a:off x="2016183" y="960159"/>
              <a:ext cx="10307836" cy="4357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l">
                <a:spcBef>
                  <a:spcPts val="100"/>
                </a:spcBef>
              </a:pPr>
              <a:r>
                <a:rPr lang="es-ES" sz="3200" b="1" dirty="0">
                  <a:solidFill>
                    <a:srgbClr val="C00000"/>
                  </a:solidFill>
                </a:rPr>
                <a:t>Bienestar</a:t>
              </a:r>
              <a:r>
                <a:rPr lang="es-ES" sz="3200" b="1" spc="-60" dirty="0">
                  <a:solidFill>
                    <a:srgbClr val="C00000"/>
                  </a:solidFill>
                </a:rPr>
                <a:t> </a:t>
              </a:r>
              <a:r>
                <a:rPr lang="es-ES" sz="3200" b="1" spc="-10" dirty="0">
                  <a:solidFill>
                    <a:srgbClr val="C00000"/>
                  </a:solidFill>
                </a:rPr>
                <a:t>Universitario</a:t>
              </a:r>
              <a:endParaRPr lang="es-ES" sz="3200" spc="-10" dirty="0"/>
            </a:p>
          </p:txBody>
        </p:sp>
        <p:sp>
          <p:nvSpPr>
            <p:cNvPr id="46" name="Google Shape;2713;p86"/>
            <p:cNvSpPr txBox="1"/>
            <p:nvPr/>
          </p:nvSpPr>
          <p:spPr>
            <a:xfrm>
              <a:off x="7000647" y="4732893"/>
              <a:ext cx="2348115" cy="646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 panose="020B0606030504020204"/>
                <a:buNone/>
              </a:pPr>
              <a:r>
                <a:rPr lang="en-US" sz="2000" b="1" i="0" u="none" dirty="0">
                  <a:solidFill>
                    <a:schemeClr val="dk1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rPr>
                <a:t>BIENESTAR UNIVERSITARIO</a:t>
              </a:r>
              <a:endParaRPr sz="2000" b="1" dirty="0"/>
            </a:p>
          </p:txBody>
        </p:sp>
        <p:sp>
          <p:nvSpPr>
            <p:cNvPr id="47" name="Google Shape;2712;p86"/>
            <p:cNvSpPr txBox="1"/>
            <p:nvPr/>
          </p:nvSpPr>
          <p:spPr>
            <a:xfrm>
              <a:off x="11079013" y="3920423"/>
              <a:ext cx="2451975" cy="8544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Tuna</a:t>
              </a: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Actividades</a:t>
              </a: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 </a:t>
              </a: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Artìsticas</a:t>
              </a:r>
              <a:r>
                <a:rPr lang="en-US" sz="1400" dirty="0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 y </a:t>
              </a:r>
              <a:r>
                <a:rPr lang="en-US" sz="1400" dirty="0" err="1">
                  <a:solidFill>
                    <a:schemeClr val="dk1"/>
                  </a:solidFill>
                  <a:latin typeface="Arial" panose="020B0604020202020204" pitchFamily="34" charset="0"/>
                  <a:ea typeface="Open Sans" panose="020B0606030504020204"/>
                  <a:cs typeface="Arial" panose="020B0604020202020204" pitchFamily="34" charset="0"/>
                  <a:sym typeface="Open Sans" panose="020B0606030504020204"/>
                </a:rPr>
                <a:t>Culturales</a:t>
              </a:r>
              <a:endParaRPr lang="en-US" sz="1400" dirty="0">
                <a:solidFill>
                  <a:schemeClr val="dk1"/>
                </a:solidFill>
                <a:latin typeface="Arial" panose="020B0604020202020204" pitchFamily="34" charset="0"/>
                <a:ea typeface="Open Sans" panose="020B0606030504020204"/>
                <a:cs typeface="Arial" panose="020B0604020202020204" pitchFamily="34" charset="0"/>
                <a:sym typeface="Open Sans" panose="020B0606030504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 panose="020B0606030504020204"/>
                <a:buNone/>
              </a:pPr>
              <a:endParaRPr dirty="0"/>
            </a:p>
          </p:txBody>
        </p:sp>
        <p:sp>
          <p:nvSpPr>
            <p:cNvPr id="48" name="Google Shape;2977;p93"/>
            <p:cNvSpPr/>
            <p:nvPr/>
          </p:nvSpPr>
          <p:spPr>
            <a:xfrm>
              <a:off x="6014810" y="5249336"/>
              <a:ext cx="630237" cy="725487"/>
            </a:xfrm>
            <a:custGeom>
              <a:avLst/>
              <a:gdLst/>
              <a:ahLst/>
              <a:cxnLst/>
              <a:rect l="l" t="t" r="r" b="b"/>
              <a:pathLst>
                <a:path w="141" h="162" extrusionOk="0">
                  <a:moveTo>
                    <a:pt x="107" y="46"/>
                  </a:moveTo>
                  <a:cubicBezTo>
                    <a:pt x="108" y="43"/>
                    <a:pt x="108" y="40"/>
                    <a:pt x="108" y="37"/>
                  </a:cubicBezTo>
                  <a:cubicBezTo>
                    <a:pt x="108" y="16"/>
                    <a:pt x="91" y="0"/>
                    <a:pt x="71" y="0"/>
                  </a:cubicBezTo>
                  <a:cubicBezTo>
                    <a:pt x="50" y="0"/>
                    <a:pt x="33" y="16"/>
                    <a:pt x="33" y="37"/>
                  </a:cubicBezTo>
                  <a:cubicBezTo>
                    <a:pt x="33" y="40"/>
                    <a:pt x="33" y="43"/>
                    <a:pt x="34" y="46"/>
                  </a:cubicBezTo>
                  <a:cubicBezTo>
                    <a:pt x="15" y="48"/>
                    <a:pt x="0" y="65"/>
                    <a:pt x="0" y="84"/>
                  </a:cubicBezTo>
                  <a:cubicBezTo>
                    <a:pt x="0" y="105"/>
                    <a:pt x="17" y="122"/>
                    <a:pt x="38" y="122"/>
                  </a:cubicBezTo>
                  <a:cubicBezTo>
                    <a:pt x="50" y="122"/>
                    <a:pt x="60" y="116"/>
                    <a:pt x="68" y="108"/>
                  </a:cubicBezTo>
                  <a:cubicBezTo>
                    <a:pt x="68" y="159"/>
                    <a:pt x="68" y="159"/>
                    <a:pt x="68" y="159"/>
                  </a:cubicBezTo>
                  <a:cubicBezTo>
                    <a:pt x="68" y="161"/>
                    <a:pt x="69" y="162"/>
                    <a:pt x="71" y="162"/>
                  </a:cubicBezTo>
                  <a:cubicBezTo>
                    <a:pt x="72" y="162"/>
                    <a:pt x="74" y="161"/>
                    <a:pt x="74" y="159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81" y="116"/>
                    <a:pt x="91" y="122"/>
                    <a:pt x="103" y="122"/>
                  </a:cubicBezTo>
                  <a:cubicBezTo>
                    <a:pt x="124" y="122"/>
                    <a:pt x="141" y="105"/>
                    <a:pt x="141" y="84"/>
                  </a:cubicBezTo>
                  <a:cubicBezTo>
                    <a:pt x="141" y="65"/>
                    <a:pt x="126" y="48"/>
                    <a:pt x="107" y="46"/>
                  </a:cubicBezTo>
                  <a:close/>
                  <a:moveTo>
                    <a:pt x="40" y="51"/>
                  </a:moveTo>
                  <a:cubicBezTo>
                    <a:pt x="41" y="50"/>
                    <a:pt x="41" y="49"/>
                    <a:pt x="41" y="48"/>
                  </a:cubicBezTo>
                  <a:cubicBezTo>
                    <a:pt x="39" y="44"/>
                    <a:pt x="39" y="41"/>
                    <a:pt x="39" y="37"/>
                  </a:cubicBezTo>
                  <a:cubicBezTo>
                    <a:pt x="39" y="20"/>
                    <a:pt x="53" y="6"/>
                    <a:pt x="71" y="6"/>
                  </a:cubicBezTo>
                  <a:cubicBezTo>
                    <a:pt x="88" y="6"/>
                    <a:pt x="102" y="20"/>
                    <a:pt x="102" y="37"/>
                  </a:cubicBezTo>
                  <a:cubicBezTo>
                    <a:pt x="102" y="41"/>
                    <a:pt x="102" y="44"/>
                    <a:pt x="101" y="48"/>
                  </a:cubicBezTo>
                  <a:cubicBezTo>
                    <a:pt x="100" y="49"/>
                    <a:pt x="100" y="50"/>
                    <a:pt x="101" y="51"/>
                  </a:cubicBezTo>
                  <a:cubicBezTo>
                    <a:pt x="101" y="51"/>
                    <a:pt x="102" y="52"/>
                    <a:pt x="103" y="52"/>
                  </a:cubicBezTo>
                  <a:cubicBezTo>
                    <a:pt x="121" y="52"/>
                    <a:pt x="135" y="66"/>
                    <a:pt x="135" y="84"/>
                  </a:cubicBezTo>
                  <a:cubicBezTo>
                    <a:pt x="135" y="101"/>
                    <a:pt x="120" y="115"/>
                    <a:pt x="103" y="115"/>
                  </a:cubicBezTo>
                  <a:cubicBezTo>
                    <a:pt x="90" y="115"/>
                    <a:pt x="78" y="108"/>
                    <a:pt x="73" y="96"/>
                  </a:cubicBezTo>
                  <a:cubicBezTo>
                    <a:pt x="73" y="95"/>
                    <a:pt x="72" y="94"/>
                    <a:pt x="71" y="94"/>
                  </a:cubicBezTo>
                  <a:cubicBezTo>
                    <a:pt x="69" y="94"/>
                    <a:pt x="68" y="95"/>
                    <a:pt x="68" y="96"/>
                  </a:cubicBezTo>
                  <a:cubicBezTo>
                    <a:pt x="63" y="108"/>
                    <a:pt x="51" y="115"/>
                    <a:pt x="38" y="115"/>
                  </a:cubicBezTo>
                  <a:cubicBezTo>
                    <a:pt x="21" y="115"/>
                    <a:pt x="6" y="101"/>
                    <a:pt x="6" y="84"/>
                  </a:cubicBezTo>
                  <a:cubicBezTo>
                    <a:pt x="6" y="66"/>
                    <a:pt x="21" y="52"/>
                    <a:pt x="38" y="52"/>
                  </a:cubicBezTo>
                  <a:cubicBezTo>
                    <a:pt x="39" y="52"/>
                    <a:pt x="40" y="51"/>
                    <a:pt x="40" y="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" name="Oval 66"/>
            <p:cNvSpPr/>
            <p:nvPr/>
          </p:nvSpPr>
          <p:spPr>
            <a:xfrm rot="20700000">
              <a:off x="9692652" y="4250460"/>
              <a:ext cx="548680" cy="469988"/>
            </a:xfrm>
            <a:custGeom>
              <a:avLst/>
              <a:gdLst/>
              <a:ahLst/>
              <a:cxnLst/>
              <a:rect l="l" t="t" r="r" b="b"/>
              <a:pathLst>
                <a:path w="2901316" h="2485205">
                  <a:moveTo>
                    <a:pt x="2901316" y="8833"/>
                  </a:moveTo>
                  <a:lnTo>
                    <a:pt x="2885407" y="69738"/>
                  </a:lnTo>
                  <a:lnTo>
                    <a:pt x="2890344" y="71061"/>
                  </a:lnTo>
                  <a:lnTo>
                    <a:pt x="2331295" y="2157461"/>
                  </a:lnTo>
                  <a:lnTo>
                    <a:pt x="2322295" y="2155049"/>
                  </a:lnTo>
                  <a:cubicBezTo>
                    <a:pt x="2311779" y="2339141"/>
                    <a:pt x="2127696" y="2485205"/>
                    <a:pt x="1902404" y="2485205"/>
                  </a:cubicBezTo>
                  <a:cubicBezTo>
                    <a:pt x="1669201" y="2485205"/>
                    <a:pt x="1480151" y="2328701"/>
                    <a:pt x="1480150" y="2135644"/>
                  </a:cubicBezTo>
                  <a:cubicBezTo>
                    <a:pt x="1480150" y="1942587"/>
                    <a:pt x="1669200" y="1786083"/>
                    <a:pt x="1902404" y="1786083"/>
                  </a:cubicBezTo>
                  <a:cubicBezTo>
                    <a:pt x="2026046" y="1786083"/>
                    <a:pt x="2137276" y="1830075"/>
                    <a:pt x="2213623" y="1901150"/>
                  </a:cubicBezTo>
                  <a:lnTo>
                    <a:pt x="2586815" y="508378"/>
                  </a:lnTo>
                  <a:lnTo>
                    <a:pt x="1283297" y="508378"/>
                  </a:lnTo>
                  <a:lnTo>
                    <a:pt x="847984" y="2132988"/>
                  </a:lnTo>
                  <a:lnTo>
                    <a:pt x="841776" y="2131324"/>
                  </a:lnTo>
                  <a:cubicBezTo>
                    <a:pt x="829584" y="2314002"/>
                    <a:pt x="646295" y="2458448"/>
                    <a:pt x="422254" y="2458448"/>
                  </a:cubicBezTo>
                  <a:cubicBezTo>
                    <a:pt x="189051" y="2458448"/>
                    <a:pt x="1" y="2301944"/>
                    <a:pt x="0" y="2108887"/>
                  </a:cubicBezTo>
                  <a:cubicBezTo>
                    <a:pt x="0" y="1915830"/>
                    <a:pt x="189051" y="1759326"/>
                    <a:pt x="422255" y="1759326"/>
                  </a:cubicBezTo>
                  <a:cubicBezTo>
                    <a:pt x="544771" y="1759326"/>
                    <a:pt x="655100" y="1802522"/>
                    <a:pt x="731465" y="1872378"/>
                  </a:cubicBezTo>
                  <a:lnTo>
                    <a:pt x="1233167" y="0"/>
                  </a:lnTo>
                  <a:lnTo>
                    <a:pt x="1266129" y="8833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0" dirty="0">
                <a:solidFill>
                  <a:schemeClr val="bg1"/>
                </a:solidFill>
              </a:endParaRPr>
            </a:p>
          </p:txBody>
        </p:sp>
        <p:sp>
          <p:nvSpPr>
            <p:cNvPr id="50" name="Block Arc 20"/>
            <p:cNvSpPr>
              <a:spLocks noChangeAspect="1"/>
            </p:cNvSpPr>
            <p:nvPr/>
          </p:nvSpPr>
          <p:spPr>
            <a:xfrm rot="10800000">
              <a:off x="7375563" y="2886604"/>
              <a:ext cx="488619" cy="529812"/>
            </a:xfrm>
            <a:custGeom>
              <a:avLst/>
              <a:gdLst/>
              <a:ahLst/>
              <a:cxnLst/>
              <a:rect l="l" t="t" r="r" b="b"/>
              <a:pathLst>
                <a:path w="2958558" h="3207983">
                  <a:moveTo>
                    <a:pt x="376920" y="2960896"/>
                  </a:moveTo>
                  <a:cubicBezTo>
                    <a:pt x="266613" y="2960896"/>
                    <a:pt x="177192" y="2871475"/>
                    <a:pt x="177192" y="2761168"/>
                  </a:cubicBezTo>
                  <a:cubicBezTo>
                    <a:pt x="177192" y="2650861"/>
                    <a:pt x="266613" y="2561440"/>
                    <a:pt x="376920" y="2561440"/>
                  </a:cubicBezTo>
                  <a:cubicBezTo>
                    <a:pt x="487227" y="2561440"/>
                    <a:pt x="576648" y="2650861"/>
                    <a:pt x="576648" y="2761168"/>
                  </a:cubicBezTo>
                  <a:cubicBezTo>
                    <a:pt x="576648" y="2871475"/>
                    <a:pt x="487227" y="2960896"/>
                    <a:pt x="376920" y="2960896"/>
                  </a:cubicBezTo>
                  <a:close/>
                  <a:moveTo>
                    <a:pt x="376921" y="3072323"/>
                  </a:moveTo>
                  <a:cubicBezTo>
                    <a:pt x="539434" y="3072323"/>
                    <a:pt x="671176" y="2940581"/>
                    <a:pt x="671176" y="2778068"/>
                  </a:cubicBezTo>
                  <a:cubicBezTo>
                    <a:pt x="671176" y="2615555"/>
                    <a:pt x="539434" y="2483813"/>
                    <a:pt x="376921" y="2483813"/>
                  </a:cubicBezTo>
                  <a:cubicBezTo>
                    <a:pt x="214408" y="2483813"/>
                    <a:pt x="82666" y="2615555"/>
                    <a:pt x="82666" y="2778068"/>
                  </a:cubicBezTo>
                  <a:cubicBezTo>
                    <a:pt x="82666" y="2940581"/>
                    <a:pt x="214408" y="3072323"/>
                    <a:pt x="376921" y="3072323"/>
                  </a:cubicBezTo>
                  <a:close/>
                  <a:moveTo>
                    <a:pt x="2379939" y="3207575"/>
                  </a:moveTo>
                  <a:cubicBezTo>
                    <a:pt x="2342159" y="3210380"/>
                    <a:pt x="2303308" y="3198772"/>
                    <a:pt x="2272342" y="3172087"/>
                  </a:cubicBezTo>
                  <a:cubicBezTo>
                    <a:pt x="2210411" y="3118717"/>
                    <a:pt x="2203469" y="3025247"/>
                    <a:pt x="2256839" y="2963315"/>
                  </a:cubicBezTo>
                  <a:cubicBezTo>
                    <a:pt x="2292137" y="2922355"/>
                    <a:pt x="2344975" y="2905450"/>
                    <a:pt x="2394194" y="2916618"/>
                  </a:cubicBezTo>
                  <a:lnTo>
                    <a:pt x="2482323" y="2842744"/>
                  </a:lnTo>
                  <a:lnTo>
                    <a:pt x="2486558" y="2847797"/>
                  </a:lnTo>
                  <a:cubicBezTo>
                    <a:pt x="2638916" y="2767056"/>
                    <a:pt x="2628462" y="2744879"/>
                    <a:pt x="2689889" y="2690172"/>
                  </a:cubicBezTo>
                  <a:cubicBezTo>
                    <a:pt x="2722819" y="2655246"/>
                    <a:pt x="2732363" y="2657367"/>
                    <a:pt x="2726376" y="2568558"/>
                  </a:cubicBezTo>
                  <a:lnTo>
                    <a:pt x="2730335" y="2568172"/>
                  </a:lnTo>
                  <a:lnTo>
                    <a:pt x="2726098" y="2568172"/>
                  </a:lnTo>
                  <a:lnTo>
                    <a:pt x="2726098" y="2140027"/>
                  </a:lnTo>
                  <a:lnTo>
                    <a:pt x="2686068" y="2140105"/>
                  </a:lnTo>
                  <a:cubicBezTo>
                    <a:pt x="2685662" y="1932305"/>
                    <a:pt x="2574529" y="1740506"/>
                    <a:pt x="2394530" y="1636956"/>
                  </a:cubicBezTo>
                  <a:cubicBezTo>
                    <a:pt x="2214320" y="1533284"/>
                    <a:pt x="1992511" y="1533845"/>
                    <a:pt x="1812826" y="1638426"/>
                  </a:cubicBezTo>
                  <a:cubicBezTo>
                    <a:pt x="1633353" y="1742884"/>
                    <a:pt x="1523189" y="1935240"/>
                    <a:pt x="1523830" y="2143038"/>
                  </a:cubicBezTo>
                  <a:lnTo>
                    <a:pt x="1483625" y="2143162"/>
                  </a:lnTo>
                  <a:lnTo>
                    <a:pt x="1483625" y="2568172"/>
                  </a:lnTo>
                  <a:lnTo>
                    <a:pt x="1479388" y="2568172"/>
                  </a:lnTo>
                  <a:lnTo>
                    <a:pt x="1483347" y="2568558"/>
                  </a:lnTo>
                  <a:cubicBezTo>
                    <a:pt x="1477359" y="2657367"/>
                    <a:pt x="1486903" y="2655246"/>
                    <a:pt x="1519833" y="2690172"/>
                  </a:cubicBezTo>
                  <a:cubicBezTo>
                    <a:pt x="1581261" y="2744879"/>
                    <a:pt x="1570806" y="2767057"/>
                    <a:pt x="1723166" y="2847797"/>
                  </a:cubicBezTo>
                  <a:lnTo>
                    <a:pt x="1727402" y="2842744"/>
                  </a:lnTo>
                  <a:lnTo>
                    <a:pt x="1815530" y="2916618"/>
                  </a:lnTo>
                  <a:cubicBezTo>
                    <a:pt x="1864749" y="2905450"/>
                    <a:pt x="1917587" y="2922356"/>
                    <a:pt x="1952884" y="2963315"/>
                  </a:cubicBezTo>
                  <a:cubicBezTo>
                    <a:pt x="2006254" y="3025247"/>
                    <a:pt x="1999313" y="3118717"/>
                    <a:pt x="1937381" y="3172087"/>
                  </a:cubicBezTo>
                  <a:cubicBezTo>
                    <a:pt x="1906416" y="3198772"/>
                    <a:pt x="1867565" y="3210380"/>
                    <a:pt x="1829785" y="3207575"/>
                  </a:cubicBezTo>
                  <a:cubicBezTo>
                    <a:pt x="1792004" y="3204769"/>
                    <a:pt x="1755294" y="3187551"/>
                    <a:pt x="1728609" y="3156586"/>
                  </a:cubicBezTo>
                  <a:cubicBezTo>
                    <a:pt x="1704170" y="3128225"/>
                    <a:pt x="1692377" y="3093251"/>
                    <a:pt x="1694258" y="3058558"/>
                  </a:cubicBezTo>
                  <a:lnTo>
                    <a:pt x="1607474" y="2985811"/>
                  </a:lnTo>
                  <a:lnTo>
                    <a:pt x="1609754" y="2983092"/>
                  </a:lnTo>
                  <a:cubicBezTo>
                    <a:pt x="1505378" y="2914609"/>
                    <a:pt x="1454899" y="2874388"/>
                    <a:pt x="1372959" y="2808609"/>
                  </a:cubicBezTo>
                  <a:cubicBezTo>
                    <a:pt x="1301402" y="2768123"/>
                    <a:pt x="1295976" y="2652344"/>
                    <a:pt x="1300245" y="2568172"/>
                  </a:cubicBezTo>
                  <a:lnTo>
                    <a:pt x="1296941" y="2568172"/>
                  </a:lnTo>
                  <a:lnTo>
                    <a:pt x="1296941" y="2143739"/>
                  </a:lnTo>
                  <a:lnTo>
                    <a:pt x="1251342" y="2143880"/>
                  </a:lnTo>
                  <a:cubicBezTo>
                    <a:pt x="1250400" y="1838694"/>
                    <a:pt x="1412261" y="1556194"/>
                    <a:pt x="1675942" y="1402813"/>
                  </a:cubicBezTo>
                  <a:cubicBezTo>
                    <a:pt x="1778114" y="1343381"/>
                    <a:pt x="1889554" y="1306836"/>
                    <a:pt x="2003205" y="1293823"/>
                  </a:cubicBezTo>
                  <a:lnTo>
                    <a:pt x="2003205" y="878785"/>
                  </a:lnTo>
                  <a:lnTo>
                    <a:pt x="1998176" y="878621"/>
                  </a:lnTo>
                  <a:cubicBezTo>
                    <a:pt x="2009560" y="630102"/>
                    <a:pt x="1847671" y="398939"/>
                    <a:pt x="1584243" y="287563"/>
                  </a:cubicBezTo>
                  <a:cubicBezTo>
                    <a:pt x="1373323" y="198386"/>
                    <a:pt x="1125012" y="198092"/>
                    <a:pt x="913796" y="286769"/>
                  </a:cubicBezTo>
                  <a:cubicBezTo>
                    <a:pt x="650203" y="397436"/>
                    <a:pt x="487575" y="627955"/>
                    <a:pt x="497878" y="876315"/>
                  </a:cubicBezTo>
                  <a:lnTo>
                    <a:pt x="492947" y="876461"/>
                  </a:lnTo>
                  <a:lnTo>
                    <a:pt x="492947" y="2424958"/>
                  </a:lnTo>
                  <a:cubicBezTo>
                    <a:pt x="646520" y="2471832"/>
                    <a:pt x="757382" y="2615059"/>
                    <a:pt x="757382" y="2784179"/>
                  </a:cubicBezTo>
                  <a:cubicBezTo>
                    <a:pt x="757382" y="2993324"/>
                    <a:pt x="587836" y="3162870"/>
                    <a:pt x="378691" y="3162870"/>
                  </a:cubicBezTo>
                  <a:cubicBezTo>
                    <a:pt x="169546" y="3162870"/>
                    <a:pt x="0" y="2993324"/>
                    <a:pt x="0" y="2784179"/>
                  </a:cubicBezTo>
                  <a:cubicBezTo>
                    <a:pt x="0" y="2610447"/>
                    <a:pt x="116991" y="2464039"/>
                    <a:pt x="276947" y="2421074"/>
                  </a:cubicBezTo>
                  <a:lnTo>
                    <a:pt x="276947" y="783746"/>
                  </a:lnTo>
                  <a:lnTo>
                    <a:pt x="281758" y="783746"/>
                  </a:lnTo>
                  <a:cubicBezTo>
                    <a:pt x="307533" y="493124"/>
                    <a:pt x="502412" y="231983"/>
                    <a:pt x="801266" y="95774"/>
                  </a:cubicBezTo>
                  <a:cubicBezTo>
                    <a:pt x="1082323" y="-32324"/>
                    <a:pt x="1416727" y="-31901"/>
                    <a:pt x="1697364" y="96907"/>
                  </a:cubicBezTo>
                  <a:cubicBezTo>
                    <a:pt x="1994951" y="233494"/>
                    <a:pt x="2188714" y="494056"/>
                    <a:pt x="2214549" y="783746"/>
                  </a:cubicBezTo>
                  <a:lnTo>
                    <a:pt x="2219205" y="783746"/>
                  </a:lnTo>
                  <a:lnTo>
                    <a:pt x="2219205" y="1295162"/>
                  </a:lnTo>
                  <a:cubicBezTo>
                    <a:pt x="2327099" y="1309357"/>
                    <a:pt x="2432799" y="1344641"/>
                    <a:pt x="2530224" y="1400656"/>
                  </a:cubicBezTo>
                  <a:cubicBezTo>
                    <a:pt x="2794677" y="1552703"/>
                    <a:pt x="2957961" y="1834385"/>
                    <a:pt x="2958558" y="2139573"/>
                  </a:cubicBezTo>
                  <a:lnTo>
                    <a:pt x="2912782" y="2139663"/>
                  </a:lnTo>
                  <a:lnTo>
                    <a:pt x="2912782" y="2568172"/>
                  </a:lnTo>
                  <a:lnTo>
                    <a:pt x="2909478" y="2568172"/>
                  </a:lnTo>
                  <a:cubicBezTo>
                    <a:pt x="2913747" y="2652344"/>
                    <a:pt x="2908320" y="2768123"/>
                    <a:pt x="2836763" y="2808609"/>
                  </a:cubicBezTo>
                  <a:cubicBezTo>
                    <a:pt x="2754824" y="2874388"/>
                    <a:pt x="2704345" y="2914609"/>
                    <a:pt x="2599970" y="2983091"/>
                  </a:cubicBezTo>
                  <a:lnTo>
                    <a:pt x="2602250" y="2985811"/>
                  </a:lnTo>
                  <a:lnTo>
                    <a:pt x="2515466" y="3058559"/>
                  </a:lnTo>
                  <a:cubicBezTo>
                    <a:pt x="2517346" y="3093252"/>
                    <a:pt x="2505554" y="3128225"/>
                    <a:pt x="2481114" y="3156586"/>
                  </a:cubicBezTo>
                  <a:cubicBezTo>
                    <a:pt x="2454429" y="3187551"/>
                    <a:pt x="2417719" y="3204769"/>
                    <a:pt x="2379939" y="3207575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0" dirty="0">
                <a:solidFill>
                  <a:schemeClr val="bg1"/>
                </a:solidFill>
              </a:endParaRPr>
            </a:p>
          </p:txBody>
        </p:sp>
        <p:sp>
          <p:nvSpPr>
            <p:cNvPr id="51" name="자유형: 도형 50"/>
            <p:cNvSpPr/>
            <p:nvPr/>
          </p:nvSpPr>
          <p:spPr>
            <a:xfrm rot="20979709">
              <a:off x="9770172" y="5724070"/>
              <a:ext cx="437774" cy="6288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2382"/>
                <a:gd name="f7" fmla="val 4494734"/>
                <a:gd name="f8" fmla="val 202698"/>
                <a:gd name="f9" fmla="val 1752488"/>
                <a:gd name="f10" fmla="val 202894"/>
                <a:gd name="f11" fmla="val 1753838"/>
                <a:gd name="f12" fmla="val 1754255"/>
                <a:gd name="f13" fmla="val 1327635"/>
                <a:gd name="f14" fmla="val 1083664"/>
                <a:gd name="f15" fmla="val 1321118"/>
                <a:gd name="f16" fmla="val 1085383"/>
                <a:gd name="f17" fmla="val 1315629"/>
                <a:gd name="f18" fmla="val 1091571"/>
                <a:gd name="f19" fmla="val 1308769"/>
                <a:gd name="f20" fmla="val 1102572"/>
                <a:gd name="f21" fmla="val 1306025"/>
                <a:gd name="f22" fmla="val 1110822"/>
                <a:gd name="f23" fmla="val 1297792"/>
                <a:gd name="f24" fmla="val 1113573"/>
                <a:gd name="f25" fmla="val 1295048"/>
                <a:gd name="f26" fmla="val 1121823"/>
                <a:gd name="f27" fmla="val 1292304"/>
                <a:gd name="f28" fmla="val 1152075"/>
                <a:gd name="f29" fmla="val 1281327"/>
                <a:gd name="f30" fmla="val 1182327"/>
                <a:gd name="f31" fmla="val 1212579"/>
                <a:gd name="f32" fmla="val 1223580"/>
                <a:gd name="f33" fmla="val 1289560"/>
                <a:gd name="f34" fmla="val 1229080"/>
                <a:gd name="f35" fmla="val 1240081"/>
                <a:gd name="f36" fmla="val 1262082"/>
                <a:gd name="f37" fmla="val 1264832"/>
                <a:gd name="f38" fmla="val 1314257"/>
                <a:gd name="f39" fmla="val 1325234"/>
                <a:gd name="f40" fmla="val 1267583"/>
                <a:gd name="f41" fmla="val 1333467"/>
                <a:gd name="f42" fmla="val 1259332"/>
                <a:gd name="f43" fmla="val 1344443"/>
                <a:gd name="f44" fmla="val 1374628"/>
                <a:gd name="f45" fmla="val 1256582"/>
                <a:gd name="f46" fmla="val 1404814"/>
                <a:gd name="f47" fmla="val 1245581"/>
                <a:gd name="f48" fmla="val 1435000"/>
                <a:gd name="f49" fmla="val 1237331"/>
                <a:gd name="f50" fmla="val 1456953"/>
                <a:gd name="f51" fmla="val 1481650"/>
                <a:gd name="f52" fmla="val 1503603"/>
                <a:gd name="f53" fmla="val 1511836"/>
                <a:gd name="f54" fmla="val 1207079"/>
                <a:gd name="f55" fmla="val 1204329"/>
                <a:gd name="f56" fmla="val 1506347"/>
                <a:gd name="f57" fmla="val 1198828"/>
                <a:gd name="f58" fmla="val 1196078"/>
                <a:gd name="f59" fmla="val 1193328"/>
                <a:gd name="f60" fmla="val 1500859"/>
                <a:gd name="f61" fmla="val 1190578"/>
                <a:gd name="f62" fmla="val 1487139"/>
                <a:gd name="f63" fmla="val 1176827"/>
                <a:gd name="f64" fmla="val 1467930"/>
                <a:gd name="f65" fmla="val 1168576"/>
                <a:gd name="f66" fmla="val 1454209"/>
                <a:gd name="f67" fmla="val 1157576"/>
                <a:gd name="f68" fmla="val 1421279"/>
                <a:gd name="f69" fmla="val 1132824"/>
                <a:gd name="f70" fmla="val 1388349"/>
                <a:gd name="f71" fmla="val 1352675"/>
                <a:gd name="f72" fmla="val 1341699"/>
                <a:gd name="f73" fmla="val 1084696"/>
                <a:gd name="f74" fmla="val 1334152"/>
                <a:gd name="f75" fmla="val 1081945"/>
                <a:gd name="f76" fmla="val 752333"/>
                <a:gd name="f77" fmla="val 760595"/>
                <a:gd name="f78" fmla="val 768857"/>
                <a:gd name="f79" fmla="val 1377"/>
                <a:gd name="f80" fmla="val 777119"/>
                <a:gd name="f81" fmla="val 4130"/>
                <a:gd name="f82" fmla="val 810168"/>
                <a:gd name="f83" fmla="val 843217"/>
                <a:gd name="f84" fmla="val 15146"/>
                <a:gd name="f85" fmla="val 870758"/>
                <a:gd name="f86" fmla="val 34423"/>
                <a:gd name="f87" fmla="val 876266"/>
                <a:gd name="f88" fmla="val 39930"/>
                <a:gd name="f89" fmla="val 898299"/>
                <a:gd name="f90" fmla="val 42684"/>
                <a:gd name="f91" fmla="val 914823"/>
                <a:gd name="f92" fmla="val 923085"/>
                <a:gd name="f93" fmla="val 45438"/>
                <a:gd name="f94" fmla="val 925840"/>
                <a:gd name="f95" fmla="val 48192"/>
                <a:gd name="f96" fmla="val 928593"/>
                <a:gd name="f97" fmla="val 50945"/>
                <a:gd name="f98" fmla="val 939610"/>
                <a:gd name="f99" fmla="val 56453"/>
                <a:gd name="f100" fmla="val 945118"/>
                <a:gd name="f101" fmla="val 70222"/>
                <a:gd name="f102" fmla="val 961642"/>
                <a:gd name="f103" fmla="val 64715"/>
                <a:gd name="f104" fmla="val 967150"/>
                <a:gd name="f105" fmla="val 75730"/>
                <a:gd name="f106" fmla="val 78484"/>
                <a:gd name="f107" fmla="val 972659"/>
                <a:gd name="f108" fmla="val 72976"/>
                <a:gd name="f109" fmla="val 978167"/>
                <a:gd name="f110" fmla="val 980921"/>
                <a:gd name="f111" fmla="val 983675"/>
                <a:gd name="f112" fmla="val 67468"/>
                <a:gd name="f113" fmla="val 986429"/>
                <a:gd name="f114" fmla="val 83991"/>
                <a:gd name="f115" fmla="val 989183"/>
                <a:gd name="f116" fmla="val 997446"/>
                <a:gd name="f117" fmla="val 86745"/>
                <a:gd name="f118" fmla="val 1005707"/>
                <a:gd name="f119" fmla="val 1011216"/>
                <a:gd name="f120" fmla="val 1013970"/>
                <a:gd name="f121" fmla="val 61961"/>
                <a:gd name="f122" fmla="val 1000199"/>
                <a:gd name="f123" fmla="val 59207"/>
                <a:gd name="f124" fmla="val 1002954"/>
                <a:gd name="f125" fmla="val 53699"/>
                <a:gd name="f126" fmla="val 994691"/>
                <a:gd name="f127" fmla="val 28915"/>
                <a:gd name="f128" fmla="val 991937"/>
                <a:gd name="f129" fmla="val 23407"/>
                <a:gd name="f130" fmla="val 1019478"/>
                <a:gd name="f131" fmla="val 1022232"/>
                <a:gd name="f132" fmla="val 9638"/>
                <a:gd name="f133" fmla="val 1024986"/>
                <a:gd name="f134" fmla="val 12392"/>
                <a:gd name="f135" fmla="val 1027740"/>
                <a:gd name="f136" fmla="val 26161"/>
                <a:gd name="f137" fmla="val 1030494"/>
                <a:gd name="f138" fmla="val 1041511"/>
                <a:gd name="f139" fmla="val 17900"/>
                <a:gd name="f140" fmla="val 1058035"/>
                <a:gd name="f141" fmla="val 1069051"/>
                <a:gd name="f142" fmla="val 6885"/>
                <a:gd name="f143" fmla="val 1082822"/>
                <a:gd name="f144" fmla="val 1091084"/>
                <a:gd name="f145" fmla="val 1088330"/>
                <a:gd name="f146" fmla="val 1099347"/>
                <a:gd name="f147" fmla="val 1104855"/>
                <a:gd name="f148" fmla="val 100514"/>
                <a:gd name="f149" fmla="val 1118625"/>
                <a:gd name="f150" fmla="val 136314"/>
                <a:gd name="f151" fmla="val 1113117"/>
                <a:gd name="f152" fmla="val 177621"/>
                <a:gd name="f153" fmla="val 1110363"/>
                <a:gd name="f154" fmla="val 194144"/>
                <a:gd name="f155" fmla="val 207913"/>
                <a:gd name="f156" fmla="val 1102100"/>
                <a:gd name="f157" fmla="val 224436"/>
                <a:gd name="f158" fmla="val 227190"/>
                <a:gd name="f159" fmla="val 1115871"/>
                <a:gd name="f160" fmla="val 1124133"/>
                <a:gd name="f161" fmla="val 1135149"/>
                <a:gd name="f162" fmla="val 243713"/>
                <a:gd name="f163" fmla="val 1137904"/>
                <a:gd name="f164" fmla="val 251974"/>
                <a:gd name="f165" fmla="val 1146165"/>
                <a:gd name="f166" fmla="val 1154428"/>
                <a:gd name="f167" fmla="val 249220"/>
                <a:gd name="f168" fmla="val 1148920"/>
                <a:gd name="f169" fmla="val 257482"/>
                <a:gd name="f170" fmla="val 1143412"/>
                <a:gd name="f171" fmla="val 262990"/>
                <a:gd name="f172" fmla="val 1140657"/>
                <a:gd name="f173" fmla="val 271251"/>
                <a:gd name="f174" fmla="val 276759"/>
                <a:gd name="f175" fmla="val 285020"/>
                <a:gd name="f176" fmla="val 287774"/>
                <a:gd name="f177" fmla="val 1157182"/>
                <a:gd name="f178" fmla="val 293281"/>
                <a:gd name="f179" fmla="val 1151674"/>
                <a:gd name="f180" fmla="val 298789"/>
                <a:gd name="f181" fmla="val 318066"/>
                <a:gd name="f182" fmla="val 340096"/>
                <a:gd name="f183" fmla="val 359373"/>
                <a:gd name="f184" fmla="val 362127"/>
                <a:gd name="f185" fmla="val 1162690"/>
                <a:gd name="f186" fmla="val 367635"/>
                <a:gd name="f187" fmla="val 370389"/>
                <a:gd name="f188" fmla="val 1126887"/>
                <a:gd name="f189" fmla="val 351112"/>
                <a:gd name="f190" fmla="val 353866"/>
                <a:gd name="f191" fmla="val 356619"/>
                <a:gd name="f192" fmla="val 1093838"/>
                <a:gd name="f193" fmla="val 364880"/>
                <a:gd name="f194" fmla="val 373142"/>
                <a:gd name="f195" fmla="val 381403"/>
                <a:gd name="f196" fmla="val 389665"/>
                <a:gd name="f197" fmla="val 1107608"/>
                <a:gd name="f198" fmla="val 400680"/>
                <a:gd name="f199" fmla="val 1049773"/>
                <a:gd name="f200" fmla="val 1036003"/>
                <a:gd name="f201" fmla="val 403434"/>
                <a:gd name="f202" fmla="val 414449"/>
                <a:gd name="f203" fmla="val 422711"/>
                <a:gd name="f204" fmla="val 436480"/>
                <a:gd name="f205" fmla="val 458511"/>
                <a:gd name="f206" fmla="val 958889"/>
                <a:gd name="f207" fmla="val 477787"/>
                <a:gd name="f208" fmla="val 950626"/>
                <a:gd name="f209" fmla="val 488802"/>
                <a:gd name="f210" fmla="val 505325"/>
                <a:gd name="f211" fmla="val 513587"/>
                <a:gd name="f212" fmla="val 931348"/>
                <a:gd name="f213" fmla="val 519094"/>
                <a:gd name="f214" fmla="val 543879"/>
                <a:gd name="f215" fmla="val 953380"/>
                <a:gd name="f216" fmla="val 538371"/>
                <a:gd name="f217" fmla="val 560402"/>
                <a:gd name="f218" fmla="val 582433"/>
                <a:gd name="f219" fmla="val 1008462"/>
                <a:gd name="f220" fmla="val 587940"/>
                <a:gd name="f221" fmla="val 596201"/>
                <a:gd name="f222" fmla="val 604463"/>
                <a:gd name="f223" fmla="val 615478"/>
                <a:gd name="f224" fmla="val 618232"/>
                <a:gd name="f225" fmla="val 620986"/>
                <a:gd name="f226" fmla="val 1044265"/>
                <a:gd name="f227" fmla="val 634755"/>
                <a:gd name="f228" fmla="val 1071806"/>
                <a:gd name="f229" fmla="val 648524"/>
                <a:gd name="f230" fmla="val 654032"/>
                <a:gd name="f231" fmla="val 1121379"/>
                <a:gd name="f232" fmla="val 662293"/>
                <a:gd name="f233" fmla="val 665047"/>
                <a:gd name="f234" fmla="val 1187477"/>
                <a:gd name="f235" fmla="val 667801"/>
                <a:gd name="f236" fmla="val 1220526"/>
                <a:gd name="f237" fmla="val 676062"/>
                <a:gd name="f238" fmla="val 1248067"/>
                <a:gd name="f239" fmla="val 689832"/>
                <a:gd name="f240" fmla="val 1292132"/>
                <a:gd name="f241" fmla="val 709108"/>
                <a:gd name="f242" fmla="val 1333443"/>
                <a:gd name="f243" fmla="val 736646"/>
                <a:gd name="f244" fmla="val 1372000"/>
                <a:gd name="f245" fmla="val 764185"/>
                <a:gd name="f246" fmla="val 1413312"/>
                <a:gd name="f247" fmla="val 794476"/>
                <a:gd name="f248" fmla="val 1443607"/>
                <a:gd name="f249" fmla="val 833029"/>
                <a:gd name="f250" fmla="val 1473901"/>
                <a:gd name="f251" fmla="val 874337"/>
                <a:gd name="f252" fmla="val 1498688"/>
                <a:gd name="f253" fmla="val 901875"/>
                <a:gd name="f254" fmla="val 1517966"/>
                <a:gd name="f255" fmla="val 932167"/>
                <a:gd name="f256" fmla="val 1548262"/>
                <a:gd name="f257" fmla="val 954198"/>
                <a:gd name="f258" fmla="val 1592327"/>
                <a:gd name="f259" fmla="val 984490"/>
                <a:gd name="f260" fmla="val 1628130"/>
                <a:gd name="f261" fmla="val 1025797"/>
                <a:gd name="f262" fmla="val 1677703"/>
                <a:gd name="f263" fmla="val 1050582"/>
                <a:gd name="f264" fmla="val 1683211"/>
                <a:gd name="f265" fmla="val 1053335"/>
                <a:gd name="f266" fmla="val 1688720"/>
                <a:gd name="f267" fmla="val 1061596"/>
                <a:gd name="f268" fmla="val 1694228"/>
                <a:gd name="f269" fmla="val 1067104"/>
                <a:gd name="f270" fmla="val 1724523"/>
                <a:gd name="f271" fmla="val 1102904"/>
                <a:gd name="f272" fmla="val 1754817"/>
                <a:gd name="f273" fmla="val 1138703"/>
                <a:gd name="f274" fmla="val 1774096"/>
                <a:gd name="f275" fmla="val 1180011"/>
                <a:gd name="f276" fmla="val 1776850"/>
                <a:gd name="f277" fmla="val 1185518"/>
                <a:gd name="f278" fmla="val 1779604"/>
                <a:gd name="f279" fmla="val 1193779"/>
                <a:gd name="f280" fmla="val 1782358"/>
                <a:gd name="f281" fmla="val 1804391"/>
                <a:gd name="f282" fmla="val 1210303"/>
                <a:gd name="f283" fmla="val 1801637"/>
                <a:gd name="f284" fmla="val 1232334"/>
                <a:gd name="f285" fmla="val 1254364"/>
                <a:gd name="f286" fmla="val 1259871"/>
                <a:gd name="f287" fmla="val 1265379"/>
                <a:gd name="f288" fmla="val 1270887"/>
                <a:gd name="f289" fmla="val 1306687"/>
                <a:gd name="f290" fmla="val 1785112"/>
                <a:gd name="f291" fmla="val 1334224"/>
                <a:gd name="f292" fmla="val 1749309"/>
                <a:gd name="f293" fmla="val 1339733"/>
                <a:gd name="f294" fmla="val 1727277"/>
                <a:gd name="f295" fmla="val 1342486"/>
                <a:gd name="f296" fmla="val 1705244"/>
                <a:gd name="f297" fmla="val 1350747"/>
                <a:gd name="f298" fmla="val 1353501"/>
                <a:gd name="f299" fmla="val 1661179"/>
                <a:gd name="f300" fmla="val 1359009"/>
                <a:gd name="f301" fmla="val 1636392"/>
                <a:gd name="f302" fmla="val 1361763"/>
                <a:gd name="f303" fmla="val 1614359"/>
                <a:gd name="f304" fmla="val 1372778"/>
                <a:gd name="f305" fmla="val 1603343"/>
                <a:gd name="f306" fmla="val 1378286"/>
                <a:gd name="f307" fmla="val 1584065"/>
                <a:gd name="f308" fmla="val 1370024"/>
                <a:gd name="f309" fmla="val 1570294"/>
                <a:gd name="f310" fmla="val 1381040"/>
                <a:gd name="f311" fmla="val 1375532"/>
                <a:gd name="f312" fmla="val 1523475"/>
                <a:gd name="f313" fmla="val 1392055"/>
                <a:gd name="f314" fmla="val 1386547"/>
                <a:gd name="f315" fmla="val 1487672"/>
                <a:gd name="f316" fmla="val 1383793"/>
                <a:gd name="f317" fmla="val 1479409"/>
                <a:gd name="f318" fmla="val 1394809"/>
                <a:gd name="f319" fmla="val 1468393"/>
                <a:gd name="f320" fmla="val 1460131"/>
                <a:gd name="f321" fmla="val 1449115"/>
                <a:gd name="f322" fmla="val 1389301"/>
                <a:gd name="f323" fmla="val 1440852"/>
                <a:gd name="f324" fmla="val 1400316"/>
                <a:gd name="f325" fmla="val 1435344"/>
                <a:gd name="f326" fmla="val 1432590"/>
                <a:gd name="f327" fmla="val 1388525"/>
                <a:gd name="f328" fmla="val 1397563"/>
                <a:gd name="f329" fmla="val 1347214"/>
                <a:gd name="f330" fmla="val 1414086"/>
                <a:gd name="f331" fmla="val 1305902"/>
                <a:gd name="f332" fmla="val 1405824"/>
                <a:gd name="f333" fmla="val 1294886"/>
                <a:gd name="f334" fmla="val 1430609"/>
                <a:gd name="f335" fmla="val 1455393"/>
                <a:gd name="f336" fmla="val 1311411"/>
                <a:gd name="f337" fmla="val 1477423"/>
                <a:gd name="f338" fmla="val 1314165"/>
                <a:gd name="f339" fmla="val 1493946"/>
                <a:gd name="f340" fmla="val 1316919"/>
                <a:gd name="f341" fmla="val 1510469"/>
                <a:gd name="f342" fmla="val 1322427"/>
                <a:gd name="f343" fmla="val 1526992"/>
                <a:gd name="f344" fmla="val 1330689"/>
                <a:gd name="f345" fmla="val 1554530"/>
                <a:gd name="f346" fmla="val 1336198"/>
                <a:gd name="f347" fmla="val 1587576"/>
                <a:gd name="f348" fmla="val 1617868"/>
                <a:gd name="f349" fmla="val 1355476"/>
                <a:gd name="f350" fmla="val 1648160"/>
                <a:gd name="f351" fmla="val 1363738"/>
                <a:gd name="f352" fmla="val 1681205"/>
                <a:gd name="f353" fmla="val 1377508"/>
                <a:gd name="f354" fmla="val 1711498"/>
                <a:gd name="f355" fmla="val 1383016"/>
                <a:gd name="f356" fmla="val 1728021"/>
                <a:gd name="f357" fmla="val 1744543"/>
                <a:gd name="f358" fmla="val 1394033"/>
                <a:gd name="f359" fmla="val 1758313"/>
                <a:gd name="f360" fmla="val 1407803"/>
                <a:gd name="f361" fmla="val 1788605"/>
                <a:gd name="f362" fmla="val 1421574"/>
                <a:gd name="f363" fmla="val 1816143"/>
                <a:gd name="f364" fmla="val 1843681"/>
                <a:gd name="f365" fmla="val 1446360"/>
                <a:gd name="f366" fmla="val 1876726"/>
                <a:gd name="f367" fmla="val 1909772"/>
                <a:gd name="f368" fmla="val 1471147"/>
                <a:gd name="f369" fmla="val 1942818"/>
                <a:gd name="f370" fmla="val 1956588"/>
                <a:gd name="f371" fmla="val 1970357"/>
                <a:gd name="f372" fmla="val 1476656"/>
                <a:gd name="f373" fmla="val 1984125"/>
                <a:gd name="f374" fmla="val 1995141"/>
                <a:gd name="f375" fmla="val 1490426"/>
                <a:gd name="f376" fmla="val 2000648"/>
                <a:gd name="f377" fmla="val 1493180"/>
                <a:gd name="f378" fmla="val 2011664"/>
                <a:gd name="f379" fmla="val 1495934"/>
                <a:gd name="f380" fmla="val 2033694"/>
                <a:gd name="f381" fmla="val 2055725"/>
                <a:gd name="f382" fmla="val 1506950"/>
                <a:gd name="f383" fmla="val 2077755"/>
                <a:gd name="f384" fmla="val 1515213"/>
                <a:gd name="f385" fmla="val 2102540"/>
                <a:gd name="f386" fmla="val 1509705"/>
                <a:gd name="f387" fmla="val 2130078"/>
                <a:gd name="f388" fmla="val 2157616"/>
                <a:gd name="f389" fmla="val 1526229"/>
                <a:gd name="f390" fmla="val 2182400"/>
                <a:gd name="f391" fmla="val 1534491"/>
                <a:gd name="f392" fmla="val 2209939"/>
                <a:gd name="f393" fmla="val 1539999"/>
                <a:gd name="f394" fmla="val 2237477"/>
                <a:gd name="f395" fmla="val 1545508"/>
                <a:gd name="f396" fmla="val 2262261"/>
                <a:gd name="f397" fmla="val 1551016"/>
                <a:gd name="f398" fmla="val 2284292"/>
                <a:gd name="f399" fmla="val 1559278"/>
                <a:gd name="f400" fmla="val 2309076"/>
                <a:gd name="f401" fmla="val 1564786"/>
                <a:gd name="f402" fmla="val 2325599"/>
                <a:gd name="f403" fmla="val 2347629"/>
                <a:gd name="f404" fmla="val 2366907"/>
                <a:gd name="f405" fmla="val 1578557"/>
                <a:gd name="f406" fmla="val 2386183"/>
                <a:gd name="f407" fmla="val 2405460"/>
                <a:gd name="f408" fmla="val 2424737"/>
                <a:gd name="f409" fmla="val 1589573"/>
                <a:gd name="f410" fmla="val 2435751"/>
                <a:gd name="f411" fmla="val 1581310"/>
                <a:gd name="f412" fmla="val 2446767"/>
                <a:gd name="f413" fmla="val 1567540"/>
                <a:gd name="f414" fmla="val 2457783"/>
                <a:gd name="f415" fmla="val 2452274"/>
                <a:gd name="f416" fmla="val 2466044"/>
                <a:gd name="f417" fmla="val 1427082"/>
                <a:gd name="f418" fmla="val 2460536"/>
                <a:gd name="f419" fmla="val 1369246"/>
                <a:gd name="f420" fmla="val 2463290"/>
                <a:gd name="f421" fmla="val 1366492"/>
                <a:gd name="f422" fmla="val 1360984"/>
                <a:gd name="f423" fmla="val 2474305"/>
                <a:gd name="f424" fmla="val 1352722"/>
                <a:gd name="f425" fmla="val 2477059"/>
                <a:gd name="f426" fmla="val 1349968"/>
                <a:gd name="f427" fmla="val 2488074"/>
                <a:gd name="f428" fmla="val 1344459"/>
                <a:gd name="f429" fmla="val 2518366"/>
                <a:gd name="f430" fmla="val 1325181"/>
                <a:gd name="f431" fmla="val 2545904"/>
                <a:gd name="f432" fmla="val 1319673"/>
                <a:gd name="f433" fmla="val 2576196"/>
                <a:gd name="f434" fmla="val 1308657"/>
                <a:gd name="f435" fmla="val 2623011"/>
                <a:gd name="f436" fmla="val 1289378"/>
                <a:gd name="f437" fmla="val 2667072"/>
                <a:gd name="f438" fmla="val 1275608"/>
                <a:gd name="f439" fmla="val 2713887"/>
                <a:gd name="f440" fmla="val 1267345"/>
                <a:gd name="f441" fmla="val 2744179"/>
                <a:gd name="f442" fmla="val 1253575"/>
                <a:gd name="f443" fmla="val 2771717"/>
                <a:gd name="f444" fmla="val 1256329"/>
                <a:gd name="f445" fmla="val 2804763"/>
                <a:gd name="f446" fmla="val 1245313"/>
                <a:gd name="f447" fmla="val 2813024"/>
                <a:gd name="f448" fmla="val 2824040"/>
                <a:gd name="f449" fmla="val 2832301"/>
                <a:gd name="f450" fmla="val 2846070"/>
                <a:gd name="f451" fmla="val 2859840"/>
                <a:gd name="f452" fmla="val 2873609"/>
                <a:gd name="f453" fmla="val 1264591"/>
                <a:gd name="f454" fmla="val 2898393"/>
                <a:gd name="f455" fmla="val 2925932"/>
                <a:gd name="f456" fmla="val 2950716"/>
                <a:gd name="f457" fmla="val 1281116"/>
                <a:gd name="f458" fmla="val 2975500"/>
                <a:gd name="f459" fmla="val 1297641"/>
                <a:gd name="f460" fmla="val 2997531"/>
                <a:gd name="f461" fmla="val 3022315"/>
                <a:gd name="f462" fmla="val 3055361"/>
                <a:gd name="f463" fmla="val 3093914"/>
                <a:gd name="f464" fmla="val 3121453"/>
                <a:gd name="f465" fmla="val 3135221"/>
                <a:gd name="f466" fmla="val 3146237"/>
                <a:gd name="f467" fmla="val 3148990"/>
                <a:gd name="f468" fmla="val 1451869"/>
                <a:gd name="f469" fmla="val 3157252"/>
                <a:gd name="f470" fmla="val 3162760"/>
                <a:gd name="f471" fmla="val 3168267"/>
                <a:gd name="f472" fmla="val 3173775"/>
                <a:gd name="f473" fmla="val 3182036"/>
                <a:gd name="f474" fmla="val 3195806"/>
                <a:gd name="f475" fmla="val 1619867"/>
                <a:gd name="f476" fmla="val 3215082"/>
                <a:gd name="f477" fmla="val 1655671"/>
                <a:gd name="f478" fmla="val 3237113"/>
                <a:gd name="f479" fmla="val 3239866"/>
                <a:gd name="f480" fmla="val 1666687"/>
                <a:gd name="f481" fmla="val 3245374"/>
                <a:gd name="f482" fmla="val 1672195"/>
                <a:gd name="f483" fmla="val 3250882"/>
                <a:gd name="f484" fmla="val 1696982"/>
                <a:gd name="f485" fmla="val 3275666"/>
                <a:gd name="f486" fmla="val 1719015"/>
                <a:gd name="f487" fmla="val 3297696"/>
                <a:gd name="f488" fmla="val 1741047"/>
                <a:gd name="f489" fmla="val 3319728"/>
                <a:gd name="f490" fmla="val 1768588"/>
                <a:gd name="f491" fmla="val 3347265"/>
                <a:gd name="f492" fmla="val 1798882"/>
                <a:gd name="f493" fmla="val 3369296"/>
                <a:gd name="f494" fmla="val 1831932"/>
                <a:gd name="f495" fmla="val 3391326"/>
                <a:gd name="f496" fmla="val 1853965"/>
                <a:gd name="f497" fmla="val 3407849"/>
                <a:gd name="f498" fmla="val 1875997"/>
                <a:gd name="f499" fmla="val 3424372"/>
                <a:gd name="f500" fmla="val 1898030"/>
                <a:gd name="f501" fmla="val 3443649"/>
                <a:gd name="f502" fmla="val 1931079"/>
                <a:gd name="f503" fmla="val 3468434"/>
                <a:gd name="f504" fmla="val 1964128"/>
                <a:gd name="f505" fmla="val 3493218"/>
                <a:gd name="f506" fmla="val 1997176"/>
                <a:gd name="f507" fmla="val 3515248"/>
                <a:gd name="f508" fmla="val 1999931"/>
                <a:gd name="f509" fmla="val 3518002"/>
                <a:gd name="f510" fmla="val 2002685"/>
                <a:gd name="f511" fmla="val 3520756"/>
                <a:gd name="f512" fmla="val 2019209"/>
                <a:gd name="f513" fmla="val 3506987"/>
                <a:gd name="f514" fmla="val 2030225"/>
                <a:gd name="f515" fmla="val 2043996"/>
                <a:gd name="f516" fmla="val 3526264"/>
                <a:gd name="f517" fmla="val 2049504"/>
                <a:gd name="f518" fmla="val 3529017"/>
                <a:gd name="f519" fmla="val 2055012"/>
                <a:gd name="f520" fmla="val 2060520"/>
                <a:gd name="f521" fmla="val 2071537"/>
                <a:gd name="f522" fmla="val 3512494"/>
                <a:gd name="f523" fmla="val 2085307"/>
                <a:gd name="f524" fmla="val 2099077"/>
                <a:gd name="f525" fmla="val 2121110"/>
                <a:gd name="f526" fmla="val 2145897"/>
                <a:gd name="f527" fmla="val 2167930"/>
                <a:gd name="f528" fmla="val 2173438"/>
                <a:gd name="f529" fmla="val 3504233"/>
                <a:gd name="f530" fmla="val 2181700"/>
                <a:gd name="f531" fmla="val 2189962"/>
                <a:gd name="f532" fmla="val 2195470"/>
                <a:gd name="f533" fmla="val 2203732"/>
                <a:gd name="f534" fmla="val 2206487"/>
                <a:gd name="f535" fmla="val 2209240"/>
                <a:gd name="f536" fmla="val 2211995"/>
                <a:gd name="f537" fmla="val 2223011"/>
                <a:gd name="f538" fmla="val 3501479"/>
                <a:gd name="f539" fmla="val 2231274"/>
                <a:gd name="f540" fmla="val 2242290"/>
                <a:gd name="f541" fmla="val 2250552"/>
                <a:gd name="f542" fmla="val 2261568"/>
                <a:gd name="f543" fmla="val 2272584"/>
                <a:gd name="f544" fmla="val 2286355"/>
                <a:gd name="f545" fmla="val 2311142"/>
                <a:gd name="f546" fmla="val 3523510"/>
                <a:gd name="f547" fmla="val 2313896"/>
                <a:gd name="f548" fmla="val 3537279"/>
                <a:gd name="f549" fmla="val 2316650"/>
                <a:gd name="f550" fmla="val 3542787"/>
                <a:gd name="f551" fmla="val 3548294"/>
                <a:gd name="f552" fmla="val 3553802"/>
                <a:gd name="f553" fmla="val 2305633"/>
                <a:gd name="f554" fmla="val 3556556"/>
                <a:gd name="f555" fmla="val 3562063"/>
                <a:gd name="f556" fmla="val 3564817"/>
                <a:gd name="f557" fmla="val 2324912"/>
                <a:gd name="f558" fmla="val 3573079"/>
                <a:gd name="f559" fmla="val 2322158"/>
                <a:gd name="f560" fmla="val 3586847"/>
                <a:gd name="f561" fmla="val 3600617"/>
                <a:gd name="f562" fmla="val 3622647"/>
                <a:gd name="f563" fmla="val 2319404"/>
                <a:gd name="f564" fmla="val 3644678"/>
                <a:gd name="f565" fmla="val 3669462"/>
                <a:gd name="f566" fmla="val 3688739"/>
                <a:gd name="f567" fmla="val 3708015"/>
                <a:gd name="f568" fmla="val 3730046"/>
                <a:gd name="f569" fmla="val 3741061"/>
                <a:gd name="f570" fmla="val 2302880"/>
                <a:gd name="f571" fmla="val 3752077"/>
                <a:gd name="f572" fmla="val 2297372"/>
                <a:gd name="f573" fmla="val 3763092"/>
                <a:gd name="f574" fmla="val 2291863"/>
                <a:gd name="f575" fmla="val 3768599"/>
                <a:gd name="f576" fmla="val 2289109"/>
                <a:gd name="f577" fmla="val 3774107"/>
                <a:gd name="f578" fmla="val 3782368"/>
                <a:gd name="f579" fmla="val 2278093"/>
                <a:gd name="f580" fmla="val 3793384"/>
                <a:gd name="f581" fmla="val 2267076"/>
                <a:gd name="f582" fmla="val 3807153"/>
                <a:gd name="f583" fmla="val 2275339"/>
                <a:gd name="f584" fmla="val 3820922"/>
                <a:gd name="f585" fmla="val 2283601"/>
                <a:gd name="f586" fmla="val 3831937"/>
                <a:gd name="f587" fmla="val 3848460"/>
                <a:gd name="f588" fmla="val 3853968"/>
                <a:gd name="f589" fmla="val 3856721"/>
                <a:gd name="f590" fmla="val 2294617"/>
                <a:gd name="f591" fmla="val 3859475"/>
                <a:gd name="f592" fmla="val 3862230"/>
                <a:gd name="f593" fmla="val 3887014"/>
                <a:gd name="f594" fmla="val 3911798"/>
                <a:gd name="f595" fmla="val 2300125"/>
                <a:gd name="f596" fmla="val 3936583"/>
                <a:gd name="f597" fmla="val 3942090"/>
                <a:gd name="f598" fmla="val 3947597"/>
                <a:gd name="f599" fmla="val 2280847"/>
                <a:gd name="f600" fmla="val 3955859"/>
                <a:gd name="f601" fmla="val 3972382"/>
                <a:gd name="f602" fmla="val 3983397"/>
                <a:gd name="f603" fmla="val 4005428"/>
                <a:gd name="f604" fmla="val 4027459"/>
                <a:gd name="f605" fmla="val 4046735"/>
                <a:gd name="f606" fmla="val 2269831"/>
                <a:gd name="f607" fmla="val 4054996"/>
                <a:gd name="f608" fmla="val 4071519"/>
                <a:gd name="f609" fmla="val 4082535"/>
                <a:gd name="f610" fmla="val 4093550"/>
                <a:gd name="f611" fmla="val 4104565"/>
                <a:gd name="f612" fmla="val 2256060"/>
                <a:gd name="f613" fmla="val 4112827"/>
                <a:gd name="f614" fmla="val 4121088"/>
                <a:gd name="f615" fmla="val 2245044"/>
                <a:gd name="f616" fmla="val 4129349"/>
                <a:gd name="f617" fmla="val 2239536"/>
                <a:gd name="f618" fmla="val 4140365"/>
                <a:gd name="f619" fmla="val 2228519"/>
                <a:gd name="f620" fmla="val 4162395"/>
                <a:gd name="f621" fmla="val 4173411"/>
                <a:gd name="f622" fmla="val 2187208"/>
                <a:gd name="f623" fmla="val 4187180"/>
                <a:gd name="f624" fmla="val 2176191"/>
                <a:gd name="f625" fmla="val 4195441"/>
                <a:gd name="f626" fmla="val 2159667"/>
                <a:gd name="f627" fmla="val 4192687"/>
                <a:gd name="f628" fmla="val 4189934"/>
                <a:gd name="f629" fmla="val 2096324"/>
                <a:gd name="f630" fmla="val 4181672"/>
                <a:gd name="f631" fmla="val 2079799"/>
                <a:gd name="f632" fmla="val 4159642"/>
                <a:gd name="f633" fmla="val 2068782"/>
                <a:gd name="f634" fmla="val 4143119"/>
                <a:gd name="f635" fmla="val 4123842"/>
                <a:gd name="f636" fmla="val 2074290"/>
                <a:gd name="f637" fmla="val 4107319"/>
                <a:gd name="f638" fmla="val 4088042"/>
                <a:gd name="f639" fmla="val 2088061"/>
                <a:gd name="f640" fmla="val 2093569"/>
                <a:gd name="f641" fmla="val 4038473"/>
                <a:gd name="f642" fmla="val 4013689"/>
                <a:gd name="f643" fmla="val 3991659"/>
                <a:gd name="f644" fmla="val 3966874"/>
                <a:gd name="f645" fmla="val 2066029"/>
                <a:gd name="f646" fmla="val 3925567"/>
                <a:gd name="f647" fmla="val 2052258"/>
                <a:gd name="f648" fmla="val 3914552"/>
                <a:gd name="f649" fmla="val 2041242"/>
                <a:gd name="f650" fmla="val 3903537"/>
                <a:gd name="f651" fmla="val 2035733"/>
                <a:gd name="f652" fmla="val 3895275"/>
                <a:gd name="f653" fmla="val 2032980"/>
                <a:gd name="f654" fmla="val 3900783"/>
                <a:gd name="f655" fmla="val 2027472"/>
                <a:gd name="f656" fmla="val 3906290"/>
                <a:gd name="f657" fmla="val 2010947"/>
                <a:gd name="f658" fmla="val 2005439"/>
                <a:gd name="f659" fmla="val 3884260"/>
                <a:gd name="f660" fmla="val 1988915"/>
                <a:gd name="f661" fmla="val 3870491"/>
                <a:gd name="f662" fmla="val 1983406"/>
                <a:gd name="f663" fmla="val 1980652"/>
                <a:gd name="f664" fmla="val 1977898"/>
                <a:gd name="f665" fmla="val 1972390"/>
                <a:gd name="f666" fmla="val 3851214"/>
                <a:gd name="f667" fmla="val 1961374"/>
                <a:gd name="f668" fmla="val 1953111"/>
                <a:gd name="f669" fmla="val 1944849"/>
                <a:gd name="f670" fmla="val 1933832"/>
                <a:gd name="f671" fmla="val 1920062"/>
                <a:gd name="f672" fmla="val 3845707"/>
                <a:gd name="f673" fmla="val 1922816"/>
                <a:gd name="f674" fmla="val 1925571"/>
                <a:gd name="f675" fmla="val 3818168"/>
                <a:gd name="f676" fmla="val 3812661"/>
                <a:gd name="f677" fmla="val 1947603"/>
                <a:gd name="f678" fmla="val 3809907"/>
                <a:gd name="f679" fmla="val 1950358"/>
                <a:gd name="f680" fmla="val 1958619"/>
                <a:gd name="f681" fmla="val 3801645"/>
                <a:gd name="f682" fmla="val 3785122"/>
                <a:gd name="f683" fmla="val 1955866"/>
                <a:gd name="f684" fmla="val 3749323"/>
                <a:gd name="f685" fmla="val 3735554"/>
                <a:gd name="f686" fmla="val 3727292"/>
                <a:gd name="f687" fmla="val 1939341"/>
                <a:gd name="f688" fmla="val 3719031"/>
                <a:gd name="f689" fmla="val 1928324"/>
                <a:gd name="f690" fmla="val 3710769"/>
                <a:gd name="f691" fmla="val 1889767"/>
                <a:gd name="f692" fmla="val 3685985"/>
                <a:gd name="f693" fmla="val 3655693"/>
                <a:gd name="f694" fmla="val 1815408"/>
                <a:gd name="f695" fmla="val 3630909"/>
                <a:gd name="f696" fmla="val 3606124"/>
                <a:gd name="f697" fmla="val 1699736"/>
                <a:gd name="f698" fmla="val 1674949"/>
                <a:gd name="f699" fmla="val 1650163"/>
                <a:gd name="f700" fmla="val 3551048"/>
                <a:gd name="f701" fmla="val 1625376"/>
                <a:gd name="f702" fmla="val 1608851"/>
                <a:gd name="f703" fmla="val 3534525"/>
                <a:gd name="f704" fmla="val 1575802"/>
                <a:gd name="f705" fmla="val 3509741"/>
                <a:gd name="f706" fmla="val 1528983"/>
                <a:gd name="f707" fmla="val 3498725"/>
                <a:gd name="f708" fmla="val 3482203"/>
                <a:gd name="f709" fmla="val 1465639"/>
                <a:gd name="f710" fmla="val 3471187"/>
                <a:gd name="f711" fmla="val 1457377"/>
                <a:gd name="f712" fmla="val 3465680"/>
                <a:gd name="f713" fmla="val 3462925"/>
                <a:gd name="f714" fmla="val 1438099"/>
                <a:gd name="f715" fmla="val 3479448"/>
                <a:gd name="f716" fmla="val 1416066"/>
                <a:gd name="f717" fmla="val 1405049"/>
                <a:gd name="f718" fmla="val 3460172"/>
                <a:gd name="f719" fmla="val 3438141"/>
                <a:gd name="f720" fmla="val 1242558"/>
                <a:gd name="f721" fmla="val 3418865"/>
                <a:gd name="f722" fmla="val 1228788"/>
                <a:gd name="f723" fmla="val 3413357"/>
                <a:gd name="f724" fmla="val 1212264"/>
                <a:gd name="f725" fmla="val 1192985"/>
                <a:gd name="f726" fmla="val 3399588"/>
                <a:gd name="f727" fmla="val 1176461"/>
                <a:gd name="f728" fmla="val 3385819"/>
                <a:gd name="f729" fmla="val 3383065"/>
                <a:gd name="f730" fmla="val 1132395"/>
                <a:gd name="f731" fmla="val 3361035"/>
                <a:gd name="f732" fmla="val 3355527"/>
                <a:gd name="f733" fmla="val 3336250"/>
                <a:gd name="f734" fmla="val 3292189"/>
                <a:gd name="f735" fmla="val 1047019"/>
                <a:gd name="f736" fmla="val 3264651"/>
                <a:gd name="f737" fmla="val 3212329"/>
                <a:gd name="f738" fmla="val 3201313"/>
                <a:gd name="f739" fmla="val 3190298"/>
                <a:gd name="f740" fmla="val 3179283"/>
                <a:gd name="f741" fmla="val 3115945"/>
                <a:gd name="f742" fmla="val 956134"/>
                <a:gd name="f743" fmla="val 3085653"/>
                <a:gd name="f744" fmla="val 936856"/>
                <a:gd name="f745" fmla="val 3041592"/>
                <a:gd name="f746" fmla="val 917577"/>
                <a:gd name="f747" fmla="val 887282"/>
                <a:gd name="f748" fmla="val 2958977"/>
                <a:gd name="f749" fmla="val 856988"/>
                <a:gd name="f750" fmla="val 2989269"/>
                <a:gd name="f751" fmla="val 834955"/>
                <a:gd name="f752" fmla="val 3025069"/>
                <a:gd name="f753" fmla="val 3058115"/>
                <a:gd name="f754" fmla="val 796398"/>
                <a:gd name="f755" fmla="val 3077391"/>
                <a:gd name="f756" fmla="val 782627"/>
                <a:gd name="f757" fmla="val 3096668"/>
                <a:gd name="f758" fmla="val 771611"/>
                <a:gd name="f759" fmla="val 766103"/>
                <a:gd name="f760" fmla="val 3137975"/>
                <a:gd name="f761" fmla="val 755086"/>
                <a:gd name="f762" fmla="val 3176529"/>
                <a:gd name="f763" fmla="val 749578"/>
                <a:gd name="f764" fmla="val 752332"/>
                <a:gd name="f765" fmla="val 3226097"/>
                <a:gd name="f766" fmla="val 746824"/>
                <a:gd name="f767" fmla="val 3270159"/>
                <a:gd name="f768" fmla="val 757840"/>
                <a:gd name="f769" fmla="val 3283928"/>
                <a:gd name="f770" fmla="val 3300450"/>
                <a:gd name="f771" fmla="val 3316973"/>
                <a:gd name="f772" fmla="val 3333496"/>
                <a:gd name="f773" fmla="val 763349"/>
                <a:gd name="f774" fmla="val 3352773"/>
                <a:gd name="f775" fmla="val 3427126"/>
                <a:gd name="f776" fmla="val 3487710"/>
                <a:gd name="f777" fmla="val 3545540"/>
                <a:gd name="f778" fmla="val 3570324"/>
                <a:gd name="f779" fmla="val 3589601"/>
                <a:gd name="f780" fmla="val 3611632"/>
                <a:gd name="f781" fmla="val 738562"/>
                <a:gd name="f782" fmla="val 724791"/>
                <a:gd name="f783" fmla="val 3699754"/>
                <a:gd name="f784" fmla="val 708267"/>
                <a:gd name="f785" fmla="val 3743815"/>
                <a:gd name="f786" fmla="val 694497"/>
                <a:gd name="f787" fmla="val 3776861"/>
                <a:gd name="f788" fmla="val 680726"/>
                <a:gd name="f789" fmla="val 669710"/>
                <a:gd name="f790" fmla="val 655940"/>
                <a:gd name="f791" fmla="val 633907"/>
                <a:gd name="f792" fmla="val 3928321"/>
                <a:gd name="f793" fmla="val 628399"/>
                <a:gd name="f794" fmla="val 609120"/>
                <a:gd name="f795" fmla="val 3994413"/>
                <a:gd name="f796" fmla="val 620137"/>
                <a:gd name="f797" fmla="val 600858"/>
                <a:gd name="f798" fmla="val 4049489"/>
                <a:gd name="f799" fmla="val 598104"/>
                <a:gd name="f800" fmla="val 4052243"/>
                <a:gd name="f801" fmla="val 4060504"/>
                <a:gd name="f802" fmla="val 4063258"/>
                <a:gd name="f803" fmla="val 611874"/>
                <a:gd name="f804" fmla="val 4074273"/>
                <a:gd name="f805" fmla="val 4085289"/>
                <a:gd name="f806" fmla="val 4099058"/>
                <a:gd name="f807" fmla="val 4101812"/>
                <a:gd name="f808" fmla="val 603612"/>
                <a:gd name="f809" fmla="val 617382"/>
                <a:gd name="f810" fmla="val 4110073"/>
                <a:gd name="f811" fmla="val 614628"/>
                <a:gd name="f812" fmla="val 4126596"/>
                <a:gd name="f813" fmla="val 621890"/>
                <a:gd name="f814" fmla="val 4136854"/>
                <a:gd name="f815" fmla="val 624225"/>
                <a:gd name="f816" fmla="val 4136808"/>
                <a:gd name="f817" fmla="val 633278"/>
                <a:gd name="f818" fmla="val 4152109"/>
                <a:gd name="f819" fmla="val 640275"/>
                <a:gd name="f820" fmla="val 4173001"/>
                <a:gd name="f821" fmla="val 645535"/>
                <a:gd name="f822" fmla="val 4197380"/>
                <a:gd name="f823" fmla="val 660366"/>
                <a:gd name="f824" fmla="val 4215649"/>
                <a:gd name="f825" fmla="val 664726"/>
                <a:gd name="f826" fmla="val 4219997"/>
                <a:gd name="f827" fmla="val 667350"/>
                <a:gd name="f828" fmla="val 4227831"/>
                <a:gd name="f829" fmla="val 664739"/>
                <a:gd name="f830" fmla="val 4228706"/>
                <a:gd name="f831" fmla="val 659529"/>
                <a:gd name="f832" fmla="val 4239163"/>
                <a:gd name="f833" fmla="val 663890"/>
                <a:gd name="f834" fmla="val 4243512"/>
                <a:gd name="f835" fmla="val 671735"/>
                <a:gd name="f836" fmla="val 4249597"/>
                <a:gd name="f837" fmla="val 675222"/>
                <a:gd name="f838" fmla="val 4251335"/>
                <a:gd name="f839" fmla="val 673484"/>
                <a:gd name="f840" fmla="val 4254820"/>
                <a:gd name="f841" fmla="val 676971"/>
                <a:gd name="f842" fmla="val 4256558"/>
                <a:gd name="f843" fmla="val 683081"/>
                <a:gd name="f844" fmla="val 4266129"/>
                <a:gd name="f845" fmla="val 670037"/>
                <a:gd name="f846" fmla="val 4279212"/>
                <a:gd name="f847" fmla="val 678758"/>
                <a:gd name="f848" fmla="val 4287908"/>
                <a:gd name="f849" fmla="val 689215"/>
                <a:gd name="f850" fmla="val 4293119"/>
                <a:gd name="f851" fmla="val 692714"/>
                <a:gd name="f852" fmla="val 4303565"/>
                <a:gd name="f853" fmla="val 693601"/>
                <a:gd name="f854" fmla="val 4314885"/>
                <a:gd name="f855" fmla="val 697974"/>
                <a:gd name="f856" fmla="val 4327943"/>
                <a:gd name="f857" fmla="val 690178"/>
                <a:gd name="f858" fmla="val 4356694"/>
                <a:gd name="f859" fmla="val 677996"/>
                <a:gd name="f860" fmla="val 4363678"/>
                <a:gd name="f861" fmla="val 673648"/>
                <a:gd name="f862" fmla="val 4368039"/>
                <a:gd name="f863" fmla="val 668426"/>
                <a:gd name="f864" fmla="val 4369788"/>
                <a:gd name="f865" fmla="val 661454"/>
                <a:gd name="f866" fmla="val 4366314"/>
                <a:gd name="f867" fmla="val 657093"/>
                <a:gd name="f868" fmla="val 4361965"/>
                <a:gd name="f869" fmla="val 651871"/>
                <a:gd name="f870" fmla="val 4363714"/>
                <a:gd name="f871" fmla="val 651009"/>
                <a:gd name="f872" fmla="val 4369812"/>
                <a:gd name="f873" fmla="val 647548"/>
                <a:gd name="f874" fmla="val 4385493"/>
                <a:gd name="f875" fmla="val 633618"/>
                <a:gd name="f876" fmla="val 4387254"/>
                <a:gd name="f877" fmla="val 620561"/>
                <a:gd name="f878" fmla="val 4391627"/>
                <a:gd name="f879" fmla="val 599671"/>
                <a:gd name="f880" fmla="val 4398623"/>
                <a:gd name="f881" fmla="val 577906"/>
                <a:gd name="f882" fmla="val 4403008"/>
                <a:gd name="f883" fmla="val 555280"/>
                <a:gd name="f884" fmla="val 4413490"/>
                <a:gd name="f885" fmla="val 537001"/>
                <a:gd name="f886" fmla="val 4419612"/>
                <a:gd name="f887" fmla="val 515224"/>
                <a:gd name="f888" fmla="val 4415288"/>
                <a:gd name="f889" fmla="val 495208"/>
                <a:gd name="f890" fmla="val 4424896"/>
                <a:gd name="f891" fmla="val 484763"/>
                <a:gd name="f892" fmla="val 4428394"/>
                <a:gd name="f893" fmla="val 470819"/>
                <a:gd name="f894" fmla="val 4421446"/>
                <a:gd name="f895" fmla="val 458625"/>
                <a:gd name="f896" fmla="val 4419722"/>
                <a:gd name="f897" fmla="val 451654"/>
                <a:gd name="f898" fmla="val 4416247"/>
                <a:gd name="f899" fmla="val 445556"/>
                <a:gd name="f900" fmla="val 4415384"/>
                <a:gd name="f901" fmla="val 436848"/>
                <a:gd name="f902" fmla="val 4415396"/>
                <a:gd name="f903" fmla="val 423779"/>
                <a:gd name="f904" fmla="val 4411060"/>
                <a:gd name="f905" fmla="val 407224"/>
                <a:gd name="f906" fmla="val 4404986"/>
                <a:gd name="f907" fmla="val 396792"/>
                <a:gd name="f908" fmla="val 4417194"/>
                <a:gd name="f909" fmla="val 388971"/>
                <a:gd name="f910" fmla="val 4428527"/>
                <a:gd name="f911" fmla="val 369804"/>
                <a:gd name="f912" fmla="val 4423327"/>
                <a:gd name="f913" fmla="val 369829"/>
                <a:gd name="f914" fmla="val 4440746"/>
                <a:gd name="f915" fmla="val 368093"/>
                <a:gd name="f916" fmla="val 4444232"/>
                <a:gd name="f917" fmla="val 366357"/>
                <a:gd name="f918" fmla="val 4447718"/>
                <a:gd name="f919" fmla="val 363744"/>
                <a:gd name="f920" fmla="val 4448593"/>
                <a:gd name="f921" fmla="val 340243"/>
                <a:gd name="f922" fmla="val 4456463"/>
                <a:gd name="f923" fmla="val 320240"/>
                <a:gd name="f924" fmla="val 4474780"/>
                <a:gd name="f925" fmla="val 294989"/>
                <a:gd name="f926" fmla="val 4477428"/>
                <a:gd name="f927" fmla="val 289767"/>
                <a:gd name="f928" fmla="val 4479177"/>
                <a:gd name="f929" fmla="val 285420"/>
                <a:gd name="f930" fmla="val 4483538"/>
                <a:gd name="f931" fmla="val 284545"/>
                <a:gd name="f932" fmla="val 4480926"/>
                <a:gd name="f933" fmla="val 270589"/>
                <a:gd name="f934" fmla="val 4465269"/>
                <a:gd name="f935" fmla="val 260169"/>
                <a:gd name="f936" fmla="val 4486186"/>
                <a:gd name="f937" fmla="val 248849"/>
                <a:gd name="f938" fmla="val 4487072"/>
                <a:gd name="f939" fmla="val 225335"/>
                <a:gd name="f940" fmla="val 4486234"/>
                <a:gd name="f941" fmla="val 207068"/>
                <a:gd name="f942" fmla="val 4501065"/>
                <a:gd name="f943" fmla="val 183542"/>
                <a:gd name="f944" fmla="val 4491518"/>
                <a:gd name="f945" fmla="val 173085"/>
                <a:gd name="f946" fmla="val 4486307"/>
                <a:gd name="f947" fmla="val 157418"/>
                <a:gd name="f948" fmla="val 4491554"/>
                <a:gd name="f949" fmla="val 146097"/>
                <a:gd name="f950" fmla="val 4492440"/>
                <a:gd name="f951" fmla="val 135652"/>
                <a:gd name="f952" fmla="val 4495938"/>
                <a:gd name="f953" fmla="val 123458"/>
                <a:gd name="f954" fmla="val 4494213"/>
                <a:gd name="f955" fmla="val 113875"/>
                <a:gd name="f956" fmla="val 4491614"/>
                <a:gd name="f957" fmla="val 104292"/>
                <a:gd name="f958" fmla="val 4489015"/>
                <a:gd name="f959" fmla="val 94710"/>
                <a:gd name="f960" fmla="val 4486415"/>
                <a:gd name="f961" fmla="val 82515"/>
                <a:gd name="f962" fmla="val 4484691"/>
                <a:gd name="f963" fmla="val 58126"/>
                <a:gd name="f964" fmla="val 4481240"/>
                <a:gd name="f965" fmla="val 40684"/>
                <a:gd name="f966" fmla="val 4463847"/>
                <a:gd name="f967" fmla="val 21505"/>
                <a:gd name="f968" fmla="val 4449939"/>
                <a:gd name="f969" fmla="val 10173"/>
                <a:gd name="f970" fmla="val 4442115"/>
                <a:gd name="f971" fmla="val 4926"/>
                <a:gd name="f972" fmla="val 4426447"/>
                <a:gd name="f973" fmla="val 3164"/>
                <a:gd name="f974" fmla="val 4412515"/>
                <a:gd name="f975" fmla="val -2097"/>
                <a:gd name="f976" fmla="val 4388137"/>
                <a:gd name="f977" fmla="val -2134"/>
                <a:gd name="f978" fmla="val 4362010"/>
                <a:gd name="f979" fmla="val 13508"/>
                <a:gd name="f980" fmla="val 4339344"/>
                <a:gd name="f981" fmla="val 25677"/>
                <a:gd name="f982" fmla="val 4323650"/>
                <a:gd name="f983" fmla="val 43956"/>
                <a:gd name="f984" fmla="val 4317529"/>
                <a:gd name="f985" fmla="val 61373"/>
                <a:gd name="f986" fmla="val 4317504"/>
                <a:gd name="f987" fmla="val 81401"/>
                <a:gd name="f988" fmla="val 4316606"/>
                <a:gd name="f989" fmla="val 99693"/>
                <a:gd name="f990" fmla="val 4319193"/>
                <a:gd name="f991" fmla="val 117109"/>
                <a:gd name="f992" fmla="val 4319169"/>
                <a:gd name="f993" fmla="val 134526"/>
                <a:gd name="f994" fmla="val 4319145"/>
                <a:gd name="f995" fmla="val 144970"/>
                <a:gd name="f996" fmla="val 4315647"/>
                <a:gd name="f997" fmla="val 156278"/>
                <a:gd name="f998" fmla="val 4306051"/>
                <a:gd name="f999" fmla="val 172795"/>
                <a:gd name="f1000" fmla="val 4285998"/>
                <a:gd name="f1001" fmla="val 193673"/>
                <a:gd name="f1002" fmla="val 4270292"/>
                <a:gd name="f1003" fmla="val 215425"/>
                <a:gd name="f1004" fmla="val 4257199"/>
                <a:gd name="f1005" fmla="val 229343"/>
                <a:gd name="f1006" fmla="val 4246728"/>
                <a:gd name="f1007" fmla="val 237164"/>
                <a:gd name="f1008" fmla="val 4235395"/>
                <a:gd name="f1009" fmla="val 244111"/>
                <a:gd name="f1010" fmla="val 4221452"/>
                <a:gd name="f1011" fmla="val 250196"/>
                <a:gd name="f1012" fmla="val 4213604"/>
                <a:gd name="f1013" fmla="val 244098"/>
                <a:gd name="f1014" fmla="val 4212743"/>
                <a:gd name="f1015" fmla="val 239738"/>
                <a:gd name="f1016" fmla="val 4208394"/>
                <a:gd name="f1017" fmla="val 239571"/>
                <a:gd name="f1018" fmla="val 4207895"/>
                <a:gd name="f1019" fmla="val 234316"/>
                <a:gd name="f1020" fmla="val 235943"/>
                <a:gd name="f1021" fmla="val 4206113"/>
                <a:gd name="f1022" fmla="val 236309"/>
                <a:gd name="f1023" fmla="val 4198155"/>
                <a:gd name="f1024" fmla="val 235912"/>
                <a:gd name="f1025" fmla="val 4196968"/>
                <a:gd name="f1026" fmla="val 236424"/>
                <a:gd name="f1027" fmla="val 4195639"/>
                <a:gd name="f1028" fmla="val 237319"/>
                <a:gd name="f1029" fmla="val 4176164"/>
                <a:gd name="f1030" fmla="val 234566"/>
                <a:gd name="f1031" fmla="val 4167903"/>
                <a:gd name="f1032" fmla="val 231811"/>
                <a:gd name="f1033" fmla="val 223549"/>
                <a:gd name="f1034" fmla="val 207024"/>
                <a:gd name="f1035" fmla="val 4165149"/>
                <a:gd name="f1036" fmla="val 212532"/>
                <a:gd name="f1037" fmla="val 4145872"/>
                <a:gd name="f1038" fmla="val 220795"/>
                <a:gd name="f1039" fmla="val 4115581"/>
                <a:gd name="f1040" fmla="val 251090"/>
                <a:gd name="f1041" fmla="val 262106"/>
                <a:gd name="f1042" fmla="val 264860"/>
                <a:gd name="f1043" fmla="val 259352"/>
                <a:gd name="f1044" fmla="val 270368"/>
                <a:gd name="f1045" fmla="val 278631"/>
                <a:gd name="f1046" fmla="val 4068766"/>
                <a:gd name="f1047" fmla="val 284139"/>
                <a:gd name="f1048" fmla="val 286893"/>
                <a:gd name="f1049" fmla="val 4066012"/>
                <a:gd name="f1050" fmla="val 292401"/>
                <a:gd name="f1051" fmla="val 295155"/>
                <a:gd name="f1052" fmla="val 4077027"/>
                <a:gd name="f1053" fmla="val 300663"/>
                <a:gd name="f1054" fmla="val 306172"/>
                <a:gd name="f1055" fmla="val 322696"/>
                <a:gd name="f1056" fmla="val 4079781"/>
                <a:gd name="f1057" fmla="val 336466"/>
                <a:gd name="f1058" fmla="val 352990"/>
                <a:gd name="f1059" fmla="val 369516"/>
                <a:gd name="f1060" fmla="val 377777"/>
                <a:gd name="f1061" fmla="val 386040"/>
                <a:gd name="f1062" fmla="val 405318"/>
                <a:gd name="f1063" fmla="val 413581"/>
                <a:gd name="f1064" fmla="val 424597"/>
                <a:gd name="f1065" fmla="val 430105"/>
                <a:gd name="f1066" fmla="val 3950352"/>
                <a:gd name="f1067" fmla="val 432859"/>
                <a:gd name="f1068" fmla="val 435613"/>
                <a:gd name="f1069" fmla="val 3920060"/>
                <a:gd name="f1070" fmla="val 441122"/>
                <a:gd name="f1071" fmla="val 443875"/>
                <a:gd name="f1072" fmla="val 3889767"/>
                <a:gd name="f1073" fmla="val 446630"/>
                <a:gd name="f1074" fmla="val 3873244"/>
                <a:gd name="f1075" fmla="val 452138"/>
                <a:gd name="f1076" fmla="val 3834691"/>
                <a:gd name="f1077" fmla="val 454892"/>
                <a:gd name="f1078" fmla="val 3798891"/>
                <a:gd name="f1079" fmla="val 460400"/>
                <a:gd name="f1080" fmla="val 3760338"/>
                <a:gd name="f1081" fmla="val 465908"/>
                <a:gd name="f1082" fmla="val 3697000"/>
                <a:gd name="f1083" fmla="val 3666708"/>
                <a:gd name="f1084" fmla="val 471416"/>
                <a:gd name="f1085" fmla="val 3633662"/>
                <a:gd name="f1086" fmla="val 468662"/>
                <a:gd name="f1087" fmla="val 474170"/>
                <a:gd name="f1088" fmla="val 479679"/>
                <a:gd name="f1089" fmla="val 3484957"/>
                <a:gd name="f1090" fmla="val 487940"/>
                <a:gd name="f1091" fmla="val 3451911"/>
                <a:gd name="f1092" fmla="val 485187"/>
                <a:gd name="f1093" fmla="val 3377558"/>
                <a:gd name="f1094" fmla="val 3374804"/>
                <a:gd name="f1095" fmla="val 490695"/>
                <a:gd name="f1096" fmla="val 496203"/>
                <a:gd name="f1097" fmla="val 3339004"/>
                <a:gd name="f1098" fmla="val 476924"/>
                <a:gd name="f1099" fmla="val 457646"/>
                <a:gd name="f1100" fmla="val 3330742"/>
                <a:gd name="f1101" fmla="val 3303205"/>
                <a:gd name="f1102" fmla="val 3286682"/>
                <a:gd name="f1103" fmla="val 3242620"/>
                <a:gd name="f1104" fmla="val 449383"/>
                <a:gd name="f1105" fmla="val 3184790"/>
                <a:gd name="f1106" fmla="val 3165513"/>
                <a:gd name="f1107" fmla="val 438367"/>
                <a:gd name="f1108" fmla="val 3140729"/>
                <a:gd name="f1109" fmla="val 3129714"/>
                <a:gd name="f1110" fmla="val 427351"/>
                <a:gd name="f1111" fmla="val 3110437"/>
                <a:gd name="f1112" fmla="val 421843"/>
                <a:gd name="f1113" fmla="val 3082899"/>
                <a:gd name="f1114" fmla="val 3033330"/>
                <a:gd name="f1115" fmla="val 2986515"/>
                <a:gd name="f1116" fmla="val 2936946"/>
                <a:gd name="f1117" fmla="val 2890132"/>
                <a:gd name="f1118" fmla="val 526498"/>
                <a:gd name="f1119" fmla="val 559547"/>
                <a:gd name="f1120" fmla="val 2738671"/>
                <a:gd name="f1121" fmla="val 2669826"/>
                <a:gd name="f1122" fmla="val 636661"/>
                <a:gd name="f1123" fmla="val 2600981"/>
                <a:gd name="f1124" fmla="val 2529382"/>
                <a:gd name="f1125" fmla="val 705513"/>
                <a:gd name="f1126" fmla="val 2455028"/>
                <a:gd name="f1127" fmla="val 2449521"/>
                <a:gd name="f1128" fmla="val 713775"/>
                <a:gd name="f1129" fmla="val 2441260"/>
                <a:gd name="f1130" fmla="val 719283"/>
                <a:gd name="f1131" fmla="val 2427490"/>
                <a:gd name="f1132" fmla="val 2416475"/>
                <a:gd name="f1133" fmla="val 727546"/>
                <a:gd name="f1134" fmla="val 2413721"/>
                <a:gd name="f1135" fmla="val 2399952"/>
                <a:gd name="f1136" fmla="val 2394444"/>
                <a:gd name="f1137" fmla="val 716529"/>
                <a:gd name="f1138" fmla="val 2383429"/>
                <a:gd name="f1139" fmla="val 2375168"/>
                <a:gd name="f1140" fmla="val 733054"/>
                <a:gd name="f1141" fmla="val 2355891"/>
                <a:gd name="f1142" fmla="val 735808"/>
                <a:gd name="f1143" fmla="val 2331107"/>
                <a:gd name="f1144" fmla="val 741316"/>
                <a:gd name="f1145" fmla="val 2306322"/>
                <a:gd name="f1146" fmla="val 2276030"/>
                <a:gd name="f1147" fmla="val 2242985"/>
                <a:gd name="f1148" fmla="val 2207185"/>
                <a:gd name="f1149" fmla="val 2163124"/>
                <a:gd name="f1150" fmla="val 2119063"/>
                <a:gd name="f1151" fmla="val 2072248"/>
                <a:gd name="f1152" fmla="val 2041955"/>
                <a:gd name="f1153" fmla="val 2025433"/>
                <a:gd name="f1154" fmla="val 2008910"/>
                <a:gd name="f1155" fmla="val 1989634"/>
                <a:gd name="f1156" fmla="val 1975864"/>
                <a:gd name="f1157" fmla="val 1937311"/>
                <a:gd name="f1158" fmla="val 1918034"/>
                <a:gd name="f1159" fmla="val 1898758"/>
                <a:gd name="f1160" fmla="val 1884988"/>
                <a:gd name="f1161" fmla="val 1868465"/>
                <a:gd name="f1162" fmla="val 744070"/>
                <a:gd name="f1163" fmla="val 1854696"/>
                <a:gd name="f1164" fmla="val 1835419"/>
                <a:gd name="f1165" fmla="val 1821650"/>
                <a:gd name="f1166" fmla="val 730299"/>
                <a:gd name="f1167" fmla="val 1799620"/>
                <a:gd name="f1168" fmla="val 1777589"/>
                <a:gd name="f1169" fmla="val 1755559"/>
                <a:gd name="f1170" fmla="val 1725267"/>
                <a:gd name="f1171" fmla="val 1694975"/>
                <a:gd name="f1172" fmla="val 683481"/>
                <a:gd name="f1173" fmla="val 1670190"/>
                <a:gd name="f1174" fmla="val 677972"/>
                <a:gd name="f1175" fmla="val 1664683"/>
                <a:gd name="f1176" fmla="val 672464"/>
                <a:gd name="f1177" fmla="val 1656421"/>
                <a:gd name="f1178" fmla="val 664202"/>
                <a:gd name="f1179" fmla="val 1650914"/>
                <a:gd name="f1180" fmla="val 1642652"/>
                <a:gd name="f1181" fmla="val 653185"/>
                <a:gd name="f1182" fmla="val 1634391"/>
                <a:gd name="f1183" fmla="val 1620622"/>
                <a:gd name="f1184" fmla="val 1609607"/>
                <a:gd name="f1185" fmla="val 639415"/>
                <a:gd name="f1186" fmla="val 625645"/>
                <a:gd name="f1187" fmla="val 1604098"/>
                <a:gd name="f1188" fmla="val 606366"/>
                <a:gd name="f1189" fmla="val 1598591"/>
                <a:gd name="f1190" fmla="val 595350"/>
                <a:gd name="f1191" fmla="val 581580"/>
                <a:gd name="f1192" fmla="val 1590329"/>
                <a:gd name="f1193" fmla="val 578825"/>
                <a:gd name="f1194" fmla="val 576071"/>
                <a:gd name="f1195" fmla="val 573317"/>
                <a:gd name="f1196" fmla="val 1568299"/>
                <a:gd name="f1197" fmla="val 551284"/>
                <a:gd name="f1198" fmla="val 540268"/>
                <a:gd name="f1199" fmla="val 1560038"/>
                <a:gd name="f1200" fmla="val 515482"/>
                <a:gd name="f1201" fmla="val 1535253"/>
                <a:gd name="f1202" fmla="val 1518731"/>
                <a:gd name="f1203" fmla="val 1491192"/>
                <a:gd name="f1204" fmla="val 1474669"/>
                <a:gd name="f1205" fmla="val 1438870"/>
                <a:gd name="f1206" fmla="val 419089"/>
                <a:gd name="f1207" fmla="val 1419593"/>
                <a:gd name="f1208" fmla="val 397056"/>
                <a:gd name="f1209" fmla="val 388794"/>
                <a:gd name="f1210" fmla="val 380532"/>
                <a:gd name="f1211" fmla="val 375024"/>
                <a:gd name="f1212" fmla="val 1356255"/>
                <a:gd name="f1213" fmla="val 355745"/>
                <a:gd name="f1214" fmla="val 1347994"/>
                <a:gd name="f1215" fmla="val 317188"/>
                <a:gd name="f1216" fmla="val 1323210"/>
                <a:gd name="f1217" fmla="val 1309440"/>
                <a:gd name="f1218" fmla="val 281385"/>
                <a:gd name="f1219" fmla="val 1295671"/>
                <a:gd name="f1220" fmla="val 1290164"/>
                <a:gd name="f1221" fmla="val 273123"/>
                <a:gd name="f1222" fmla="val 1287410"/>
                <a:gd name="f1223" fmla="val 1279148"/>
                <a:gd name="f1224" fmla="val 267615"/>
                <a:gd name="f1225" fmla="val 275876"/>
                <a:gd name="f1226" fmla="val 1248857"/>
                <a:gd name="f1227" fmla="val 1235087"/>
                <a:gd name="f1228" fmla="val 1224072"/>
                <a:gd name="f1229" fmla="val 1149719"/>
                <a:gd name="f1230" fmla="val 311680"/>
                <a:gd name="f1231" fmla="val 1119427"/>
                <a:gd name="f1232" fmla="val 308925"/>
                <a:gd name="f1233" fmla="val 1105658"/>
                <a:gd name="f1234" fmla="val 325450"/>
                <a:gd name="f1235" fmla="val 1089135"/>
                <a:gd name="f1236" fmla="val 1075366"/>
                <a:gd name="f1237" fmla="val 341974"/>
                <a:gd name="f1238" fmla="val 1064350"/>
                <a:gd name="f1239" fmla="val 1069858"/>
                <a:gd name="f1240" fmla="val 372269"/>
                <a:gd name="f1241" fmla="val 1058843"/>
                <a:gd name="f1242" fmla="val 1039566"/>
                <a:gd name="f1243" fmla="val 394302"/>
                <a:gd name="f1244" fmla="val 399810"/>
                <a:gd name="f1245" fmla="val 1047827"/>
                <a:gd name="f1246" fmla="val 410826"/>
                <a:gd name="f1247" fmla="val 1078120"/>
                <a:gd name="f1248" fmla="val 1094643"/>
                <a:gd name="f1249" fmla="val 1124935"/>
                <a:gd name="f1250" fmla="val 463154"/>
                <a:gd name="f1251" fmla="val 1155226"/>
                <a:gd name="f1252" fmla="val 1276394"/>
                <a:gd name="f1253" fmla="val 1292917"/>
                <a:gd name="f1254" fmla="val 493449"/>
                <a:gd name="f1255" fmla="val 498957"/>
                <a:gd name="f1256" fmla="val 1284656"/>
                <a:gd name="f1257" fmla="val 1281902"/>
                <a:gd name="f1258" fmla="val 1226825"/>
                <a:gd name="f1259" fmla="val 509974"/>
                <a:gd name="f1260" fmla="val 1182765"/>
                <a:gd name="f1261" fmla="val 507219"/>
                <a:gd name="f1262" fmla="val 1135950"/>
                <a:gd name="f1263" fmla="val 518236"/>
                <a:gd name="f1264" fmla="val 512727"/>
                <a:gd name="f1265" fmla="val 1036812"/>
                <a:gd name="f1266" fmla="val 1017536"/>
                <a:gd name="f1267" fmla="val 504466"/>
                <a:gd name="f1268" fmla="val 998259"/>
                <a:gd name="f1269" fmla="val 976228"/>
                <a:gd name="f1270" fmla="val 956951"/>
                <a:gd name="f1271" fmla="val 940428"/>
                <a:gd name="f1272" fmla="val 921152"/>
                <a:gd name="f1273" fmla="val 882598"/>
                <a:gd name="f1274" fmla="val 866075"/>
                <a:gd name="f1275" fmla="val 520990"/>
                <a:gd name="f1276" fmla="val 844045"/>
                <a:gd name="f1277" fmla="val 816507"/>
                <a:gd name="f1278" fmla="val 537514"/>
                <a:gd name="f1279" fmla="val 799984"/>
                <a:gd name="f1280" fmla="val 797230"/>
                <a:gd name="f1281" fmla="val 791722"/>
                <a:gd name="f1282" fmla="val 788969"/>
                <a:gd name="f1283" fmla="val 783461"/>
                <a:gd name="f1284" fmla="val 777953"/>
                <a:gd name="f1285" fmla="val 775199"/>
                <a:gd name="f1286" fmla="val 545776"/>
                <a:gd name="f1287" fmla="val 766938"/>
                <a:gd name="f1288" fmla="val 562301"/>
                <a:gd name="f1289" fmla="val 761430"/>
                <a:gd name="f1290" fmla="val 753169"/>
                <a:gd name="f1291" fmla="val 556793"/>
                <a:gd name="f1292" fmla="val 744908"/>
                <a:gd name="f1293" fmla="val 554039"/>
                <a:gd name="f1294" fmla="val 733892"/>
                <a:gd name="f1295" fmla="val 725630"/>
                <a:gd name="f1296" fmla="val 717369"/>
                <a:gd name="f1297" fmla="val 706354"/>
                <a:gd name="f1298" fmla="val 698093"/>
                <a:gd name="f1299" fmla="val 684323"/>
                <a:gd name="f1300" fmla="val 670554"/>
                <a:gd name="f1301" fmla="val 567809"/>
                <a:gd name="f1302" fmla="val 659539"/>
                <a:gd name="f1303" fmla="val 570563"/>
                <a:gd name="f1304" fmla="val 656786"/>
                <a:gd name="f1305" fmla="val 651278"/>
                <a:gd name="f1306" fmla="val 643016"/>
                <a:gd name="f1307" fmla="val 640263"/>
                <a:gd name="f1308" fmla="val 592596"/>
                <a:gd name="f1309" fmla="val 629247"/>
                <a:gd name="f1310" fmla="val 589841"/>
                <a:gd name="f1311" fmla="val 607217"/>
                <a:gd name="f1312" fmla="val 584333"/>
                <a:gd name="f1313" fmla="val 598955"/>
                <a:gd name="f1314" fmla="val 590694"/>
                <a:gd name="f1315" fmla="val 585186"/>
                <a:gd name="f1316" fmla="val 579678"/>
                <a:gd name="f1317" fmla="val 565055"/>
                <a:gd name="f1318" fmla="val 568663"/>
                <a:gd name="f1319" fmla="val 563155"/>
                <a:gd name="f1320" fmla="val 549387"/>
                <a:gd name="f1321" fmla="val 546633"/>
                <a:gd name="f1322" fmla="val 535617"/>
                <a:gd name="f1323" fmla="val 532864"/>
                <a:gd name="f1324" fmla="val 524602"/>
                <a:gd name="f1325" fmla="val 499818"/>
                <a:gd name="f1326" fmla="val 548531"/>
                <a:gd name="f1327" fmla="val 486049"/>
                <a:gd name="f1328" fmla="val 543023"/>
                <a:gd name="f1329" fmla="val 480541"/>
                <a:gd name="f1330" fmla="val 529252"/>
                <a:gd name="f1331" fmla="val 475034"/>
                <a:gd name="f1332" fmla="val 461265"/>
                <a:gd name="f1333" fmla="val 447495"/>
                <a:gd name="f1334" fmla="val 417203"/>
                <a:gd name="f1335" fmla="val 406188"/>
                <a:gd name="f1336" fmla="val 392419"/>
                <a:gd name="f1337" fmla="val 523744"/>
                <a:gd name="f1338" fmla="val 375896"/>
                <a:gd name="f1339" fmla="val 342850"/>
                <a:gd name="f1340" fmla="val 323573"/>
                <a:gd name="f1341" fmla="val 304297"/>
                <a:gd name="f1342" fmla="val 290527"/>
                <a:gd name="f1343" fmla="val 235451"/>
                <a:gd name="f1344" fmla="val 210667"/>
                <a:gd name="f1345" fmla="val 191390"/>
                <a:gd name="f1346" fmla="val 161098"/>
                <a:gd name="f1347" fmla="val 141821"/>
                <a:gd name="f1348" fmla="val 128052"/>
                <a:gd name="f1349" fmla="val 111529"/>
                <a:gd name="f1350" fmla="val 97761"/>
                <a:gd name="f1351" fmla="val 647677"/>
                <a:gd name="f1352" fmla="val 700005"/>
                <a:gd name="f1353" fmla="val -1377"/>
                <a:gd name="f1354" fmla="+- 0 0 -90"/>
                <a:gd name="f1355" fmla="*/ f3 1 2322382"/>
                <a:gd name="f1356" fmla="*/ f4 1 4494734"/>
                <a:gd name="f1357" fmla="val f5"/>
                <a:gd name="f1358" fmla="val f6"/>
                <a:gd name="f1359" fmla="val f7"/>
                <a:gd name="f1360" fmla="*/ f1354 f0 1"/>
                <a:gd name="f1361" fmla="+- f1359 0 f1357"/>
                <a:gd name="f1362" fmla="+- f1358 0 f1357"/>
                <a:gd name="f1363" fmla="*/ f1360 1 f2"/>
                <a:gd name="f1364" fmla="*/ f1362 1 2322382"/>
                <a:gd name="f1365" fmla="*/ f1361 1 4494734"/>
                <a:gd name="f1366" fmla="*/ 202698 f1362 1"/>
                <a:gd name="f1367" fmla="*/ 1752488 f1361 1"/>
                <a:gd name="f1368" fmla="*/ 202894 f1362 1"/>
                <a:gd name="f1369" fmla="*/ 1753838 f1361 1"/>
                <a:gd name="f1370" fmla="*/ 1754255 f1361 1"/>
                <a:gd name="f1371" fmla="*/ 1327635 f1362 1"/>
                <a:gd name="f1372" fmla="*/ 1083664 f1361 1"/>
                <a:gd name="f1373" fmla="*/ 1308769 f1362 1"/>
                <a:gd name="f1374" fmla="*/ 1102572 f1361 1"/>
                <a:gd name="f1375" fmla="*/ 1295048 f1362 1"/>
                <a:gd name="f1376" fmla="*/ 1121823 f1361 1"/>
                <a:gd name="f1377" fmla="*/ 1281327 f1362 1"/>
                <a:gd name="f1378" fmla="*/ 1212579 f1361 1"/>
                <a:gd name="f1379" fmla="*/ 1289560 f1362 1"/>
                <a:gd name="f1380" fmla="*/ 1240081 f1361 1"/>
                <a:gd name="f1381" fmla="*/ 1314257 f1362 1"/>
                <a:gd name="f1382" fmla="*/ 1264832 f1361 1"/>
                <a:gd name="f1383" fmla="*/ 1344443 f1362 1"/>
                <a:gd name="f1384" fmla="*/ 1259332 f1361 1"/>
                <a:gd name="f1385" fmla="*/ 1435000 f1362 1"/>
                <a:gd name="f1386" fmla="*/ 1237331 f1361 1"/>
                <a:gd name="f1387" fmla="*/ 1503603 f1362 1"/>
                <a:gd name="f1388" fmla="*/ 1506347 f1362 1"/>
                <a:gd name="f1389" fmla="*/ 1198828 f1361 1"/>
                <a:gd name="f1390" fmla="*/ 1500859 f1362 1"/>
                <a:gd name="f1391" fmla="*/ 1190578 f1361 1"/>
                <a:gd name="f1392" fmla="*/ 1454209 f1362 1"/>
                <a:gd name="f1393" fmla="*/ 1157576 f1361 1"/>
                <a:gd name="f1394" fmla="*/ 1352675 f1362 1"/>
                <a:gd name="f1395" fmla="*/ 1091571 f1361 1"/>
                <a:gd name="f1396" fmla="*/ 752333 f1362 1"/>
                <a:gd name="f1397" fmla="*/ 0 f1361 1"/>
                <a:gd name="f1398" fmla="*/ 777119 f1362 1"/>
                <a:gd name="f1399" fmla="*/ 4130 f1361 1"/>
                <a:gd name="f1400" fmla="*/ 870758 f1362 1"/>
                <a:gd name="f1401" fmla="*/ 34423 f1361 1"/>
                <a:gd name="f1402" fmla="*/ 914823 f1362 1"/>
                <a:gd name="f1403" fmla="*/ 42684 f1361 1"/>
                <a:gd name="f1404" fmla="*/ 928593 f1362 1"/>
                <a:gd name="f1405" fmla="*/ 50945 f1361 1"/>
                <a:gd name="f1406" fmla="*/ 961642 f1362 1"/>
                <a:gd name="f1407" fmla="*/ 64715 f1361 1"/>
                <a:gd name="f1408" fmla="*/ 967150 f1362 1"/>
                <a:gd name="f1409" fmla="*/ 78484 f1361 1"/>
                <a:gd name="f1410" fmla="*/ 980921 f1362 1"/>
                <a:gd name="f1411" fmla="*/ 986429 f1362 1"/>
                <a:gd name="f1412" fmla="*/ 70222 f1361 1"/>
                <a:gd name="f1413" fmla="*/ 989183 f1362 1"/>
                <a:gd name="f1414" fmla="*/ 83991 f1361 1"/>
                <a:gd name="f1415" fmla="*/ 1011216 f1362 1"/>
                <a:gd name="f1416" fmla="*/ 75730 f1361 1"/>
                <a:gd name="f1417" fmla="*/ 1005707 f1362 1"/>
                <a:gd name="f1418" fmla="*/ 61961 f1361 1"/>
                <a:gd name="f1419" fmla="*/ 1002954 f1362 1"/>
                <a:gd name="f1420" fmla="*/ 45438 f1361 1"/>
                <a:gd name="f1421" fmla="*/ 994691 f1362 1"/>
                <a:gd name="f1422" fmla="*/ 28915 f1361 1"/>
                <a:gd name="f1423" fmla="*/ 1024986 f1362 1"/>
                <a:gd name="f1424" fmla="*/ 12392 f1361 1"/>
                <a:gd name="f1425" fmla="*/ 1041511 f1362 1"/>
                <a:gd name="f1426" fmla="*/ 17900 f1361 1"/>
                <a:gd name="f1427" fmla="*/ 1082822 f1362 1"/>
                <a:gd name="f1428" fmla="*/ 23407 f1361 1"/>
                <a:gd name="f1429" fmla="*/ 1099347 f1362 1"/>
                <a:gd name="f1430" fmla="*/ 1113117 f1362 1"/>
                <a:gd name="f1431" fmla="*/ 177621 f1361 1"/>
                <a:gd name="f1432" fmla="*/ 1102100 f1362 1"/>
                <a:gd name="f1433" fmla="*/ 224436 f1361 1"/>
                <a:gd name="f1434" fmla="*/ 1115871 f1362 1"/>
                <a:gd name="f1435" fmla="*/ 227190 f1361 1"/>
                <a:gd name="f1436" fmla="*/ 1135149 f1362 1"/>
                <a:gd name="f1437" fmla="*/ 243713 f1361 1"/>
                <a:gd name="f1438" fmla="*/ 1154428 f1362 1"/>
                <a:gd name="f1439" fmla="*/ 249220 f1361 1"/>
                <a:gd name="f1440" fmla="*/ 1140657 f1362 1"/>
                <a:gd name="f1441" fmla="*/ 271251 f1361 1"/>
                <a:gd name="f1442" fmla="*/ 1148920 f1362 1"/>
                <a:gd name="f1443" fmla="*/ 287774 f1361 1"/>
                <a:gd name="f1444" fmla="*/ 1151674 f1362 1"/>
                <a:gd name="f1445" fmla="*/ 298789 f1361 1"/>
                <a:gd name="f1446" fmla="*/ 359373 f1361 1"/>
                <a:gd name="f1447" fmla="*/ 1157182 f1362 1"/>
                <a:gd name="f1448" fmla="*/ 367635 f1361 1"/>
                <a:gd name="f1449" fmla="*/ 1143412 f1362 1"/>
                <a:gd name="f1450" fmla="*/ 1110363 f1362 1"/>
                <a:gd name="f1451" fmla="*/ 356619 f1361 1"/>
                <a:gd name="f1452" fmla="*/ 373142 f1361 1"/>
                <a:gd name="f1453" fmla="*/ 1107608 f1362 1"/>
                <a:gd name="f1454" fmla="*/ 400680 f1361 1"/>
                <a:gd name="f1455" fmla="*/ 1049773 f1362 1"/>
                <a:gd name="f1456" fmla="*/ 422711 f1361 1"/>
                <a:gd name="f1457" fmla="*/ 958889 f1362 1"/>
                <a:gd name="f1458" fmla="*/ 477787 f1361 1"/>
                <a:gd name="f1459" fmla="*/ 939610 f1362 1"/>
                <a:gd name="f1460" fmla="*/ 513587 f1361 1"/>
                <a:gd name="f1461" fmla="*/ 953380 f1362 1"/>
                <a:gd name="f1462" fmla="*/ 543879 f1361 1"/>
                <a:gd name="f1463" fmla="*/ 582433 f1361 1"/>
                <a:gd name="f1464" fmla="*/ 604463 f1361 1"/>
                <a:gd name="f1465" fmla="*/ 618232 f1361 1"/>
                <a:gd name="f1466" fmla="*/ 1058035 f1362 1"/>
                <a:gd name="f1467" fmla="*/ 634755 f1361 1"/>
                <a:gd name="f1468" fmla="*/ 654032 f1361 1"/>
                <a:gd name="f1469" fmla="*/ 665047 f1361 1"/>
                <a:gd name="f1470" fmla="*/ 1248067 f1362 1"/>
                <a:gd name="f1471" fmla="*/ 689832 f1361 1"/>
                <a:gd name="f1472" fmla="*/ 1372000 f1362 1"/>
                <a:gd name="f1473" fmla="*/ 764185 f1361 1"/>
                <a:gd name="f1474" fmla="*/ 1473901 f1362 1"/>
                <a:gd name="f1475" fmla="*/ 874337 f1361 1"/>
                <a:gd name="f1476" fmla="*/ 1548262 f1362 1"/>
                <a:gd name="f1477" fmla="*/ 954198 f1361 1"/>
                <a:gd name="f1478" fmla="*/ 1677703 f1362 1"/>
                <a:gd name="f1479" fmla="*/ 1050582 f1361 1"/>
                <a:gd name="f1480" fmla="*/ 1694228 f1362 1"/>
                <a:gd name="f1481" fmla="*/ 1067104 f1361 1"/>
                <a:gd name="f1482" fmla="*/ 1774096 f1362 1"/>
                <a:gd name="f1483" fmla="*/ 1180011 f1361 1"/>
                <a:gd name="f1484" fmla="*/ 1782358 f1362 1"/>
                <a:gd name="f1485" fmla="*/ 1193779 f1361 1"/>
                <a:gd name="f1486" fmla="*/ 1801637 f1362 1"/>
                <a:gd name="f1487" fmla="*/ 1254364 f1361 1"/>
                <a:gd name="f1488" fmla="*/ 1270887 f1361 1"/>
                <a:gd name="f1489" fmla="*/ 1749309 f1362 1"/>
                <a:gd name="f1490" fmla="*/ 1339733 f1361 1"/>
                <a:gd name="f1491" fmla="*/ 1683211 f1362 1"/>
                <a:gd name="f1492" fmla="*/ 1353501 f1361 1"/>
                <a:gd name="f1493" fmla="*/ 1614359 f1362 1"/>
                <a:gd name="f1494" fmla="*/ 1372778 f1361 1"/>
                <a:gd name="f1495" fmla="*/ 1570294 f1362 1"/>
                <a:gd name="f1496" fmla="*/ 1381040 f1361 1"/>
                <a:gd name="f1497" fmla="*/ 1498688 f1362 1"/>
                <a:gd name="f1498" fmla="*/ 1386547 f1361 1"/>
                <a:gd name="f1499" fmla="*/ 1468393 f1362 1"/>
                <a:gd name="f1500" fmla="*/ 1394809 f1361 1"/>
                <a:gd name="f1501" fmla="*/ 1440852 f1362 1"/>
                <a:gd name="f1502" fmla="*/ 1400316 f1361 1"/>
                <a:gd name="f1503" fmla="*/ 1432590 f1362 1"/>
                <a:gd name="f1504" fmla="*/ 1305902 f1362 1"/>
                <a:gd name="f1505" fmla="*/ 1405824 f1361 1"/>
                <a:gd name="f1506" fmla="*/ 1311411 f1362 1"/>
                <a:gd name="f1507" fmla="*/ 1477423 f1361 1"/>
                <a:gd name="f1508" fmla="*/ 1322427 f1362 1"/>
                <a:gd name="f1509" fmla="*/ 1526992 f1361 1"/>
                <a:gd name="f1510" fmla="*/ 1347214 f1362 1"/>
                <a:gd name="f1511" fmla="*/ 1617868 f1361 1"/>
                <a:gd name="f1512" fmla="*/ 1377508 f1362 1"/>
                <a:gd name="f1513" fmla="*/ 1711498 f1361 1"/>
                <a:gd name="f1514" fmla="*/ 1394033 f1362 1"/>
                <a:gd name="f1515" fmla="*/ 1758313 f1361 1"/>
                <a:gd name="f1516" fmla="*/ 1843681 f1361 1"/>
                <a:gd name="f1517" fmla="*/ 1471147 f1362 1"/>
                <a:gd name="f1518" fmla="*/ 1942818 f1361 1"/>
                <a:gd name="f1519" fmla="*/ 1476656 f1362 1"/>
                <a:gd name="f1520" fmla="*/ 1984125 f1361 1"/>
                <a:gd name="f1521" fmla="*/ 1493180 f1362 1"/>
                <a:gd name="f1522" fmla="*/ 2011664 f1361 1"/>
                <a:gd name="f1523" fmla="*/ 1506950 f1362 1"/>
                <a:gd name="f1524" fmla="*/ 2077755 f1361 1"/>
                <a:gd name="f1525" fmla="*/ 1517966 f1362 1"/>
                <a:gd name="f1526" fmla="*/ 2157616 f1361 1"/>
                <a:gd name="f1527" fmla="*/ 1539999 f1362 1"/>
                <a:gd name="f1528" fmla="*/ 2237477 f1361 1"/>
                <a:gd name="f1529" fmla="*/ 1559278 f1362 1"/>
                <a:gd name="f1530" fmla="*/ 2309076 f1361 1"/>
                <a:gd name="f1531" fmla="*/ 2366907 f1361 1"/>
                <a:gd name="f1532" fmla="*/ 1584065 f1362 1"/>
                <a:gd name="f1533" fmla="*/ 2424737 f1361 1"/>
                <a:gd name="f1534" fmla="*/ 1567540 f1362 1"/>
                <a:gd name="f1535" fmla="*/ 2446767 f1361 1"/>
                <a:gd name="f1536" fmla="*/ 1490426 f1362 1"/>
                <a:gd name="f1537" fmla="*/ 2452274 f1361 1"/>
                <a:gd name="f1538" fmla="*/ 1427082 f1362 1"/>
                <a:gd name="f1539" fmla="*/ 2460536 f1361 1"/>
                <a:gd name="f1540" fmla="*/ 1366492 f1362 1"/>
                <a:gd name="f1541" fmla="*/ 2466044 f1361 1"/>
                <a:gd name="f1542" fmla="*/ 1349968 f1362 1"/>
                <a:gd name="f1543" fmla="*/ 2488074 f1361 1"/>
                <a:gd name="f1544" fmla="*/ 1319673 f1362 1"/>
                <a:gd name="f1545" fmla="*/ 2576196 f1361 1"/>
                <a:gd name="f1546" fmla="*/ 1275608 f1362 1"/>
                <a:gd name="f1547" fmla="*/ 2713887 f1361 1"/>
                <a:gd name="f1548" fmla="*/ 1256329 f1362 1"/>
                <a:gd name="f1549" fmla="*/ 2804763 f1361 1"/>
                <a:gd name="f1550" fmla="*/ 2832301 f1361 1"/>
                <a:gd name="f1551" fmla="*/ 1253575 f1362 1"/>
                <a:gd name="f1552" fmla="*/ 2873609 f1361 1"/>
                <a:gd name="f1553" fmla="*/ 2950716 f1361 1"/>
                <a:gd name="f1554" fmla="*/ 1294886 f1362 1"/>
                <a:gd name="f1555" fmla="*/ 3022315 f1361 1"/>
                <a:gd name="f1556" fmla="*/ 1352722 f1362 1"/>
                <a:gd name="f1557" fmla="*/ 3121453 f1361 1"/>
                <a:gd name="f1558" fmla="*/ 1413312 f1362 1"/>
                <a:gd name="f1559" fmla="*/ 3148990 f1361 1"/>
                <a:gd name="f1560" fmla="*/ 3162760 f1361 1"/>
                <a:gd name="f1561" fmla="*/ 3182036 f1361 1"/>
                <a:gd name="f1562" fmla="*/ 1655671 f1362 1"/>
                <a:gd name="f1563" fmla="*/ 3237113 f1361 1"/>
                <a:gd name="f1564" fmla="*/ 1672195 f1362 1"/>
                <a:gd name="f1565" fmla="*/ 3250882 f1361 1"/>
                <a:gd name="f1566" fmla="*/ 1741047 f1362 1"/>
                <a:gd name="f1567" fmla="*/ 3319728 f1361 1"/>
                <a:gd name="f1568" fmla="*/ 1831932 f1362 1"/>
                <a:gd name="f1569" fmla="*/ 3391326 f1361 1"/>
                <a:gd name="f1570" fmla="*/ 1898030 f1362 1"/>
                <a:gd name="f1571" fmla="*/ 3443649 f1361 1"/>
                <a:gd name="f1572" fmla="*/ 1997176 f1362 1"/>
                <a:gd name="f1573" fmla="*/ 3515248 f1361 1"/>
                <a:gd name="f1574" fmla="*/ 2002685 f1362 1"/>
                <a:gd name="f1575" fmla="*/ 3518002 f1361 1"/>
                <a:gd name="f1576" fmla="*/ 2043996 f1362 1"/>
                <a:gd name="f1577" fmla="*/ 3526264 f1361 1"/>
                <a:gd name="f1578" fmla="*/ 2060520 f1362 1"/>
                <a:gd name="f1579" fmla="*/ 3520756 f1361 1"/>
                <a:gd name="f1580" fmla="*/ 2099077 f1362 1"/>
                <a:gd name="f1581" fmla="*/ 3512494 f1361 1"/>
                <a:gd name="f1582" fmla="*/ 2167930 f1362 1"/>
                <a:gd name="f1583" fmla="*/ 3506987 f1361 1"/>
                <a:gd name="f1584" fmla="*/ 2181700 f1362 1"/>
                <a:gd name="f1585" fmla="*/ 2203732 f1362 1"/>
                <a:gd name="f1586" fmla="*/ 2211995 f1362 1"/>
                <a:gd name="f1587" fmla="*/ 3504233 f1361 1"/>
                <a:gd name="f1588" fmla="*/ 2242290 f1362 1"/>
                <a:gd name="f1589" fmla="*/ 2272584 f1362 1"/>
                <a:gd name="f1590" fmla="*/ 2313896 f1362 1"/>
                <a:gd name="f1591" fmla="*/ 3537279 f1361 1"/>
                <a:gd name="f1592" fmla="*/ 2311142 f1362 1"/>
                <a:gd name="f1593" fmla="*/ 3553802 f1361 1"/>
                <a:gd name="f1594" fmla="*/ 3564817 f1361 1"/>
                <a:gd name="f1595" fmla="*/ 2322158 f1362 1"/>
                <a:gd name="f1596" fmla="*/ 3600617 f1361 1"/>
                <a:gd name="f1597" fmla="*/ 3669462 f1361 1"/>
                <a:gd name="f1598" fmla="*/ 3730046 f1361 1"/>
                <a:gd name="f1599" fmla="*/ 2297372 f1362 1"/>
                <a:gd name="f1600" fmla="*/ 3763092 f1361 1"/>
                <a:gd name="f1601" fmla="*/ 2286355 f1362 1"/>
                <a:gd name="f1602" fmla="*/ 3782368 f1361 1"/>
                <a:gd name="f1603" fmla="*/ 2275339 f1362 1"/>
                <a:gd name="f1604" fmla="*/ 3820922 f1361 1"/>
                <a:gd name="f1605" fmla="*/ 2289109 f1362 1"/>
                <a:gd name="f1606" fmla="*/ 3853968 f1361 1"/>
                <a:gd name="f1607" fmla="*/ 2294617 f1362 1"/>
                <a:gd name="f1608" fmla="*/ 3862230 f1361 1"/>
                <a:gd name="f1609" fmla="*/ 2300125 f1362 1"/>
                <a:gd name="f1610" fmla="*/ 3936583 f1361 1"/>
                <a:gd name="f1611" fmla="*/ 3947597 f1361 1"/>
                <a:gd name="f1612" fmla="*/ 3983397 f1361 1"/>
                <a:gd name="f1613" fmla="*/ 2278093 f1362 1"/>
                <a:gd name="f1614" fmla="*/ 4046735 f1361 1"/>
                <a:gd name="f1615" fmla="*/ 2267076 f1362 1"/>
                <a:gd name="f1616" fmla="*/ 4082535 f1361 1"/>
                <a:gd name="f1617" fmla="*/ 2256060 f1362 1"/>
                <a:gd name="f1618" fmla="*/ 4112827 f1361 1"/>
                <a:gd name="f1619" fmla="*/ 2239536 f1362 1"/>
                <a:gd name="f1620" fmla="*/ 4140365 f1361 1"/>
                <a:gd name="f1621" fmla="*/ 2187208 f1362 1"/>
                <a:gd name="f1622" fmla="*/ 4187180 f1361 1"/>
                <a:gd name="f1623" fmla="*/ 2145897 f1362 1"/>
                <a:gd name="f1624" fmla="*/ 4192687 f1361 1"/>
                <a:gd name="f1625" fmla="*/ 2079799 f1362 1"/>
                <a:gd name="f1626" fmla="*/ 4159642 f1361 1"/>
                <a:gd name="f1627" fmla="*/ 2074290 f1362 1"/>
                <a:gd name="f1628" fmla="*/ 4107319 f1361 1"/>
                <a:gd name="f1629" fmla="*/ 2093569 f1362 1"/>
                <a:gd name="f1630" fmla="*/ 4054996 f1361 1"/>
                <a:gd name="f1631" fmla="*/ 4013689 f1361 1"/>
                <a:gd name="f1632" fmla="*/ 2066029 f1362 1"/>
                <a:gd name="f1633" fmla="*/ 3942090 f1361 1"/>
                <a:gd name="f1634" fmla="*/ 2041242 f1362 1"/>
                <a:gd name="f1635" fmla="*/ 3903537 f1361 1"/>
                <a:gd name="f1636" fmla="*/ 2027472 f1362 1"/>
                <a:gd name="f1637" fmla="*/ 2005439 f1362 1"/>
                <a:gd name="f1638" fmla="*/ 3895275 f1361 1"/>
                <a:gd name="f1639" fmla="*/ 1983406 f1362 1"/>
                <a:gd name="f1640" fmla="*/ 3856721 f1361 1"/>
                <a:gd name="f1641" fmla="*/ 1972390 f1362 1"/>
                <a:gd name="f1642" fmla="*/ 3851214 f1361 1"/>
                <a:gd name="f1643" fmla="*/ 1944849 f1362 1"/>
                <a:gd name="f1644" fmla="*/ 1922816 f1362 1"/>
                <a:gd name="f1645" fmla="*/ 3831937 f1361 1"/>
                <a:gd name="f1646" fmla="*/ 1947603 f1362 1"/>
                <a:gd name="f1647" fmla="*/ 3809907 f1361 1"/>
                <a:gd name="f1648" fmla="*/ 1953111 f1362 1"/>
                <a:gd name="f1649" fmla="*/ 3801645 f1361 1"/>
                <a:gd name="f1650" fmla="*/ 1955866 f1362 1"/>
                <a:gd name="f1651" fmla="*/ 3752077 f1361 1"/>
                <a:gd name="f1652" fmla="*/ 3735554 f1361 1"/>
                <a:gd name="f1653" fmla="*/ 1928324 f1362 1"/>
                <a:gd name="f1654" fmla="*/ 3710769 f1361 1"/>
                <a:gd name="f1655" fmla="*/ 1815408 f1362 1"/>
                <a:gd name="f1656" fmla="*/ 3630909 f1361 1"/>
                <a:gd name="f1657" fmla="*/ 1699736 f1362 1"/>
                <a:gd name="f1658" fmla="*/ 3573079 f1361 1"/>
                <a:gd name="f1659" fmla="*/ 1625376 f1362 1"/>
                <a:gd name="f1660" fmla="*/ 3542787 f1361 1"/>
                <a:gd name="f1661" fmla="*/ 1575802 f1362 1"/>
                <a:gd name="f1662" fmla="*/ 3523510 f1361 1"/>
                <a:gd name="f1663" fmla="*/ 1528983 f1362 1"/>
                <a:gd name="f1664" fmla="*/ 1465639 f1362 1"/>
                <a:gd name="f1665" fmla="*/ 3471187 f1361 1"/>
                <a:gd name="f1666" fmla="*/ 1438099 f1362 1"/>
                <a:gd name="f1667" fmla="*/ 1405049 f1362 1"/>
                <a:gd name="f1668" fmla="*/ 3424372 f1361 1"/>
                <a:gd name="f1669" fmla="*/ 1212264 f1362 1"/>
                <a:gd name="f1670" fmla="*/ 3407849 f1361 1"/>
                <a:gd name="f1671" fmla="*/ 3383065 f1361 1"/>
                <a:gd name="f1672" fmla="*/ 3355527 f1361 1"/>
                <a:gd name="f1673" fmla="*/ 3292189 f1361 1"/>
                <a:gd name="f1674" fmla="*/ 1019478 f1362 1"/>
                <a:gd name="f1675" fmla="*/ 3212329 f1361 1"/>
                <a:gd name="f1676" fmla="*/ 1000199 f1362 1"/>
                <a:gd name="f1677" fmla="*/ 3179283 f1361 1"/>
                <a:gd name="f1678" fmla="*/ 956134 f1362 1"/>
                <a:gd name="f1679" fmla="*/ 3085653 f1361 1"/>
                <a:gd name="f1680" fmla="*/ 887282 f1362 1"/>
                <a:gd name="f1681" fmla="*/ 2958977 f1361 1"/>
                <a:gd name="f1682" fmla="*/ 810168 f1362 1"/>
                <a:gd name="f1683" fmla="*/ 3058115 f1361 1"/>
                <a:gd name="f1684" fmla="*/ 771611 f1362 1"/>
                <a:gd name="f1685" fmla="*/ 755086 f1362 1"/>
                <a:gd name="f1686" fmla="*/ 3176529 f1361 1"/>
                <a:gd name="f1687" fmla="*/ 749578 f1362 1"/>
                <a:gd name="f1688" fmla="*/ 757840 f1362 1"/>
                <a:gd name="f1689" fmla="*/ 3300450 f1361 1"/>
                <a:gd name="f1690" fmla="*/ 763349 f1362 1"/>
                <a:gd name="f1691" fmla="*/ 3347265 f1361 1"/>
                <a:gd name="f1692" fmla="*/ 3369296 f1361 1"/>
                <a:gd name="f1693" fmla="*/ 3545540 f1361 1"/>
                <a:gd name="f1694" fmla="*/ 3611632 f1361 1"/>
                <a:gd name="f1695" fmla="*/ 708267 f1362 1"/>
                <a:gd name="f1696" fmla="*/ 3743815 f1361 1"/>
                <a:gd name="f1697" fmla="*/ 669710 f1362 1"/>
                <a:gd name="f1698" fmla="*/ 3845707 f1361 1"/>
                <a:gd name="f1699" fmla="*/ 628399 f1362 1"/>
                <a:gd name="f1700" fmla="*/ 3972382 f1361 1"/>
                <a:gd name="f1701" fmla="*/ 600858 f1362 1"/>
                <a:gd name="f1702" fmla="*/ 4049489 f1361 1"/>
                <a:gd name="f1703" fmla="*/ 4063258 f1361 1"/>
                <a:gd name="f1704" fmla="*/ 4099058 f1361 1"/>
                <a:gd name="f1705" fmla="*/ 603612 f1362 1"/>
                <a:gd name="f1706" fmla="*/ 617382 f1362 1"/>
                <a:gd name="f1707" fmla="*/ 4126596 f1361 1"/>
                <a:gd name="f1708" fmla="*/ 621890 f1362 1"/>
                <a:gd name="f1709" fmla="*/ 4136854 f1361 1"/>
                <a:gd name="f1710" fmla="*/ 624225 f1362 1"/>
                <a:gd name="f1711" fmla="*/ 4136808 f1361 1"/>
                <a:gd name="f1712" fmla="*/ 633278 f1362 1"/>
                <a:gd name="f1713" fmla="*/ 4152109 f1361 1"/>
                <a:gd name="f1714" fmla="*/ 660366 f1362 1"/>
                <a:gd name="f1715" fmla="*/ 4215649 f1361 1"/>
                <a:gd name="f1716" fmla="*/ 664739 f1362 1"/>
                <a:gd name="f1717" fmla="*/ 4228706 f1361 1"/>
                <a:gd name="f1718" fmla="*/ 671735 f1362 1"/>
                <a:gd name="f1719" fmla="*/ 4249597 f1361 1"/>
                <a:gd name="f1720" fmla="*/ 676971 f1362 1"/>
                <a:gd name="f1721" fmla="*/ 4256558 f1361 1"/>
                <a:gd name="f1722" fmla="*/ 678758 f1362 1"/>
                <a:gd name="f1723" fmla="*/ 4287908 f1361 1"/>
                <a:gd name="f1724" fmla="*/ 693601 f1362 1"/>
                <a:gd name="f1725" fmla="*/ 4314885 f1361 1"/>
                <a:gd name="f1726" fmla="*/ 677996 f1362 1"/>
                <a:gd name="f1727" fmla="*/ 4363678 f1361 1"/>
                <a:gd name="f1728" fmla="*/ 661454 f1362 1"/>
                <a:gd name="f1729" fmla="*/ 4366314 f1361 1"/>
                <a:gd name="f1730" fmla="*/ 651009 f1362 1"/>
                <a:gd name="f1731" fmla="*/ 4369812 f1361 1"/>
                <a:gd name="f1732" fmla="*/ 620561 f1362 1"/>
                <a:gd name="f1733" fmla="*/ 4391627 f1361 1"/>
                <a:gd name="f1734" fmla="*/ 555280 f1362 1"/>
                <a:gd name="f1735" fmla="*/ 4413490 f1361 1"/>
                <a:gd name="f1736" fmla="*/ 495208 f1362 1"/>
                <a:gd name="f1737" fmla="*/ 4424896 f1361 1"/>
                <a:gd name="f1738" fmla="*/ 458625 f1362 1"/>
                <a:gd name="f1739" fmla="*/ 4419722 f1361 1"/>
                <a:gd name="f1740" fmla="*/ 436848 f1362 1"/>
                <a:gd name="f1741" fmla="*/ 4415396 f1361 1"/>
                <a:gd name="f1742" fmla="*/ 396792 f1362 1"/>
                <a:gd name="f1743" fmla="*/ 4417194 f1361 1"/>
                <a:gd name="f1744" fmla="*/ 369829 f1362 1"/>
                <a:gd name="f1745" fmla="*/ 4440746 f1361 1"/>
                <a:gd name="f1746" fmla="*/ 363744 f1362 1"/>
                <a:gd name="f1747" fmla="*/ 4448593 f1361 1"/>
                <a:gd name="f1748" fmla="*/ 294989 f1362 1"/>
                <a:gd name="f1749" fmla="*/ 4477428 f1361 1"/>
                <a:gd name="f1750" fmla="*/ 284545 f1362 1"/>
                <a:gd name="f1751" fmla="*/ 4480926 f1361 1"/>
                <a:gd name="f1752" fmla="*/ 248849 f1362 1"/>
                <a:gd name="f1753" fmla="*/ 4487072 f1361 1"/>
                <a:gd name="f1754" fmla="*/ 183542 f1362 1"/>
                <a:gd name="f1755" fmla="*/ 4491518 f1361 1"/>
                <a:gd name="f1756" fmla="*/ 146097 f1362 1"/>
                <a:gd name="f1757" fmla="*/ 4492440 f1361 1"/>
                <a:gd name="f1758" fmla="*/ 113875 f1362 1"/>
                <a:gd name="f1759" fmla="*/ 4491614 f1361 1"/>
                <a:gd name="f1760" fmla="*/ 82515 f1362 1"/>
                <a:gd name="f1761" fmla="*/ 4484691 f1361 1"/>
                <a:gd name="f1762" fmla="*/ 21505 f1362 1"/>
                <a:gd name="f1763" fmla="*/ 4449939 f1361 1"/>
                <a:gd name="f1764" fmla="*/ 3164 f1362 1"/>
                <a:gd name="f1765" fmla="*/ 4412515 f1361 1"/>
                <a:gd name="f1766" fmla="*/ 13508 f1362 1"/>
                <a:gd name="f1767" fmla="*/ 4339344 f1361 1"/>
                <a:gd name="f1768" fmla="*/ 61373 f1362 1"/>
                <a:gd name="f1769" fmla="*/ 4317504 f1361 1"/>
                <a:gd name="f1770" fmla="*/ 117109 f1362 1"/>
                <a:gd name="f1771" fmla="*/ 4319169 f1361 1"/>
                <a:gd name="f1772" fmla="*/ 156278 f1362 1"/>
                <a:gd name="f1773" fmla="*/ 4306051 f1361 1"/>
                <a:gd name="f1774" fmla="*/ 215425 f1362 1"/>
                <a:gd name="f1775" fmla="*/ 4257199 f1361 1"/>
                <a:gd name="f1776" fmla="*/ 244111 f1362 1"/>
                <a:gd name="f1777" fmla="*/ 4221452 f1361 1"/>
                <a:gd name="f1778" fmla="*/ 239738 f1362 1"/>
                <a:gd name="f1779" fmla="*/ 4208394 f1361 1"/>
                <a:gd name="f1780" fmla="*/ 239571 f1362 1"/>
                <a:gd name="f1781" fmla="*/ 4207895 f1361 1"/>
                <a:gd name="f1782" fmla="*/ 234316 f1362 1"/>
                <a:gd name="f1783" fmla="*/ 235943 f1362 1"/>
                <a:gd name="f1784" fmla="*/ 4206113 f1361 1"/>
                <a:gd name="f1785" fmla="*/ 236309 f1362 1"/>
                <a:gd name="f1786" fmla="*/ 4198155 f1361 1"/>
                <a:gd name="f1787" fmla="*/ 235912 f1362 1"/>
                <a:gd name="f1788" fmla="*/ 4196968 f1361 1"/>
                <a:gd name="f1789" fmla="*/ 236424 f1362 1"/>
                <a:gd name="f1790" fmla="*/ 4195639 f1361 1"/>
                <a:gd name="f1791" fmla="*/ 237319 f1362 1"/>
                <a:gd name="f1792" fmla="*/ 4176164 f1361 1"/>
                <a:gd name="f1793" fmla="*/ 223549 f1362 1"/>
                <a:gd name="f1794" fmla="*/ 4167903 f1361 1"/>
                <a:gd name="f1795" fmla="*/ 212532 f1362 1"/>
                <a:gd name="f1796" fmla="*/ 4145872 f1361 1"/>
                <a:gd name="f1797" fmla="*/ 251090 f1362 1"/>
                <a:gd name="f1798" fmla="*/ 4110073 f1361 1"/>
                <a:gd name="f1799" fmla="*/ 262106 f1362 1"/>
                <a:gd name="f1800" fmla="*/ 4088042 f1361 1"/>
                <a:gd name="f1801" fmla="*/ 278631 f1362 1"/>
                <a:gd name="f1802" fmla="*/ 4068766 f1361 1"/>
                <a:gd name="f1803" fmla="*/ 292401 f1362 1"/>
                <a:gd name="f1804" fmla="*/ 4071519 f1361 1"/>
                <a:gd name="f1805" fmla="*/ 306172 f1362 1"/>
                <a:gd name="f1806" fmla="*/ 352990 f1362 1"/>
                <a:gd name="f1807" fmla="*/ 386040 f1362 1"/>
                <a:gd name="f1808" fmla="*/ 424597 f1362 1"/>
                <a:gd name="f1809" fmla="*/ 3966874 f1361 1"/>
                <a:gd name="f1810" fmla="*/ 435613 f1362 1"/>
                <a:gd name="f1811" fmla="*/ 3920060 f1361 1"/>
                <a:gd name="f1812" fmla="*/ 446630 f1362 1"/>
                <a:gd name="f1813" fmla="*/ 3873244 f1361 1"/>
                <a:gd name="f1814" fmla="*/ 460400 f1362 1"/>
                <a:gd name="f1815" fmla="*/ 3760338 f1361 1"/>
                <a:gd name="f1816" fmla="*/ 465908 f1362 1"/>
                <a:gd name="f1817" fmla="*/ 3666708 f1361 1"/>
                <a:gd name="f1818" fmla="*/ 474170 f1362 1"/>
                <a:gd name="f1819" fmla="*/ 3570324 f1361 1"/>
                <a:gd name="f1820" fmla="*/ 479679 f1362 1"/>
                <a:gd name="f1821" fmla="*/ 3484957 f1361 1"/>
                <a:gd name="f1822" fmla="*/ 485187 f1362 1"/>
                <a:gd name="f1823" fmla="*/ 490695 f1362 1"/>
                <a:gd name="f1824" fmla="*/ 476924 f1362 1"/>
                <a:gd name="f1825" fmla="*/ 3339004 f1361 1"/>
                <a:gd name="f1826" fmla="*/ 457646 f1362 1"/>
                <a:gd name="f1827" fmla="*/ 3316973 f1361 1"/>
                <a:gd name="f1828" fmla="*/ 3270159 f1361 1"/>
                <a:gd name="f1829" fmla="*/ 3184790 f1361 1"/>
                <a:gd name="f1830" fmla="*/ 438367 f1362 1"/>
                <a:gd name="f1831" fmla="*/ 3157252 f1361 1"/>
                <a:gd name="f1832" fmla="*/ 432859 f1362 1"/>
                <a:gd name="f1833" fmla="*/ 3129714 f1361 1"/>
                <a:gd name="f1834" fmla="*/ 3110437 f1361 1"/>
                <a:gd name="f1835" fmla="*/ 3033330 f1361 1"/>
                <a:gd name="f1836" fmla="*/ 496203 f1362 1"/>
                <a:gd name="f1837" fmla="*/ 2890132 f1361 1"/>
                <a:gd name="f1838" fmla="*/ 598104 f1362 1"/>
                <a:gd name="f1839" fmla="*/ 2669826 f1361 1"/>
                <a:gd name="f1840" fmla="*/ 705513 f1362 1"/>
                <a:gd name="f1841" fmla="*/ 713775 f1362 1"/>
                <a:gd name="f1842" fmla="*/ 724791 f1362 1"/>
                <a:gd name="f1843" fmla="*/ 2416475 f1361 1"/>
                <a:gd name="f1844" fmla="*/ 719283 f1362 1"/>
                <a:gd name="f1845" fmla="*/ 2394444 f1361 1"/>
                <a:gd name="f1846" fmla="*/ 2375168 f1361 1"/>
                <a:gd name="f1847" fmla="*/ 741316 f1362 1"/>
                <a:gd name="f1848" fmla="*/ 2306322 f1361 1"/>
                <a:gd name="f1849" fmla="*/ 2207185 f1361 1"/>
                <a:gd name="f1850" fmla="*/ 2072248 f1361 1"/>
                <a:gd name="f1851" fmla="*/ 2025433 f1361 1"/>
                <a:gd name="f1852" fmla="*/ 1975864 f1361 1"/>
                <a:gd name="f1853" fmla="*/ 1918034 f1361 1"/>
                <a:gd name="f1854" fmla="*/ 1868465 f1361 1"/>
                <a:gd name="f1855" fmla="*/ 1821650 f1361 1"/>
                <a:gd name="f1856" fmla="*/ 730299 f1362 1"/>
                <a:gd name="f1857" fmla="*/ 1755559 f1361 1"/>
                <a:gd name="f1858" fmla="*/ 683481 f1362 1"/>
                <a:gd name="f1859" fmla="*/ 1670190 f1361 1"/>
                <a:gd name="f1860" fmla="*/ 664202 f1362 1"/>
                <a:gd name="f1861" fmla="*/ 1650914 f1361 1"/>
                <a:gd name="f1862" fmla="*/ 653185 f1362 1"/>
                <a:gd name="f1863" fmla="*/ 1620622 f1361 1"/>
                <a:gd name="f1864" fmla="*/ 639415 f1362 1"/>
                <a:gd name="f1865" fmla="*/ 1609607 f1361 1"/>
                <a:gd name="f1866" fmla="*/ 1604098 f1361 1"/>
                <a:gd name="f1867" fmla="*/ 581580 f1362 1"/>
                <a:gd name="f1868" fmla="*/ 1590329 f1361 1"/>
                <a:gd name="f1869" fmla="*/ 576071 f1362 1"/>
                <a:gd name="f1870" fmla="*/ 1587576 f1361 1"/>
                <a:gd name="f1871" fmla="*/ 540268 f1362 1"/>
                <a:gd name="f1872" fmla="*/ 1560038 f1361 1"/>
                <a:gd name="f1873" fmla="*/ 1491192 f1361 1"/>
                <a:gd name="f1874" fmla="*/ 427351 f1362 1"/>
                <a:gd name="f1875" fmla="*/ 1438870 f1361 1"/>
                <a:gd name="f1876" fmla="*/ 405318 f1362 1"/>
                <a:gd name="f1877" fmla="*/ 1414086 f1361 1"/>
                <a:gd name="f1878" fmla="*/ 388794 f1362 1"/>
                <a:gd name="f1879" fmla="*/ 380532 f1362 1"/>
                <a:gd name="f1880" fmla="*/ 1378286 f1361 1"/>
                <a:gd name="f1881" fmla="*/ 336466 f1362 1"/>
                <a:gd name="f1882" fmla="*/ 1334224 f1361 1"/>
                <a:gd name="f1883" fmla="*/ 281385 f1362 1"/>
                <a:gd name="f1884" fmla="*/ 1295671 f1361 1"/>
                <a:gd name="f1885" fmla="*/ 270368 f1362 1"/>
                <a:gd name="f1886" fmla="*/ 1279148 f1361 1"/>
                <a:gd name="f1887" fmla="*/ 275876 f1362 1"/>
                <a:gd name="f1888" fmla="*/ 1224072 f1361 1"/>
                <a:gd name="f1889" fmla="*/ 311680 f1362 1"/>
                <a:gd name="f1890" fmla="*/ 1119427 f1361 1"/>
                <a:gd name="f1891" fmla="*/ 325450 f1362 1"/>
                <a:gd name="f1892" fmla="*/ 1089135 f1361 1"/>
                <a:gd name="f1893" fmla="*/ 355745 f1362 1"/>
                <a:gd name="f1894" fmla="*/ 1069858 f1361 1"/>
                <a:gd name="f1895" fmla="*/ 377777 f1362 1"/>
                <a:gd name="f1896" fmla="*/ 1061596 f1361 1"/>
                <a:gd name="f1897" fmla="*/ 399810 f1362 1"/>
                <a:gd name="f1898" fmla="*/ 1047827 f1361 1"/>
                <a:gd name="f1899" fmla="*/ 1094643 f1361 1"/>
                <a:gd name="f1900" fmla="*/ 1185518 f1361 1"/>
                <a:gd name="f1901" fmla="*/ 1287410 f1361 1"/>
                <a:gd name="f1902" fmla="*/ 493449 f1362 1"/>
                <a:gd name="f1903" fmla="*/ 1292917 f1361 1"/>
                <a:gd name="f1904" fmla="*/ 498957 f1362 1"/>
                <a:gd name="f1905" fmla="*/ 1284656 f1361 1"/>
                <a:gd name="f1906" fmla="*/ 507219 f1362 1"/>
                <a:gd name="f1907" fmla="*/ 1135950 f1361 1"/>
                <a:gd name="f1908" fmla="*/ 512727 f1362 1"/>
                <a:gd name="f1909" fmla="*/ 1036812 f1361 1"/>
                <a:gd name="f1910" fmla="*/ 504466 f1362 1"/>
                <a:gd name="f1911" fmla="*/ 976228 f1361 1"/>
                <a:gd name="f1912" fmla="*/ 921152 f1361 1"/>
                <a:gd name="f1913" fmla="*/ 866075 f1361 1"/>
                <a:gd name="f1914" fmla="*/ 537514 f1362 1"/>
                <a:gd name="f1915" fmla="*/ 799984 f1361 1"/>
                <a:gd name="f1916" fmla="*/ 788969 f1361 1"/>
                <a:gd name="f1917" fmla="*/ 775199 f1361 1"/>
                <a:gd name="f1918" fmla="*/ 559547 f1362 1"/>
                <a:gd name="f1919" fmla="*/ 753169 f1361 1"/>
                <a:gd name="f1920" fmla="*/ 554039 f1362 1"/>
                <a:gd name="f1921" fmla="*/ 725630 f1361 1"/>
                <a:gd name="f1922" fmla="*/ 698093 f1361 1"/>
                <a:gd name="f1923" fmla="*/ 567809 f1362 1"/>
                <a:gd name="f1924" fmla="*/ 659539 f1361 1"/>
                <a:gd name="f1925" fmla="*/ 578825 f1362 1"/>
                <a:gd name="f1926" fmla="*/ 651278 f1361 1"/>
                <a:gd name="f1927" fmla="*/ 592596 f1362 1"/>
                <a:gd name="f1928" fmla="*/ 629247 f1361 1"/>
                <a:gd name="f1929" fmla="*/ 584333 f1362 1"/>
                <a:gd name="f1930" fmla="*/ 598955 f1361 1"/>
                <a:gd name="f1931" fmla="*/ 570563 f1362 1"/>
                <a:gd name="f1932" fmla="*/ 579678 f1361 1"/>
                <a:gd name="f1933" fmla="*/ 565055 f1362 1"/>
                <a:gd name="f1934" fmla="*/ 549387 f1361 1"/>
                <a:gd name="f1935" fmla="*/ 532864 f1361 1"/>
                <a:gd name="f1936" fmla="*/ 545776 f1362 1"/>
                <a:gd name="f1937" fmla="*/ 499818 f1361 1"/>
                <a:gd name="f1938" fmla="*/ 529252 f1362 1"/>
                <a:gd name="f1939" fmla="*/ 475034 f1361 1"/>
                <a:gd name="f1940" fmla="*/ 515482 f1362 1"/>
                <a:gd name="f1941" fmla="*/ 417203 f1361 1"/>
                <a:gd name="f1942" fmla="*/ 526498 f1362 1"/>
                <a:gd name="f1943" fmla="*/ 381403 f1361 1"/>
                <a:gd name="f1944" fmla="*/ 523744 f1362 1"/>
                <a:gd name="f1945" fmla="*/ 375896 f1361 1"/>
                <a:gd name="f1946" fmla="*/ 362127 f1361 1"/>
                <a:gd name="f1947" fmla="*/ 509974 f1362 1"/>
                <a:gd name="f1948" fmla="*/ 304297 f1361 1"/>
                <a:gd name="f1949" fmla="*/ 257482 f1361 1"/>
                <a:gd name="f1950" fmla="*/ 191390 f1361 1"/>
                <a:gd name="f1951" fmla="*/ 141821 f1361 1"/>
                <a:gd name="f1952" fmla="*/ 97761 f1361 1"/>
                <a:gd name="f1953" fmla="*/ 647677 f1362 1"/>
                <a:gd name="f1954" fmla="*/ 727546 f1362 1"/>
                <a:gd name="f1955" fmla="+- f1363 0 f1"/>
                <a:gd name="f1956" fmla="*/ f1366 1 2322382"/>
                <a:gd name="f1957" fmla="*/ f1367 1 4494734"/>
                <a:gd name="f1958" fmla="*/ f1368 1 2322382"/>
                <a:gd name="f1959" fmla="*/ f1369 1 4494734"/>
                <a:gd name="f1960" fmla="*/ f1370 1 4494734"/>
                <a:gd name="f1961" fmla="*/ f1371 1 2322382"/>
                <a:gd name="f1962" fmla="*/ f1372 1 4494734"/>
                <a:gd name="f1963" fmla="*/ f1373 1 2322382"/>
                <a:gd name="f1964" fmla="*/ f1374 1 4494734"/>
                <a:gd name="f1965" fmla="*/ f1375 1 2322382"/>
                <a:gd name="f1966" fmla="*/ f1376 1 4494734"/>
                <a:gd name="f1967" fmla="*/ f1377 1 2322382"/>
                <a:gd name="f1968" fmla="*/ f1378 1 4494734"/>
                <a:gd name="f1969" fmla="*/ f1379 1 2322382"/>
                <a:gd name="f1970" fmla="*/ f1380 1 4494734"/>
                <a:gd name="f1971" fmla="*/ f1381 1 2322382"/>
                <a:gd name="f1972" fmla="*/ f1382 1 4494734"/>
                <a:gd name="f1973" fmla="*/ f1383 1 2322382"/>
                <a:gd name="f1974" fmla="*/ f1384 1 4494734"/>
                <a:gd name="f1975" fmla="*/ f1385 1 2322382"/>
                <a:gd name="f1976" fmla="*/ f1386 1 4494734"/>
                <a:gd name="f1977" fmla="*/ f1387 1 2322382"/>
                <a:gd name="f1978" fmla="*/ f1388 1 2322382"/>
                <a:gd name="f1979" fmla="*/ f1389 1 4494734"/>
                <a:gd name="f1980" fmla="*/ f1390 1 2322382"/>
                <a:gd name="f1981" fmla="*/ f1391 1 4494734"/>
                <a:gd name="f1982" fmla="*/ f1392 1 2322382"/>
                <a:gd name="f1983" fmla="*/ f1393 1 4494734"/>
                <a:gd name="f1984" fmla="*/ f1394 1 2322382"/>
                <a:gd name="f1985" fmla="*/ f1395 1 4494734"/>
                <a:gd name="f1986" fmla="*/ f1396 1 2322382"/>
                <a:gd name="f1987" fmla="*/ f1397 1 4494734"/>
                <a:gd name="f1988" fmla="*/ f1398 1 2322382"/>
                <a:gd name="f1989" fmla="*/ f1399 1 4494734"/>
                <a:gd name="f1990" fmla="*/ f1400 1 2322382"/>
                <a:gd name="f1991" fmla="*/ f1401 1 4494734"/>
                <a:gd name="f1992" fmla="*/ f1402 1 2322382"/>
                <a:gd name="f1993" fmla="*/ f1403 1 4494734"/>
                <a:gd name="f1994" fmla="*/ f1404 1 2322382"/>
                <a:gd name="f1995" fmla="*/ f1405 1 4494734"/>
                <a:gd name="f1996" fmla="*/ f1406 1 2322382"/>
                <a:gd name="f1997" fmla="*/ f1407 1 4494734"/>
                <a:gd name="f1998" fmla="*/ f1408 1 2322382"/>
                <a:gd name="f1999" fmla="*/ f1409 1 4494734"/>
                <a:gd name="f2000" fmla="*/ f1410 1 2322382"/>
                <a:gd name="f2001" fmla="*/ f1411 1 2322382"/>
                <a:gd name="f2002" fmla="*/ f1412 1 4494734"/>
                <a:gd name="f2003" fmla="*/ f1413 1 2322382"/>
                <a:gd name="f2004" fmla="*/ f1414 1 4494734"/>
                <a:gd name="f2005" fmla="*/ f1415 1 2322382"/>
                <a:gd name="f2006" fmla="*/ f1416 1 4494734"/>
                <a:gd name="f2007" fmla="*/ f1417 1 2322382"/>
                <a:gd name="f2008" fmla="*/ f1418 1 4494734"/>
                <a:gd name="f2009" fmla="*/ f1419 1 2322382"/>
                <a:gd name="f2010" fmla="*/ f1420 1 4494734"/>
                <a:gd name="f2011" fmla="*/ f1421 1 2322382"/>
                <a:gd name="f2012" fmla="*/ f1422 1 4494734"/>
                <a:gd name="f2013" fmla="*/ f1423 1 2322382"/>
                <a:gd name="f2014" fmla="*/ f1424 1 4494734"/>
                <a:gd name="f2015" fmla="*/ f1425 1 2322382"/>
                <a:gd name="f2016" fmla="*/ f1426 1 4494734"/>
                <a:gd name="f2017" fmla="*/ f1427 1 2322382"/>
                <a:gd name="f2018" fmla="*/ f1428 1 4494734"/>
                <a:gd name="f2019" fmla="*/ f1429 1 2322382"/>
                <a:gd name="f2020" fmla="*/ f1430 1 2322382"/>
                <a:gd name="f2021" fmla="*/ f1431 1 4494734"/>
                <a:gd name="f2022" fmla="*/ f1432 1 2322382"/>
                <a:gd name="f2023" fmla="*/ f1433 1 4494734"/>
                <a:gd name="f2024" fmla="*/ f1434 1 2322382"/>
                <a:gd name="f2025" fmla="*/ f1435 1 4494734"/>
                <a:gd name="f2026" fmla="*/ f1436 1 2322382"/>
                <a:gd name="f2027" fmla="*/ f1437 1 4494734"/>
                <a:gd name="f2028" fmla="*/ f1438 1 2322382"/>
                <a:gd name="f2029" fmla="*/ f1439 1 4494734"/>
                <a:gd name="f2030" fmla="*/ f1440 1 2322382"/>
                <a:gd name="f2031" fmla="*/ f1441 1 4494734"/>
                <a:gd name="f2032" fmla="*/ f1442 1 2322382"/>
                <a:gd name="f2033" fmla="*/ f1443 1 4494734"/>
                <a:gd name="f2034" fmla="*/ f1444 1 2322382"/>
                <a:gd name="f2035" fmla="*/ f1445 1 4494734"/>
                <a:gd name="f2036" fmla="*/ f1446 1 4494734"/>
                <a:gd name="f2037" fmla="*/ f1447 1 2322382"/>
                <a:gd name="f2038" fmla="*/ f1448 1 4494734"/>
                <a:gd name="f2039" fmla="*/ f1449 1 2322382"/>
                <a:gd name="f2040" fmla="*/ f1450 1 2322382"/>
                <a:gd name="f2041" fmla="*/ f1451 1 4494734"/>
                <a:gd name="f2042" fmla="*/ f1452 1 4494734"/>
                <a:gd name="f2043" fmla="*/ f1453 1 2322382"/>
                <a:gd name="f2044" fmla="*/ f1454 1 4494734"/>
                <a:gd name="f2045" fmla="*/ f1455 1 2322382"/>
                <a:gd name="f2046" fmla="*/ f1456 1 4494734"/>
                <a:gd name="f2047" fmla="*/ f1457 1 2322382"/>
                <a:gd name="f2048" fmla="*/ f1458 1 4494734"/>
                <a:gd name="f2049" fmla="*/ f1459 1 2322382"/>
                <a:gd name="f2050" fmla="*/ f1460 1 4494734"/>
                <a:gd name="f2051" fmla="*/ f1461 1 2322382"/>
                <a:gd name="f2052" fmla="*/ f1462 1 4494734"/>
                <a:gd name="f2053" fmla="*/ f1463 1 4494734"/>
                <a:gd name="f2054" fmla="*/ f1464 1 4494734"/>
                <a:gd name="f2055" fmla="*/ f1465 1 4494734"/>
                <a:gd name="f2056" fmla="*/ f1466 1 2322382"/>
                <a:gd name="f2057" fmla="*/ f1467 1 4494734"/>
                <a:gd name="f2058" fmla="*/ f1468 1 4494734"/>
                <a:gd name="f2059" fmla="*/ f1469 1 4494734"/>
                <a:gd name="f2060" fmla="*/ f1470 1 2322382"/>
                <a:gd name="f2061" fmla="*/ f1471 1 4494734"/>
                <a:gd name="f2062" fmla="*/ f1472 1 2322382"/>
                <a:gd name="f2063" fmla="*/ f1473 1 4494734"/>
                <a:gd name="f2064" fmla="*/ f1474 1 2322382"/>
                <a:gd name="f2065" fmla="*/ f1475 1 4494734"/>
                <a:gd name="f2066" fmla="*/ f1476 1 2322382"/>
                <a:gd name="f2067" fmla="*/ f1477 1 4494734"/>
                <a:gd name="f2068" fmla="*/ f1478 1 2322382"/>
                <a:gd name="f2069" fmla="*/ f1479 1 4494734"/>
                <a:gd name="f2070" fmla="*/ f1480 1 2322382"/>
                <a:gd name="f2071" fmla="*/ f1481 1 4494734"/>
                <a:gd name="f2072" fmla="*/ f1482 1 2322382"/>
                <a:gd name="f2073" fmla="*/ f1483 1 4494734"/>
                <a:gd name="f2074" fmla="*/ f1484 1 2322382"/>
                <a:gd name="f2075" fmla="*/ f1485 1 4494734"/>
                <a:gd name="f2076" fmla="*/ f1486 1 2322382"/>
                <a:gd name="f2077" fmla="*/ f1487 1 4494734"/>
                <a:gd name="f2078" fmla="*/ f1488 1 4494734"/>
                <a:gd name="f2079" fmla="*/ f1489 1 2322382"/>
                <a:gd name="f2080" fmla="*/ f1490 1 4494734"/>
                <a:gd name="f2081" fmla="*/ f1491 1 2322382"/>
                <a:gd name="f2082" fmla="*/ f1492 1 4494734"/>
                <a:gd name="f2083" fmla="*/ f1493 1 2322382"/>
                <a:gd name="f2084" fmla="*/ f1494 1 4494734"/>
                <a:gd name="f2085" fmla="*/ f1495 1 2322382"/>
                <a:gd name="f2086" fmla="*/ f1496 1 4494734"/>
                <a:gd name="f2087" fmla="*/ f1497 1 2322382"/>
                <a:gd name="f2088" fmla="*/ f1498 1 4494734"/>
                <a:gd name="f2089" fmla="*/ f1499 1 2322382"/>
                <a:gd name="f2090" fmla="*/ f1500 1 4494734"/>
                <a:gd name="f2091" fmla="*/ f1501 1 2322382"/>
                <a:gd name="f2092" fmla="*/ f1502 1 4494734"/>
                <a:gd name="f2093" fmla="*/ f1503 1 2322382"/>
                <a:gd name="f2094" fmla="*/ f1504 1 2322382"/>
                <a:gd name="f2095" fmla="*/ f1505 1 4494734"/>
                <a:gd name="f2096" fmla="*/ f1506 1 2322382"/>
                <a:gd name="f2097" fmla="*/ f1507 1 4494734"/>
                <a:gd name="f2098" fmla="*/ f1508 1 2322382"/>
                <a:gd name="f2099" fmla="*/ f1509 1 4494734"/>
                <a:gd name="f2100" fmla="*/ f1510 1 2322382"/>
                <a:gd name="f2101" fmla="*/ f1511 1 4494734"/>
                <a:gd name="f2102" fmla="*/ f1512 1 2322382"/>
                <a:gd name="f2103" fmla="*/ f1513 1 4494734"/>
                <a:gd name="f2104" fmla="*/ f1514 1 2322382"/>
                <a:gd name="f2105" fmla="*/ f1515 1 4494734"/>
                <a:gd name="f2106" fmla="*/ f1516 1 4494734"/>
                <a:gd name="f2107" fmla="*/ f1517 1 2322382"/>
                <a:gd name="f2108" fmla="*/ f1518 1 4494734"/>
                <a:gd name="f2109" fmla="*/ f1519 1 2322382"/>
                <a:gd name="f2110" fmla="*/ f1520 1 4494734"/>
                <a:gd name="f2111" fmla="*/ f1521 1 2322382"/>
                <a:gd name="f2112" fmla="*/ f1522 1 4494734"/>
                <a:gd name="f2113" fmla="*/ f1523 1 2322382"/>
                <a:gd name="f2114" fmla="*/ f1524 1 4494734"/>
                <a:gd name="f2115" fmla="*/ f1525 1 2322382"/>
                <a:gd name="f2116" fmla="*/ f1526 1 4494734"/>
                <a:gd name="f2117" fmla="*/ f1527 1 2322382"/>
                <a:gd name="f2118" fmla="*/ f1528 1 4494734"/>
                <a:gd name="f2119" fmla="*/ f1529 1 2322382"/>
                <a:gd name="f2120" fmla="*/ f1530 1 4494734"/>
                <a:gd name="f2121" fmla="*/ f1531 1 4494734"/>
                <a:gd name="f2122" fmla="*/ f1532 1 2322382"/>
                <a:gd name="f2123" fmla="*/ f1533 1 4494734"/>
                <a:gd name="f2124" fmla="*/ f1534 1 2322382"/>
                <a:gd name="f2125" fmla="*/ f1535 1 4494734"/>
                <a:gd name="f2126" fmla="*/ f1536 1 2322382"/>
                <a:gd name="f2127" fmla="*/ f1537 1 4494734"/>
                <a:gd name="f2128" fmla="*/ f1538 1 2322382"/>
                <a:gd name="f2129" fmla="*/ f1539 1 4494734"/>
                <a:gd name="f2130" fmla="*/ f1540 1 2322382"/>
                <a:gd name="f2131" fmla="*/ f1541 1 4494734"/>
                <a:gd name="f2132" fmla="*/ f1542 1 2322382"/>
                <a:gd name="f2133" fmla="*/ f1543 1 4494734"/>
                <a:gd name="f2134" fmla="*/ f1544 1 2322382"/>
                <a:gd name="f2135" fmla="*/ f1545 1 4494734"/>
                <a:gd name="f2136" fmla="*/ f1546 1 2322382"/>
                <a:gd name="f2137" fmla="*/ f1547 1 4494734"/>
                <a:gd name="f2138" fmla="*/ f1548 1 2322382"/>
                <a:gd name="f2139" fmla="*/ f1549 1 4494734"/>
                <a:gd name="f2140" fmla="*/ f1550 1 4494734"/>
                <a:gd name="f2141" fmla="*/ f1551 1 2322382"/>
                <a:gd name="f2142" fmla="*/ f1552 1 4494734"/>
                <a:gd name="f2143" fmla="*/ f1553 1 4494734"/>
                <a:gd name="f2144" fmla="*/ f1554 1 2322382"/>
                <a:gd name="f2145" fmla="*/ f1555 1 4494734"/>
                <a:gd name="f2146" fmla="*/ f1556 1 2322382"/>
                <a:gd name="f2147" fmla="*/ f1557 1 4494734"/>
                <a:gd name="f2148" fmla="*/ f1558 1 2322382"/>
                <a:gd name="f2149" fmla="*/ f1559 1 4494734"/>
                <a:gd name="f2150" fmla="*/ f1560 1 4494734"/>
                <a:gd name="f2151" fmla="*/ f1561 1 4494734"/>
                <a:gd name="f2152" fmla="*/ f1562 1 2322382"/>
                <a:gd name="f2153" fmla="*/ f1563 1 4494734"/>
                <a:gd name="f2154" fmla="*/ f1564 1 2322382"/>
                <a:gd name="f2155" fmla="*/ f1565 1 4494734"/>
                <a:gd name="f2156" fmla="*/ f1566 1 2322382"/>
                <a:gd name="f2157" fmla="*/ f1567 1 4494734"/>
                <a:gd name="f2158" fmla="*/ f1568 1 2322382"/>
                <a:gd name="f2159" fmla="*/ f1569 1 4494734"/>
                <a:gd name="f2160" fmla="*/ f1570 1 2322382"/>
                <a:gd name="f2161" fmla="*/ f1571 1 4494734"/>
                <a:gd name="f2162" fmla="*/ f1572 1 2322382"/>
                <a:gd name="f2163" fmla="*/ f1573 1 4494734"/>
                <a:gd name="f2164" fmla="*/ f1574 1 2322382"/>
                <a:gd name="f2165" fmla="*/ f1575 1 4494734"/>
                <a:gd name="f2166" fmla="*/ f1576 1 2322382"/>
                <a:gd name="f2167" fmla="*/ f1577 1 4494734"/>
                <a:gd name="f2168" fmla="*/ f1578 1 2322382"/>
                <a:gd name="f2169" fmla="*/ f1579 1 4494734"/>
                <a:gd name="f2170" fmla="*/ f1580 1 2322382"/>
                <a:gd name="f2171" fmla="*/ f1581 1 4494734"/>
                <a:gd name="f2172" fmla="*/ f1582 1 2322382"/>
                <a:gd name="f2173" fmla="*/ f1583 1 4494734"/>
                <a:gd name="f2174" fmla="*/ f1584 1 2322382"/>
                <a:gd name="f2175" fmla="*/ f1585 1 2322382"/>
                <a:gd name="f2176" fmla="*/ f1586 1 2322382"/>
                <a:gd name="f2177" fmla="*/ f1587 1 4494734"/>
                <a:gd name="f2178" fmla="*/ f1588 1 2322382"/>
                <a:gd name="f2179" fmla="*/ f1589 1 2322382"/>
                <a:gd name="f2180" fmla="*/ f1590 1 2322382"/>
                <a:gd name="f2181" fmla="*/ f1591 1 4494734"/>
                <a:gd name="f2182" fmla="*/ f1592 1 2322382"/>
                <a:gd name="f2183" fmla="*/ f1593 1 4494734"/>
                <a:gd name="f2184" fmla="*/ f1594 1 4494734"/>
                <a:gd name="f2185" fmla="*/ f1595 1 2322382"/>
                <a:gd name="f2186" fmla="*/ f1596 1 4494734"/>
                <a:gd name="f2187" fmla="*/ f1597 1 4494734"/>
                <a:gd name="f2188" fmla="*/ f1598 1 4494734"/>
                <a:gd name="f2189" fmla="*/ f1599 1 2322382"/>
                <a:gd name="f2190" fmla="*/ f1600 1 4494734"/>
                <a:gd name="f2191" fmla="*/ f1601 1 2322382"/>
                <a:gd name="f2192" fmla="*/ f1602 1 4494734"/>
                <a:gd name="f2193" fmla="*/ f1603 1 2322382"/>
                <a:gd name="f2194" fmla="*/ f1604 1 4494734"/>
                <a:gd name="f2195" fmla="*/ f1605 1 2322382"/>
                <a:gd name="f2196" fmla="*/ f1606 1 4494734"/>
                <a:gd name="f2197" fmla="*/ f1607 1 2322382"/>
                <a:gd name="f2198" fmla="*/ f1608 1 4494734"/>
                <a:gd name="f2199" fmla="*/ f1609 1 2322382"/>
                <a:gd name="f2200" fmla="*/ f1610 1 4494734"/>
                <a:gd name="f2201" fmla="*/ f1611 1 4494734"/>
                <a:gd name="f2202" fmla="*/ f1612 1 4494734"/>
                <a:gd name="f2203" fmla="*/ f1613 1 2322382"/>
                <a:gd name="f2204" fmla="*/ f1614 1 4494734"/>
                <a:gd name="f2205" fmla="*/ f1615 1 2322382"/>
                <a:gd name="f2206" fmla="*/ f1616 1 4494734"/>
                <a:gd name="f2207" fmla="*/ f1617 1 2322382"/>
                <a:gd name="f2208" fmla="*/ f1618 1 4494734"/>
                <a:gd name="f2209" fmla="*/ f1619 1 2322382"/>
                <a:gd name="f2210" fmla="*/ f1620 1 4494734"/>
                <a:gd name="f2211" fmla="*/ f1621 1 2322382"/>
                <a:gd name="f2212" fmla="*/ f1622 1 4494734"/>
                <a:gd name="f2213" fmla="*/ f1623 1 2322382"/>
                <a:gd name="f2214" fmla="*/ f1624 1 4494734"/>
                <a:gd name="f2215" fmla="*/ f1625 1 2322382"/>
                <a:gd name="f2216" fmla="*/ f1626 1 4494734"/>
                <a:gd name="f2217" fmla="*/ f1627 1 2322382"/>
                <a:gd name="f2218" fmla="*/ f1628 1 4494734"/>
                <a:gd name="f2219" fmla="*/ f1629 1 2322382"/>
                <a:gd name="f2220" fmla="*/ f1630 1 4494734"/>
                <a:gd name="f2221" fmla="*/ f1631 1 4494734"/>
                <a:gd name="f2222" fmla="*/ f1632 1 2322382"/>
                <a:gd name="f2223" fmla="*/ f1633 1 4494734"/>
                <a:gd name="f2224" fmla="*/ f1634 1 2322382"/>
                <a:gd name="f2225" fmla="*/ f1635 1 4494734"/>
                <a:gd name="f2226" fmla="*/ f1636 1 2322382"/>
                <a:gd name="f2227" fmla="*/ f1637 1 2322382"/>
                <a:gd name="f2228" fmla="*/ f1638 1 4494734"/>
                <a:gd name="f2229" fmla="*/ f1639 1 2322382"/>
                <a:gd name="f2230" fmla="*/ f1640 1 4494734"/>
                <a:gd name="f2231" fmla="*/ f1641 1 2322382"/>
                <a:gd name="f2232" fmla="*/ f1642 1 4494734"/>
                <a:gd name="f2233" fmla="*/ f1643 1 2322382"/>
                <a:gd name="f2234" fmla="*/ f1644 1 2322382"/>
                <a:gd name="f2235" fmla="*/ f1645 1 4494734"/>
                <a:gd name="f2236" fmla="*/ f1646 1 2322382"/>
                <a:gd name="f2237" fmla="*/ f1647 1 4494734"/>
                <a:gd name="f2238" fmla="*/ f1648 1 2322382"/>
                <a:gd name="f2239" fmla="*/ f1649 1 4494734"/>
                <a:gd name="f2240" fmla="*/ f1650 1 2322382"/>
                <a:gd name="f2241" fmla="*/ f1651 1 4494734"/>
                <a:gd name="f2242" fmla="*/ f1652 1 4494734"/>
                <a:gd name="f2243" fmla="*/ f1653 1 2322382"/>
                <a:gd name="f2244" fmla="*/ f1654 1 4494734"/>
                <a:gd name="f2245" fmla="*/ f1655 1 2322382"/>
                <a:gd name="f2246" fmla="*/ f1656 1 4494734"/>
                <a:gd name="f2247" fmla="*/ f1657 1 2322382"/>
                <a:gd name="f2248" fmla="*/ f1658 1 4494734"/>
                <a:gd name="f2249" fmla="*/ f1659 1 2322382"/>
                <a:gd name="f2250" fmla="*/ f1660 1 4494734"/>
                <a:gd name="f2251" fmla="*/ f1661 1 2322382"/>
                <a:gd name="f2252" fmla="*/ f1662 1 4494734"/>
                <a:gd name="f2253" fmla="*/ f1663 1 2322382"/>
                <a:gd name="f2254" fmla="*/ f1664 1 2322382"/>
                <a:gd name="f2255" fmla="*/ f1665 1 4494734"/>
                <a:gd name="f2256" fmla="*/ f1666 1 2322382"/>
                <a:gd name="f2257" fmla="*/ f1667 1 2322382"/>
                <a:gd name="f2258" fmla="*/ f1668 1 4494734"/>
                <a:gd name="f2259" fmla="*/ f1669 1 2322382"/>
                <a:gd name="f2260" fmla="*/ f1670 1 4494734"/>
                <a:gd name="f2261" fmla="*/ f1671 1 4494734"/>
                <a:gd name="f2262" fmla="*/ f1672 1 4494734"/>
                <a:gd name="f2263" fmla="*/ f1673 1 4494734"/>
                <a:gd name="f2264" fmla="*/ f1674 1 2322382"/>
                <a:gd name="f2265" fmla="*/ f1675 1 4494734"/>
                <a:gd name="f2266" fmla="*/ f1676 1 2322382"/>
                <a:gd name="f2267" fmla="*/ f1677 1 4494734"/>
                <a:gd name="f2268" fmla="*/ f1678 1 2322382"/>
                <a:gd name="f2269" fmla="*/ f1679 1 4494734"/>
                <a:gd name="f2270" fmla="*/ f1680 1 2322382"/>
                <a:gd name="f2271" fmla="*/ f1681 1 4494734"/>
                <a:gd name="f2272" fmla="*/ f1682 1 2322382"/>
                <a:gd name="f2273" fmla="*/ f1683 1 4494734"/>
                <a:gd name="f2274" fmla="*/ f1684 1 2322382"/>
                <a:gd name="f2275" fmla="*/ f1685 1 2322382"/>
                <a:gd name="f2276" fmla="*/ f1686 1 4494734"/>
                <a:gd name="f2277" fmla="*/ f1687 1 2322382"/>
                <a:gd name="f2278" fmla="*/ f1688 1 2322382"/>
                <a:gd name="f2279" fmla="*/ f1689 1 4494734"/>
                <a:gd name="f2280" fmla="*/ f1690 1 2322382"/>
                <a:gd name="f2281" fmla="*/ f1691 1 4494734"/>
                <a:gd name="f2282" fmla="*/ f1692 1 4494734"/>
                <a:gd name="f2283" fmla="*/ f1693 1 4494734"/>
                <a:gd name="f2284" fmla="*/ f1694 1 4494734"/>
                <a:gd name="f2285" fmla="*/ f1695 1 2322382"/>
                <a:gd name="f2286" fmla="*/ f1696 1 4494734"/>
                <a:gd name="f2287" fmla="*/ f1697 1 2322382"/>
                <a:gd name="f2288" fmla="*/ f1698 1 4494734"/>
                <a:gd name="f2289" fmla="*/ f1699 1 2322382"/>
                <a:gd name="f2290" fmla="*/ f1700 1 4494734"/>
                <a:gd name="f2291" fmla="*/ f1701 1 2322382"/>
                <a:gd name="f2292" fmla="*/ f1702 1 4494734"/>
                <a:gd name="f2293" fmla="*/ f1703 1 4494734"/>
                <a:gd name="f2294" fmla="*/ f1704 1 4494734"/>
                <a:gd name="f2295" fmla="*/ f1705 1 2322382"/>
                <a:gd name="f2296" fmla="*/ f1706 1 2322382"/>
                <a:gd name="f2297" fmla="*/ f1707 1 4494734"/>
                <a:gd name="f2298" fmla="*/ f1708 1 2322382"/>
                <a:gd name="f2299" fmla="*/ f1709 1 4494734"/>
                <a:gd name="f2300" fmla="*/ f1710 1 2322382"/>
                <a:gd name="f2301" fmla="*/ f1711 1 4494734"/>
                <a:gd name="f2302" fmla="*/ f1712 1 2322382"/>
                <a:gd name="f2303" fmla="*/ f1713 1 4494734"/>
                <a:gd name="f2304" fmla="*/ f1714 1 2322382"/>
                <a:gd name="f2305" fmla="*/ f1715 1 4494734"/>
                <a:gd name="f2306" fmla="*/ f1716 1 2322382"/>
                <a:gd name="f2307" fmla="*/ f1717 1 4494734"/>
                <a:gd name="f2308" fmla="*/ f1718 1 2322382"/>
                <a:gd name="f2309" fmla="*/ f1719 1 4494734"/>
                <a:gd name="f2310" fmla="*/ f1720 1 2322382"/>
                <a:gd name="f2311" fmla="*/ f1721 1 4494734"/>
                <a:gd name="f2312" fmla="*/ f1722 1 2322382"/>
                <a:gd name="f2313" fmla="*/ f1723 1 4494734"/>
                <a:gd name="f2314" fmla="*/ f1724 1 2322382"/>
                <a:gd name="f2315" fmla="*/ f1725 1 4494734"/>
                <a:gd name="f2316" fmla="*/ f1726 1 2322382"/>
                <a:gd name="f2317" fmla="*/ f1727 1 4494734"/>
                <a:gd name="f2318" fmla="*/ f1728 1 2322382"/>
                <a:gd name="f2319" fmla="*/ f1729 1 4494734"/>
                <a:gd name="f2320" fmla="*/ f1730 1 2322382"/>
                <a:gd name="f2321" fmla="*/ f1731 1 4494734"/>
                <a:gd name="f2322" fmla="*/ f1732 1 2322382"/>
                <a:gd name="f2323" fmla="*/ f1733 1 4494734"/>
                <a:gd name="f2324" fmla="*/ f1734 1 2322382"/>
                <a:gd name="f2325" fmla="*/ f1735 1 4494734"/>
                <a:gd name="f2326" fmla="*/ f1736 1 2322382"/>
                <a:gd name="f2327" fmla="*/ f1737 1 4494734"/>
                <a:gd name="f2328" fmla="*/ f1738 1 2322382"/>
                <a:gd name="f2329" fmla="*/ f1739 1 4494734"/>
                <a:gd name="f2330" fmla="*/ f1740 1 2322382"/>
                <a:gd name="f2331" fmla="*/ f1741 1 4494734"/>
                <a:gd name="f2332" fmla="*/ f1742 1 2322382"/>
                <a:gd name="f2333" fmla="*/ f1743 1 4494734"/>
                <a:gd name="f2334" fmla="*/ f1744 1 2322382"/>
                <a:gd name="f2335" fmla="*/ f1745 1 4494734"/>
                <a:gd name="f2336" fmla="*/ f1746 1 2322382"/>
                <a:gd name="f2337" fmla="*/ f1747 1 4494734"/>
                <a:gd name="f2338" fmla="*/ f1748 1 2322382"/>
                <a:gd name="f2339" fmla="*/ f1749 1 4494734"/>
                <a:gd name="f2340" fmla="*/ f1750 1 2322382"/>
                <a:gd name="f2341" fmla="*/ f1751 1 4494734"/>
                <a:gd name="f2342" fmla="*/ f1752 1 2322382"/>
                <a:gd name="f2343" fmla="*/ f1753 1 4494734"/>
                <a:gd name="f2344" fmla="*/ f1754 1 2322382"/>
                <a:gd name="f2345" fmla="*/ f1755 1 4494734"/>
                <a:gd name="f2346" fmla="*/ f1756 1 2322382"/>
                <a:gd name="f2347" fmla="*/ f1757 1 4494734"/>
                <a:gd name="f2348" fmla="*/ f1758 1 2322382"/>
                <a:gd name="f2349" fmla="*/ f1759 1 4494734"/>
                <a:gd name="f2350" fmla="*/ f1760 1 2322382"/>
                <a:gd name="f2351" fmla="*/ f1761 1 4494734"/>
                <a:gd name="f2352" fmla="*/ f1762 1 2322382"/>
                <a:gd name="f2353" fmla="*/ f1763 1 4494734"/>
                <a:gd name="f2354" fmla="*/ f1764 1 2322382"/>
                <a:gd name="f2355" fmla="*/ f1765 1 4494734"/>
                <a:gd name="f2356" fmla="*/ f1766 1 2322382"/>
                <a:gd name="f2357" fmla="*/ f1767 1 4494734"/>
                <a:gd name="f2358" fmla="*/ f1768 1 2322382"/>
                <a:gd name="f2359" fmla="*/ f1769 1 4494734"/>
                <a:gd name="f2360" fmla="*/ f1770 1 2322382"/>
                <a:gd name="f2361" fmla="*/ f1771 1 4494734"/>
                <a:gd name="f2362" fmla="*/ f1772 1 2322382"/>
                <a:gd name="f2363" fmla="*/ f1773 1 4494734"/>
                <a:gd name="f2364" fmla="*/ f1774 1 2322382"/>
                <a:gd name="f2365" fmla="*/ f1775 1 4494734"/>
                <a:gd name="f2366" fmla="*/ f1776 1 2322382"/>
                <a:gd name="f2367" fmla="*/ f1777 1 4494734"/>
                <a:gd name="f2368" fmla="*/ f1778 1 2322382"/>
                <a:gd name="f2369" fmla="*/ f1779 1 4494734"/>
                <a:gd name="f2370" fmla="*/ f1780 1 2322382"/>
                <a:gd name="f2371" fmla="*/ f1781 1 4494734"/>
                <a:gd name="f2372" fmla="*/ f1782 1 2322382"/>
                <a:gd name="f2373" fmla="*/ f1783 1 2322382"/>
                <a:gd name="f2374" fmla="*/ f1784 1 4494734"/>
                <a:gd name="f2375" fmla="*/ f1785 1 2322382"/>
                <a:gd name="f2376" fmla="*/ f1786 1 4494734"/>
                <a:gd name="f2377" fmla="*/ f1787 1 2322382"/>
                <a:gd name="f2378" fmla="*/ f1788 1 4494734"/>
                <a:gd name="f2379" fmla="*/ f1789 1 2322382"/>
                <a:gd name="f2380" fmla="*/ f1790 1 4494734"/>
                <a:gd name="f2381" fmla="*/ f1791 1 2322382"/>
                <a:gd name="f2382" fmla="*/ f1792 1 4494734"/>
                <a:gd name="f2383" fmla="*/ f1793 1 2322382"/>
                <a:gd name="f2384" fmla="*/ f1794 1 4494734"/>
                <a:gd name="f2385" fmla="*/ f1795 1 2322382"/>
                <a:gd name="f2386" fmla="*/ f1796 1 4494734"/>
                <a:gd name="f2387" fmla="*/ f1797 1 2322382"/>
                <a:gd name="f2388" fmla="*/ f1798 1 4494734"/>
                <a:gd name="f2389" fmla="*/ f1799 1 2322382"/>
                <a:gd name="f2390" fmla="*/ f1800 1 4494734"/>
                <a:gd name="f2391" fmla="*/ f1801 1 2322382"/>
                <a:gd name="f2392" fmla="*/ f1802 1 4494734"/>
                <a:gd name="f2393" fmla="*/ f1803 1 2322382"/>
                <a:gd name="f2394" fmla="*/ f1804 1 4494734"/>
                <a:gd name="f2395" fmla="*/ f1805 1 2322382"/>
                <a:gd name="f2396" fmla="*/ f1806 1 2322382"/>
                <a:gd name="f2397" fmla="*/ f1807 1 2322382"/>
                <a:gd name="f2398" fmla="*/ f1808 1 2322382"/>
                <a:gd name="f2399" fmla="*/ f1809 1 4494734"/>
                <a:gd name="f2400" fmla="*/ f1810 1 2322382"/>
                <a:gd name="f2401" fmla="*/ f1811 1 4494734"/>
                <a:gd name="f2402" fmla="*/ f1812 1 2322382"/>
                <a:gd name="f2403" fmla="*/ f1813 1 4494734"/>
                <a:gd name="f2404" fmla="*/ f1814 1 2322382"/>
                <a:gd name="f2405" fmla="*/ f1815 1 4494734"/>
                <a:gd name="f2406" fmla="*/ f1816 1 2322382"/>
                <a:gd name="f2407" fmla="*/ f1817 1 4494734"/>
                <a:gd name="f2408" fmla="*/ f1818 1 2322382"/>
                <a:gd name="f2409" fmla="*/ f1819 1 4494734"/>
                <a:gd name="f2410" fmla="*/ f1820 1 2322382"/>
                <a:gd name="f2411" fmla="*/ f1821 1 4494734"/>
                <a:gd name="f2412" fmla="*/ f1822 1 2322382"/>
                <a:gd name="f2413" fmla="*/ f1823 1 2322382"/>
                <a:gd name="f2414" fmla="*/ f1824 1 2322382"/>
                <a:gd name="f2415" fmla="*/ f1825 1 4494734"/>
                <a:gd name="f2416" fmla="*/ f1826 1 2322382"/>
                <a:gd name="f2417" fmla="*/ f1827 1 4494734"/>
                <a:gd name="f2418" fmla="*/ f1828 1 4494734"/>
                <a:gd name="f2419" fmla="*/ f1829 1 4494734"/>
                <a:gd name="f2420" fmla="*/ f1830 1 2322382"/>
                <a:gd name="f2421" fmla="*/ f1831 1 4494734"/>
                <a:gd name="f2422" fmla="*/ f1832 1 2322382"/>
                <a:gd name="f2423" fmla="*/ f1833 1 4494734"/>
                <a:gd name="f2424" fmla="*/ f1834 1 4494734"/>
                <a:gd name="f2425" fmla="*/ f1835 1 4494734"/>
                <a:gd name="f2426" fmla="*/ f1836 1 2322382"/>
                <a:gd name="f2427" fmla="*/ f1837 1 4494734"/>
                <a:gd name="f2428" fmla="*/ f1838 1 2322382"/>
                <a:gd name="f2429" fmla="*/ f1839 1 4494734"/>
                <a:gd name="f2430" fmla="*/ f1840 1 2322382"/>
                <a:gd name="f2431" fmla="*/ f1841 1 2322382"/>
                <a:gd name="f2432" fmla="*/ f1842 1 2322382"/>
                <a:gd name="f2433" fmla="*/ f1843 1 4494734"/>
                <a:gd name="f2434" fmla="*/ f1844 1 2322382"/>
                <a:gd name="f2435" fmla="*/ f1845 1 4494734"/>
                <a:gd name="f2436" fmla="*/ f1846 1 4494734"/>
                <a:gd name="f2437" fmla="*/ f1847 1 2322382"/>
                <a:gd name="f2438" fmla="*/ f1848 1 4494734"/>
                <a:gd name="f2439" fmla="*/ f1849 1 4494734"/>
                <a:gd name="f2440" fmla="*/ f1850 1 4494734"/>
                <a:gd name="f2441" fmla="*/ f1851 1 4494734"/>
                <a:gd name="f2442" fmla="*/ f1852 1 4494734"/>
                <a:gd name="f2443" fmla="*/ f1853 1 4494734"/>
                <a:gd name="f2444" fmla="*/ f1854 1 4494734"/>
                <a:gd name="f2445" fmla="*/ f1855 1 4494734"/>
                <a:gd name="f2446" fmla="*/ f1856 1 2322382"/>
                <a:gd name="f2447" fmla="*/ f1857 1 4494734"/>
                <a:gd name="f2448" fmla="*/ f1858 1 2322382"/>
                <a:gd name="f2449" fmla="*/ f1859 1 4494734"/>
                <a:gd name="f2450" fmla="*/ f1860 1 2322382"/>
                <a:gd name="f2451" fmla="*/ f1861 1 4494734"/>
                <a:gd name="f2452" fmla="*/ f1862 1 2322382"/>
                <a:gd name="f2453" fmla="*/ f1863 1 4494734"/>
                <a:gd name="f2454" fmla="*/ f1864 1 2322382"/>
                <a:gd name="f2455" fmla="*/ f1865 1 4494734"/>
                <a:gd name="f2456" fmla="*/ f1866 1 4494734"/>
                <a:gd name="f2457" fmla="*/ f1867 1 2322382"/>
                <a:gd name="f2458" fmla="*/ f1868 1 4494734"/>
                <a:gd name="f2459" fmla="*/ f1869 1 2322382"/>
                <a:gd name="f2460" fmla="*/ f1870 1 4494734"/>
                <a:gd name="f2461" fmla="*/ f1871 1 2322382"/>
                <a:gd name="f2462" fmla="*/ f1872 1 4494734"/>
                <a:gd name="f2463" fmla="*/ f1873 1 4494734"/>
                <a:gd name="f2464" fmla="*/ f1874 1 2322382"/>
                <a:gd name="f2465" fmla="*/ f1875 1 4494734"/>
                <a:gd name="f2466" fmla="*/ f1876 1 2322382"/>
                <a:gd name="f2467" fmla="*/ f1877 1 4494734"/>
                <a:gd name="f2468" fmla="*/ f1878 1 2322382"/>
                <a:gd name="f2469" fmla="*/ f1879 1 2322382"/>
                <a:gd name="f2470" fmla="*/ f1880 1 4494734"/>
                <a:gd name="f2471" fmla="*/ f1881 1 2322382"/>
                <a:gd name="f2472" fmla="*/ f1882 1 4494734"/>
                <a:gd name="f2473" fmla="*/ f1883 1 2322382"/>
                <a:gd name="f2474" fmla="*/ f1884 1 4494734"/>
                <a:gd name="f2475" fmla="*/ f1885 1 2322382"/>
                <a:gd name="f2476" fmla="*/ f1886 1 4494734"/>
                <a:gd name="f2477" fmla="*/ f1887 1 2322382"/>
                <a:gd name="f2478" fmla="*/ f1888 1 4494734"/>
                <a:gd name="f2479" fmla="*/ f1889 1 2322382"/>
                <a:gd name="f2480" fmla="*/ f1890 1 4494734"/>
                <a:gd name="f2481" fmla="*/ f1891 1 2322382"/>
                <a:gd name="f2482" fmla="*/ f1892 1 4494734"/>
                <a:gd name="f2483" fmla="*/ f1893 1 2322382"/>
                <a:gd name="f2484" fmla="*/ f1894 1 4494734"/>
                <a:gd name="f2485" fmla="*/ f1895 1 2322382"/>
                <a:gd name="f2486" fmla="*/ f1896 1 4494734"/>
                <a:gd name="f2487" fmla="*/ f1897 1 2322382"/>
                <a:gd name="f2488" fmla="*/ f1898 1 4494734"/>
                <a:gd name="f2489" fmla="*/ f1899 1 4494734"/>
                <a:gd name="f2490" fmla="*/ f1900 1 4494734"/>
                <a:gd name="f2491" fmla="*/ f1901 1 4494734"/>
                <a:gd name="f2492" fmla="*/ f1902 1 2322382"/>
                <a:gd name="f2493" fmla="*/ f1903 1 4494734"/>
                <a:gd name="f2494" fmla="*/ f1904 1 2322382"/>
                <a:gd name="f2495" fmla="*/ f1905 1 4494734"/>
                <a:gd name="f2496" fmla="*/ f1906 1 2322382"/>
                <a:gd name="f2497" fmla="*/ f1907 1 4494734"/>
                <a:gd name="f2498" fmla="*/ f1908 1 2322382"/>
                <a:gd name="f2499" fmla="*/ f1909 1 4494734"/>
                <a:gd name="f2500" fmla="*/ f1910 1 2322382"/>
                <a:gd name="f2501" fmla="*/ f1911 1 4494734"/>
                <a:gd name="f2502" fmla="*/ f1912 1 4494734"/>
                <a:gd name="f2503" fmla="*/ f1913 1 4494734"/>
                <a:gd name="f2504" fmla="*/ f1914 1 2322382"/>
                <a:gd name="f2505" fmla="*/ f1915 1 4494734"/>
                <a:gd name="f2506" fmla="*/ f1916 1 4494734"/>
                <a:gd name="f2507" fmla="*/ f1917 1 4494734"/>
                <a:gd name="f2508" fmla="*/ f1918 1 2322382"/>
                <a:gd name="f2509" fmla="*/ f1919 1 4494734"/>
                <a:gd name="f2510" fmla="*/ f1920 1 2322382"/>
                <a:gd name="f2511" fmla="*/ f1921 1 4494734"/>
                <a:gd name="f2512" fmla="*/ f1922 1 4494734"/>
                <a:gd name="f2513" fmla="*/ f1923 1 2322382"/>
                <a:gd name="f2514" fmla="*/ f1924 1 4494734"/>
                <a:gd name="f2515" fmla="*/ f1925 1 2322382"/>
                <a:gd name="f2516" fmla="*/ f1926 1 4494734"/>
                <a:gd name="f2517" fmla="*/ f1927 1 2322382"/>
                <a:gd name="f2518" fmla="*/ f1928 1 4494734"/>
                <a:gd name="f2519" fmla="*/ f1929 1 2322382"/>
                <a:gd name="f2520" fmla="*/ f1930 1 4494734"/>
                <a:gd name="f2521" fmla="*/ f1931 1 2322382"/>
                <a:gd name="f2522" fmla="*/ f1932 1 4494734"/>
                <a:gd name="f2523" fmla="*/ f1933 1 2322382"/>
                <a:gd name="f2524" fmla="*/ f1934 1 4494734"/>
                <a:gd name="f2525" fmla="*/ f1935 1 4494734"/>
                <a:gd name="f2526" fmla="*/ f1936 1 2322382"/>
                <a:gd name="f2527" fmla="*/ f1937 1 4494734"/>
                <a:gd name="f2528" fmla="*/ f1938 1 2322382"/>
                <a:gd name="f2529" fmla="*/ f1939 1 4494734"/>
                <a:gd name="f2530" fmla="*/ f1940 1 2322382"/>
                <a:gd name="f2531" fmla="*/ f1941 1 4494734"/>
                <a:gd name="f2532" fmla="*/ f1942 1 2322382"/>
                <a:gd name="f2533" fmla="*/ f1943 1 4494734"/>
                <a:gd name="f2534" fmla="*/ f1944 1 2322382"/>
                <a:gd name="f2535" fmla="*/ f1945 1 4494734"/>
                <a:gd name="f2536" fmla="*/ f1946 1 4494734"/>
                <a:gd name="f2537" fmla="*/ f1947 1 2322382"/>
                <a:gd name="f2538" fmla="*/ f1948 1 4494734"/>
                <a:gd name="f2539" fmla="*/ f1949 1 4494734"/>
                <a:gd name="f2540" fmla="*/ f1950 1 4494734"/>
                <a:gd name="f2541" fmla="*/ f1951 1 4494734"/>
                <a:gd name="f2542" fmla="*/ f1952 1 4494734"/>
                <a:gd name="f2543" fmla="*/ f1953 1 2322382"/>
                <a:gd name="f2544" fmla="*/ f1954 1 2322382"/>
                <a:gd name="f2545" fmla="*/ f1357 1 f1364"/>
                <a:gd name="f2546" fmla="*/ f1358 1 f1364"/>
                <a:gd name="f2547" fmla="*/ f1357 1 f1365"/>
                <a:gd name="f2548" fmla="*/ f1359 1 f1365"/>
                <a:gd name="f2549" fmla="*/ f1956 1 f1364"/>
                <a:gd name="f2550" fmla="*/ f1957 1 f1365"/>
                <a:gd name="f2551" fmla="*/ f1958 1 f1364"/>
                <a:gd name="f2552" fmla="*/ f1959 1 f1365"/>
                <a:gd name="f2553" fmla="*/ f1960 1 f1365"/>
                <a:gd name="f2554" fmla="*/ f1961 1 f1364"/>
                <a:gd name="f2555" fmla="*/ f1962 1 f1365"/>
                <a:gd name="f2556" fmla="*/ f1963 1 f1364"/>
                <a:gd name="f2557" fmla="*/ f1964 1 f1365"/>
                <a:gd name="f2558" fmla="*/ f1965 1 f1364"/>
                <a:gd name="f2559" fmla="*/ f1966 1 f1365"/>
                <a:gd name="f2560" fmla="*/ f1967 1 f1364"/>
                <a:gd name="f2561" fmla="*/ f1968 1 f1365"/>
                <a:gd name="f2562" fmla="*/ f1969 1 f1364"/>
                <a:gd name="f2563" fmla="*/ f1970 1 f1365"/>
                <a:gd name="f2564" fmla="*/ f1971 1 f1364"/>
                <a:gd name="f2565" fmla="*/ f1972 1 f1365"/>
                <a:gd name="f2566" fmla="*/ f1973 1 f1364"/>
                <a:gd name="f2567" fmla="*/ f1974 1 f1365"/>
                <a:gd name="f2568" fmla="*/ f1975 1 f1364"/>
                <a:gd name="f2569" fmla="*/ f1976 1 f1365"/>
                <a:gd name="f2570" fmla="*/ f1977 1 f1364"/>
                <a:gd name="f2571" fmla="*/ f1978 1 f1364"/>
                <a:gd name="f2572" fmla="*/ f1979 1 f1365"/>
                <a:gd name="f2573" fmla="*/ f1980 1 f1364"/>
                <a:gd name="f2574" fmla="*/ f1981 1 f1365"/>
                <a:gd name="f2575" fmla="*/ f1982 1 f1364"/>
                <a:gd name="f2576" fmla="*/ f1983 1 f1365"/>
                <a:gd name="f2577" fmla="*/ f1984 1 f1364"/>
                <a:gd name="f2578" fmla="*/ f1985 1 f1365"/>
                <a:gd name="f2579" fmla="*/ f1986 1 f1364"/>
                <a:gd name="f2580" fmla="*/ f1987 1 f1365"/>
                <a:gd name="f2581" fmla="*/ f1988 1 f1364"/>
                <a:gd name="f2582" fmla="*/ f1989 1 f1365"/>
                <a:gd name="f2583" fmla="*/ f1990 1 f1364"/>
                <a:gd name="f2584" fmla="*/ f1991 1 f1365"/>
                <a:gd name="f2585" fmla="*/ f1992 1 f1364"/>
                <a:gd name="f2586" fmla="*/ f1993 1 f1365"/>
                <a:gd name="f2587" fmla="*/ f1994 1 f1364"/>
                <a:gd name="f2588" fmla="*/ f1995 1 f1365"/>
                <a:gd name="f2589" fmla="*/ f1996 1 f1364"/>
                <a:gd name="f2590" fmla="*/ f1997 1 f1365"/>
                <a:gd name="f2591" fmla="*/ f1998 1 f1364"/>
                <a:gd name="f2592" fmla="*/ f1999 1 f1365"/>
                <a:gd name="f2593" fmla="*/ f2000 1 f1364"/>
                <a:gd name="f2594" fmla="*/ f2001 1 f1364"/>
                <a:gd name="f2595" fmla="*/ f2002 1 f1365"/>
                <a:gd name="f2596" fmla="*/ f2003 1 f1364"/>
                <a:gd name="f2597" fmla="*/ f2004 1 f1365"/>
                <a:gd name="f2598" fmla="*/ f2005 1 f1364"/>
                <a:gd name="f2599" fmla="*/ f2006 1 f1365"/>
                <a:gd name="f2600" fmla="*/ f2007 1 f1364"/>
                <a:gd name="f2601" fmla="*/ f2008 1 f1365"/>
                <a:gd name="f2602" fmla="*/ f2009 1 f1364"/>
                <a:gd name="f2603" fmla="*/ f2010 1 f1365"/>
                <a:gd name="f2604" fmla="*/ f2011 1 f1364"/>
                <a:gd name="f2605" fmla="*/ f2012 1 f1365"/>
                <a:gd name="f2606" fmla="*/ f2013 1 f1364"/>
                <a:gd name="f2607" fmla="*/ f2014 1 f1365"/>
                <a:gd name="f2608" fmla="*/ f2015 1 f1364"/>
                <a:gd name="f2609" fmla="*/ f2016 1 f1365"/>
                <a:gd name="f2610" fmla="*/ f2017 1 f1364"/>
                <a:gd name="f2611" fmla="*/ f2018 1 f1365"/>
                <a:gd name="f2612" fmla="*/ f2019 1 f1364"/>
                <a:gd name="f2613" fmla="*/ f2020 1 f1364"/>
                <a:gd name="f2614" fmla="*/ f2021 1 f1365"/>
                <a:gd name="f2615" fmla="*/ f2022 1 f1364"/>
                <a:gd name="f2616" fmla="*/ f2023 1 f1365"/>
                <a:gd name="f2617" fmla="*/ f2024 1 f1364"/>
                <a:gd name="f2618" fmla="*/ f2025 1 f1365"/>
                <a:gd name="f2619" fmla="*/ f2026 1 f1364"/>
                <a:gd name="f2620" fmla="*/ f2027 1 f1365"/>
                <a:gd name="f2621" fmla="*/ f2028 1 f1364"/>
                <a:gd name="f2622" fmla="*/ f2029 1 f1365"/>
                <a:gd name="f2623" fmla="*/ f2030 1 f1364"/>
                <a:gd name="f2624" fmla="*/ f2031 1 f1365"/>
                <a:gd name="f2625" fmla="*/ f2032 1 f1364"/>
                <a:gd name="f2626" fmla="*/ f2033 1 f1365"/>
                <a:gd name="f2627" fmla="*/ f2034 1 f1364"/>
                <a:gd name="f2628" fmla="*/ f2035 1 f1365"/>
                <a:gd name="f2629" fmla="*/ f2036 1 f1365"/>
                <a:gd name="f2630" fmla="*/ f2037 1 f1364"/>
                <a:gd name="f2631" fmla="*/ f2038 1 f1365"/>
                <a:gd name="f2632" fmla="*/ f2039 1 f1364"/>
                <a:gd name="f2633" fmla="*/ f2040 1 f1364"/>
                <a:gd name="f2634" fmla="*/ f2041 1 f1365"/>
                <a:gd name="f2635" fmla="*/ f2042 1 f1365"/>
                <a:gd name="f2636" fmla="*/ f2043 1 f1364"/>
                <a:gd name="f2637" fmla="*/ f2044 1 f1365"/>
                <a:gd name="f2638" fmla="*/ f2045 1 f1364"/>
                <a:gd name="f2639" fmla="*/ f2046 1 f1365"/>
                <a:gd name="f2640" fmla="*/ f2047 1 f1364"/>
                <a:gd name="f2641" fmla="*/ f2048 1 f1365"/>
                <a:gd name="f2642" fmla="*/ f2049 1 f1364"/>
                <a:gd name="f2643" fmla="*/ f2050 1 f1365"/>
                <a:gd name="f2644" fmla="*/ f2051 1 f1364"/>
                <a:gd name="f2645" fmla="*/ f2052 1 f1365"/>
                <a:gd name="f2646" fmla="*/ f2053 1 f1365"/>
                <a:gd name="f2647" fmla="*/ f2054 1 f1365"/>
                <a:gd name="f2648" fmla="*/ f2055 1 f1365"/>
                <a:gd name="f2649" fmla="*/ f2056 1 f1364"/>
                <a:gd name="f2650" fmla="*/ f2057 1 f1365"/>
                <a:gd name="f2651" fmla="*/ f2058 1 f1365"/>
                <a:gd name="f2652" fmla="*/ f2059 1 f1365"/>
                <a:gd name="f2653" fmla="*/ f2060 1 f1364"/>
                <a:gd name="f2654" fmla="*/ f2061 1 f1365"/>
                <a:gd name="f2655" fmla="*/ f2062 1 f1364"/>
                <a:gd name="f2656" fmla="*/ f2063 1 f1365"/>
                <a:gd name="f2657" fmla="*/ f2064 1 f1364"/>
                <a:gd name="f2658" fmla="*/ f2065 1 f1365"/>
                <a:gd name="f2659" fmla="*/ f2066 1 f1364"/>
                <a:gd name="f2660" fmla="*/ f2067 1 f1365"/>
                <a:gd name="f2661" fmla="*/ f2068 1 f1364"/>
                <a:gd name="f2662" fmla="*/ f2069 1 f1365"/>
                <a:gd name="f2663" fmla="*/ f2070 1 f1364"/>
                <a:gd name="f2664" fmla="*/ f2071 1 f1365"/>
                <a:gd name="f2665" fmla="*/ f2072 1 f1364"/>
                <a:gd name="f2666" fmla="*/ f2073 1 f1365"/>
                <a:gd name="f2667" fmla="*/ f2074 1 f1364"/>
                <a:gd name="f2668" fmla="*/ f2075 1 f1365"/>
                <a:gd name="f2669" fmla="*/ f2076 1 f1364"/>
                <a:gd name="f2670" fmla="*/ f2077 1 f1365"/>
                <a:gd name="f2671" fmla="*/ f2078 1 f1365"/>
                <a:gd name="f2672" fmla="*/ f2079 1 f1364"/>
                <a:gd name="f2673" fmla="*/ f2080 1 f1365"/>
                <a:gd name="f2674" fmla="*/ f2081 1 f1364"/>
                <a:gd name="f2675" fmla="*/ f2082 1 f1365"/>
                <a:gd name="f2676" fmla="*/ f2083 1 f1364"/>
                <a:gd name="f2677" fmla="*/ f2084 1 f1365"/>
                <a:gd name="f2678" fmla="*/ f2085 1 f1364"/>
                <a:gd name="f2679" fmla="*/ f2086 1 f1365"/>
                <a:gd name="f2680" fmla="*/ f2087 1 f1364"/>
                <a:gd name="f2681" fmla="*/ f2088 1 f1365"/>
                <a:gd name="f2682" fmla="*/ f2089 1 f1364"/>
                <a:gd name="f2683" fmla="*/ f2090 1 f1365"/>
                <a:gd name="f2684" fmla="*/ f2091 1 f1364"/>
                <a:gd name="f2685" fmla="*/ f2092 1 f1365"/>
                <a:gd name="f2686" fmla="*/ f2093 1 f1364"/>
                <a:gd name="f2687" fmla="*/ f2094 1 f1364"/>
                <a:gd name="f2688" fmla="*/ f2095 1 f1365"/>
                <a:gd name="f2689" fmla="*/ f2096 1 f1364"/>
                <a:gd name="f2690" fmla="*/ f2097 1 f1365"/>
                <a:gd name="f2691" fmla="*/ f2098 1 f1364"/>
                <a:gd name="f2692" fmla="*/ f2099 1 f1365"/>
                <a:gd name="f2693" fmla="*/ f2100 1 f1364"/>
                <a:gd name="f2694" fmla="*/ f2101 1 f1365"/>
                <a:gd name="f2695" fmla="*/ f2102 1 f1364"/>
                <a:gd name="f2696" fmla="*/ f2103 1 f1365"/>
                <a:gd name="f2697" fmla="*/ f2104 1 f1364"/>
                <a:gd name="f2698" fmla="*/ f2105 1 f1365"/>
                <a:gd name="f2699" fmla="*/ f2106 1 f1365"/>
                <a:gd name="f2700" fmla="*/ f2107 1 f1364"/>
                <a:gd name="f2701" fmla="*/ f2108 1 f1365"/>
                <a:gd name="f2702" fmla="*/ f2109 1 f1364"/>
                <a:gd name="f2703" fmla="*/ f2110 1 f1365"/>
                <a:gd name="f2704" fmla="*/ f2111 1 f1364"/>
                <a:gd name="f2705" fmla="*/ f2112 1 f1365"/>
                <a:gd name="f2706" fmla="*/ f2113 1 f1364"/>
                <a:gd name="f2707" fmla="*/ f2114 1 f1365"/>
                <a:gd name="f2708" fmla="*/ f2115 1 f1364"/>
                <a:gd name="f2709" fmla="*/ f2116 1 f1365"/>
                <a:gd name="f2710" fmla="*/ f2117 1 f1364"/>
                <a:gd name="f2711" fmla="*/ f2118 1 f1365"/>
                <a:gd name="f2712" fmla="*/ f2119 1 f1364"/>
                <a:gd name="f2713" fmla="*/ f2120 1 f1365"/>
                <a:gd name="f2714" fmla="*/ f2121 1 f1365"/>
                <a:gd name="f2715" fmla="*/ f2122 1 f1364"/>
                <a:gd name="f2716" fmla="*/ f2123 1 f1365"/>
                <a:gd name="f2717" fmla="*/ f2124 1 f1364"/>
                <a:gd name="f2718" fmla="*/ f2125 1 f1365"/>
                <a:gd name="f2719" fmla="*/ f2126 1 f1364"/>
                <a:gd name="f2720" fmla="*/ f2127 1 f1365"/>
                <a:gd name="f2721" fmla="*/ f2128 1 f1364"/>
                <a:gd name="f2722" fmla="*/ f2129 1 f1365"/>
                <a:gd name="f2723" fmla="*/ f2130 1 f1364"/>
                <a:gd name="f2724" fmla="*/ f2131 1 f1365"/>
                <a:gd name="f2725" fmla="*/ f2132 1 f1364"/>
                <a:gd name="f2726" fmla="*/ f2133 1 f1365"/>
                <a:gd name="f2727" fmla="*/ f2134 1 f1364"/>
                <a:gd name="f2728" fmla="*/ f2135 1 f1365"/>
                <a:gd name="f2729" fmla="*/ f2136 1 f1364"/>
                <a:gd name="f2730" fmla="*/ f2137 1 f1365"/>
                <a:gd name="f2731" fmla="*/ f2138 1 f1364"/>
                <a:gd name="f2732" fmla="*/ f2139 1 f1365"/>
                <a:gd name="f2733" fmla="*/ f2140 1 f1365"/>
                <a:gd name="f2734" fmla="*/ f2141 1 f1364"/>
                <a:gd name="f2735" fmla="*/ f2142 1 f1365"/>
                <a:gd name="f2736" fmla="*/ f2143 1 f1365"/>
                <a:gd name="f2737" fmla="*/ f2144 1 f1364"/>
                <a:gd name="f2738" fmla="*/ f2145 1 f1365"/>
                <a:gd name="f2739" fmla="*/ f2146 1 f1364"/>
                <a:gd name="f2740" fmla="*/ f2147 1 f1365"/>
                <a:gd name="f2741" fmla="*/ f2148 1 f1364"/>
                <a:gd name="f2742" fmla="*/ f2149 1 f1365"/>
                <a:gd name="f2743" fmla="*/ f2150 1 f1365"/>
                <a:gd name="f2744" fmla="*/ f2151 1 f1365"/>
                <a:gd name="f2745" fmla="*/ f2152 1 f1364"/>
                <a:gd name="f2746" fmla="*/ f2153 1 f1365"/>
                <a:gd name="f2747" fmla="*/ f2154 1 f1364"/>
                <a:gd name="f2748" fmla="*/ f2155 1 f1365"/>
                <a:gd name="f2749" fmla="*/ f2156 1 f1364"/>
                <a:gd name="f2750" fmla="*/ f2157 1 f1365"/>
                <a:gd name="f2751" fmla="*/ f2158 1 f1364"/>
                <a:gd name="f2752" fmla="*/ f2159 1 f1365"/>
                <a:gd name="f2753" fmla="*/ f2160 1 f1364"/>
                <a:gd name="f2754" fmla="*/ f2161 1 f1365"/>
                <a:gd name="f2755" fmla="*/ f2162 1 f1364"/>
                <a:gd name="f2756" fmla="*/ f2163 1 f1365"/>
                <a:gd name="f2757" fmla="*/ f2164 1 f1364"/>
                <a:gd name="f2758" fmla="*/ f2165 1 f1365"/>
                <a:gd name="f2759" fmla="*/ f2166 1 f1364"/>
                <a:gd name="f2760" fmla="*/ f2167 1 f1365"/>
                <a:gd name="f2761" fmla="*/ f2168 1 f1364"/>
                <a:gd name="f2762" fmla="*/ f2169 1 f1365"/>
                <a:gd name="f2763" fmla="*/ f2170 1 f1364"/>
                <a:gd name="f2764" fmla="*/ f2171 1 f1365"/>
                <a:gd name="f2765" fmla="*/ f2172 1 f1364"/>
                <a:gd name="f2766" fmla="*/ f2173 1 f1365"/>
                <a:gd name="f2767" fmla="*/ f2174 1 f1364"/>
                <a:gd name="f2768" fmla="*/ f2175 1 f1364"/>
                <a:gd name="f2769" fmla="*/ f2176 1 f1364"/>
                <a:gd name="f2770" fmla="*/ f2177 1 f1365"/>
                <a:gd name="f2771" fmla="*/ f2178 1 f1364"/>
                <a:gd name="f2772" fmla="*/ f2179 1 f1364"/>
                <a:gd name="f2773" fmla="*/ f2180 1 f1364"/>
                <a:gd name="f2774" fmla="*/ f2181 1 f1365"/>
                <a:gd name="f2775" fmla="*/ f2182 1 f1364"/>
                <a:gd name="f2776" fmla="*/ f2183 1 f1365"/>
                <a:gd name="f2777" fmla="*/ f2184 1 f1365"/>
                <a:gd name="f2778" fmla="*/ f2185 1 f1364"/>
                <a:gd name="f2779" fmla="*/ f2186 1 f1365"/>
                <a:gd name="f2780" fmla="*/ f2187 1 f1365"/>
                <a:gd name="f2781" fmla="*/ f2188 1 f1365"/>
                <a:gd name="f2782" fmla="*/ f2189 1 f1364"/>
                <a:gd name="f2783" fmla="*/ f2190 1 f1365"/>
                <a:gd name="f2784" fmla="*/ f2191 1 f1364"/>
                <a:gd name="f2785" fmla="*/ f2192 1 f1365"/>
                <a:gd name="f2786" fmla="*/ f2193 1 f1364"/>
                <a:gd name="f2787" fmla="*/ f2194 1 f1365"/>
                <a:gd name="f2788" fmla="*/ f2195 1 f1364"/>
                <a:gd name="f2789" fmla="*/ f2196 1 f1365"/>
                <a:gd name="f2790" fmla="*/ f2197 1 f1364"/>
                <a:gd name="f2791" fmla="*/ f2198 1 f1365"/>
                <a:gd name="f2792" fmla="*/ f2199 1 f1364"/>
                <a:gd name="f2793" fmla="*/ f2200 1 f1365"/>
                <a:gd name="f2794" fmla="*/ f2201 1 f1365"/>
                <a:gd name="f2795" fmla="*/ f2202 1 f1365"/>
                <a:gd name="f2796" fmla="*/ f2203 1 f1364"/>
                <a:gd name="f2797" fmla="*/ f2204 1 f1365"/>
                <a:gd name="f2798" fmla="*/ f2205 1 f1364"/>
                <a:gd name="f2799" fmla="*/ f2206 1 f1365"/>
                <a:gd name="f2800" fmla="*/ f2207 1 f1364"/>
                <a:gd name="f2801" fmla="*/ f2208 1 f1365"/>
                <a:gd name="f2802" fmla="*/ f2209 1 f1364"/>
                <a:gd name="f2803" fmla="*/ f2210 1 f1365"/>
                <a:gd name="f2804" fmla="*/ f2211 1 f1364"/>
                <a:gd name="f2805" fmla="*/ f2212 1 f1365"/>
                <a:gd name="f2806" fmla="*/ f2213 1 f1364"/>
                <a:gd name="f2807" fmla="*/ f2214 1 f1365"/>
                <a:gd name="f2808" fmla="*/ f2215 1 f1364"/>
                <a:gd name="f2809" fmla="*/ f2216 1 f1365"/>
                <a:gd name="f2810" fmla="*/ f2217 1 f1364"/>
                <a:gd name="f2811" fmla="*/ f2218 1 f1365"/>
                <a:gd name="f2812" fmla="*/ f2219 1 f1364"/>
                <a:gd name="f2813" fmla="*/ f2220 1 f1365"/>
                <a:gd name="f2814" fmla="*/ f2221 1 f1365"/>
                <a:gd name="f2815" fmla="*/ f2222 1 f1364"/>
                <a:gd name="f2816" fmla="*/ f2223 1 f1365"/>
                <a:gd name="f2817" fmla="*/ f2224 1 f1364"/>
                <a:gd name="f2818" fmla="*/ f2225 1 f1365"/>
                <a:gd name="f2819" fmla="*/ f2226 1 f1364"/>
                <a:gd name="f2820" fmla="*/ f2227 1 f1364"/>
                <a:gd name="f2821" fmla="*/ f2228 1 f1365"/>
                <a:gd name="f2822" fmla="*/ f2229 1 f1364"/>
                <a:gd name="f2823" fmla="*/ f2230 1 f1365"/>
                <a:gd name="f2824" fmla="*/ f2231 1 f1364"/>
                <a:gd name="f2825" fmla="*/ f2232 1 f1365"/>
                <a:gd name="f2826" fmla="*/ f2233 1 f1364"/>
                <a:gd name="f2827" fmla="*/ f2234 1 f1364"/>
                <a:gd name="f2828" fmla="*/ f2235 1 f1365"/>
                <a:gd name="f2829" fmla="*/ f2236 1 f1364"/>
                <a:gd name="f2830" fmla="*/ f2237 1 f1365"/>
                <a:gd name="f2831" fmla="*/ f2238 1 f1364"/>
                <a:gd name="f2832" fmla="*/ f2239 1 f1365"/>
                <a:gd name="f2833" fmla="*/ f2240 1 f1364"/>
                <a:gd name="f2834" fmla="*/ f2241 1 f1365"/>
                <a:gd name="f2835" fmla="*/ f2242 1 f1365"/>
                <a:gd name="f2836" fmla="*/ f2243 1 f1364"/>
                <a:gd name="f2837" fmla="*/ f2244 1 f1365"/>
                <a:gd name="f2838" fmla="*/ f2245 1 f1364"/>
                <a:gd name="f2839" fmla="*/ f2246 1 f1365"/>
                <a:gd name="f2840" fmla="*/ f2247 1 f1364"/>
                <a:gd name="f2841" fmla="*/ f2248 1 f1365"/>
                <a:gd name="f2842" fmla="*/ f2249 1 f1364"/>
                <a:gd name="f2843" fmla="*/ f2250 1 f1365"/>
                <a:gd name="f2844" fmla="*/ f2251 1 f1364"/>
                <a:gd name="f2845" fmla="*/ f2252 1 f1365"/>
                <a:gd name="f2846" fmla="*/ f2253 1 f1364"/>
                <a:gd name="f2847" fmla="*/ f2254 1 f1364"/>
                <a:gd name="f2848" fmla="*/ f2255 1 f1365"/>
                <a:gd name="f2849" fmla="*/ f2256 1 f1364"/>
                <a:gd name="f2850" fmla="*/ f2257 1 f1364"/>
                <a:gd name="f2851" fmla="*/ f2258 1 f1365"/>
                <a:gd name="f2852" fmla="*/ f2259 1 f1364"/>
                <a:gd name="f2853" fmla="*/ f2260 1 f1365"/>
                <a:gd name="f2854" fmla="*/ f2261 1 f1365"/>
                <a:gd name="f2855" fmla="*/ f2262 1 f1365"/>
                <a:gd name="f2856" fmla="*/ f2263 1 f1365"/>
                <a:gd name="f2857" fmla="*/ f2264 1 f1364"/>
                <a:gd name="f2858" fmla="*/ f2265 1 f1365"/>
                <a:gd name="f2859" fmla="*/ f2266 1 f1364"/>
                <a:gd name="f2860" fmla="*/ f2267 1 f1365"/>
                <a:gd name="f2861" fmla="*/ f2268 1 f1364"/>
                <a:gd name="f2862" fmla="*/ f2269 1 f1365"/>
                <a:gd name="f2863" fmla="*/ f2270 1 f1364"/>
                <a:gd name="f2864" fmla="*/ f2271 1 f1365"/>
                <a:gd name="f2865" fmla="*/ f2272 1 f1364"/>
                <a:gd name="f2866" fmla="*/ f2273 1 f1365"/>
                <a:gd name="f2867" fmla="*/ f2274 1 f1364"/>
                <a:gd name="f2868" fmla="*/ f2275 1 f1364"/>
                <a:gd name="f2869" fmla="*/ f2276 1 f1365"/>
                <a:gd name="f2870" fmla="*/ f2277 1 f1364"/>
                <a:gd name="f2871" fmla="*/ f2278 1 f1364"/>
                <a:gd name="f2872" fmla="*/ f2279 1 f1365"/>
                <a:gd name="f2873" fmla="*/ f2280 1 f1364"/>
                <a:gd name="f2874" fmla="*/ f2281 1 f1365"/>
                <a:gd name="f2875" fmla="*/ f2282 1 f1365"/>
                <a:gd name="f2876" fmla="*/ f2283 1 f1365"/>
                <a:gd name="f2877" fmla="*/ f2284 1 f1365"/>
                <a:gd name="f2878" fmla="*/ f2285 1 f1364"/>
                <a:gd name="f2879" fmla="*/ f2286 1 f1365"/>
                <a:gd name="f2880" fmla="*/ f2287 1 f1364"/>
                <a:gd name="f2881" fmla="*/ f2288 1 f1365"/>
                <a:gd name="f2882" fmla="*/ f2289 1 f1364"/>
                <a:gd name="f2883" fmla="*/ f2290 1 f1365"/>
                <a:gd name="f2884" fmla="*/ f2291 1 f1364"/>
                <a:gd name="f2885" fmla="*/ f2292 1 f1365"/>
                <a:gd name="f2886" fmla="*/ f2293 1 f1365"/>
                <a:gd name="f2887" fmla="*/ f2294 1 f1365"/>
                <a:gd name="f2888" fmla="*/ f2295 1 f1364"/>
                <a:gd name="f2889" fmla="*/ f2296 1 f1364"/>
                <a:gd name="f2890" fmla="*/ f2297 1 f1365"/>
                <a:gd name="f2891" fmla="*/ f2298 1 f1364"/>
                <a:gd name="f2892" fmla="*/ f2299 1 f1365"/>
                <a:gd name="f2893" fmla="*/ f2300 1 f1364"/>
                <a:gd name="f2894" fmla="*/ f2301 1 f1365"/>
                <a:gd name="f2895" fmla="*/ f2302 1 f1364"/>
                <a:gd name="f2896" fmla="*/ f2303 1 f1365"/>
                <a:gd name="f2897" fmla="*/ f2304 1 f1364"/>
                <a:gd name="f2898" fmla="*/ f2305 1 f1365"/>
                <a:gd name="f2899" fmla="*/ f2306 1 f1364"/>
                <a:gd name="f2900" fmla="*/ f2307 1 f1365"/>
                <a:gd name="f2901" fmla="*/ f2308 1 f1364"/>
                <a:gd name="f2902" fmla="*/ f2309 1 f1365"/>
                <a:gd name="f2903" fmla="*/ f2310 1 f1364"/>
                <a:gd name="f2904" fmla="*/ f2311 1 f1365"/>
                <a:gd name="f2905" fmla="*/ f2312 1 f1364"/>
                <a:gd name="f2906" fmla="*/ f2313 1 f1365"/>
                <a:gd name="f2907" fmla="*/ f2314 1 f1364"/>
                <a:gd name="f2908" fmla="*/ f2315 1 f1365"/>
                <a:gd name="f2909" fmla="*/ f2316 1 f1364"/>
                <a:gd name="f2910" fmla="*/ f2317 1 f1365"/>
                <a:gd name="f2911" fmla="*/ f2318 1 f1364"/>
                <a:gd name="f2912" fmla="*/ f2319 1 f1365"/>
                <a:gd name="f2913" fmla="*/ f2320 1 f1364"/>
                <a:gd name="f2914" fmla="*/ f2321 1 f1365"/>
                <a:gd name="f2915" fmla="*/ f2322 1 f1364"/>
                <a:gd name="f2916" fmla="*/ f2323 1 f1365"/>
                <a:gd name="f2917" fmla="*/ f2324 1 f1364"/>
                <a:gd name="f2918" fmla="*/ f2325 1 f1365"/>
                <a:gd name="f2919" fmla="*/ f2326 1 f1364"/>
                <a:gd name="f2920" fmla="*/ f2327 1 f1365"/>
                <a:gd name="f2921" fmla="*/ f2328 1 f1364"/>
                <a:gd name="f2922" fmla="*/ f2329 1 f1365"/>
                <a:gd name="f2923" fmla="*/ f2330 1 f1364"/>
                <a:gd name="f2924" fmla="*/ f2331 1 f1365"/>
                <a:gd name="f2925" fmla="*/ f2332 1 f1364"/>
                <a:gd name="f2926" fmla="*/ f2333 1 f1365"/>
                <a:gd name="f2927" fmla="*/ f2334 1 f1364"/>
                <a:gd name="f2928" fmla="*/ f2335 1 f1365"/>
                <a:gd name="f2929" fmla="*/ f2336 1 f1364"/>
                <a:gd name="f2930" fmla="*/ f2337 1 f1365"/>
                <a:gd name="f2931" fmla="*/ f2338 1 f1364"/>
                <a:gd name="f2932" fmla="*/ f2339 1 f1365"/>
                <a:gd name="f2933" fmla="*/ f2340 1 f1364"/>
                <a:gd name="f2934" fmla="*/ f2341 1 f1365"/>
                <a:gd name="f2935" fmla="*/ f2342 1 f1364"/>
                <a:gd name="f2936" fmla="*/ f2343 1 f1365"/>
                <a:gd name="f2937" fmla="*/ f2344 1 f1364"/>
                <a:gd name="f2938" fmla="*/ f2345 1 f1365"/>
                <a:gd name="f2939" fmla="*/ f2346 1 f1364"/>
                <a:gd name="f2940" fmla="*/ f2347 1 f1365"/>
                <a:gd name="f2941" fmla="*/ f2348 1 f1364"/>
                <a:gd name="f2942" fmla="*/ f2349 1 f1365"/>
                <a:gd name="f2943" fmla="*/ f2350 1 f1364"/>
                <a:gd name="f2944" fmla="*/ f2351 1 f1365"/>
                <a:gd name="f2945" fmla="*/ f2352 1 f1364"/>
                <a:gd name="f2946" fmla="*/ f2353 1 f1365"/>
                <a:gd name="f2947" fmla="*/ f2354 1 f1364"/>
                <a:gd name="f2948" fmla="*/ f2355 1 f1365"/>
                <a:gd name="f2949" fmla="*/ f2356 1 f1364"/>
                <a:gd name="f2950" fmla="*/ f2357 1 f1365"/>
                <a:gd name="f2951" fmla="*/ f2358 1 f1364"/>
                <a:gd name="f2952" fmla="*/ f2359 1 f1365"/>
                <a:gd name="f2953" fmla="*/ f2360 1 f1364"/>
                <a:gd name="f2954" fmla="*/ f2361 1 f1365"/>
                <a:gd name="f2955" fmla="*/ f2362 1 f1364"/>
                <a:gd name="f2956" fmla="*/ f2363 1 f1365"/>
                <a:gd name="f2957" fmla="*/ f2364 1 f1364"/>
                <a:gd name="f2958" fmla="*/ f2365 1 f1365"/>
                <a:gd name="f2959" fmla="*/ f2366 1 f1364"/>
                <a:gd name="f2960" fmla="*/ f2367 1 f1365"/>
                <a:gd name="f2961" fmla="*/ f2368 1 f1364"/>
                <a:gd name="f2962" fmla="*/ f2369 1 f1365"/>
                <a:gd name="f2963" fmla="*/ f2370 1 f1364"/>
                <a:gd name="f2964" fmla="*/ f2371 1 f1365"/>
                <a:gd name="f2965" fmla="*/ f2372 1 f1364"/>
                <a:gd name="f2966" fmla="*/ f2373 1 f1364"/>
                <a:gd name="f2967" fmla="*/ f2374 1 f1365"/>
                <a:gd name="f2968" fmla="*/ f2375 1 f1364"/>
                <a:gd name="f2969" fmla="*/ f2376 1 f1365"/>
                <a:gd name="f2970" fmla="*/ f2377 1 f1364"/>
                <a:gd name="f2971" fmla="*/ f2378 1 f1365"/>
                <a:gd name="f2972" fmla="*/ f2379 1 f1364"/>
                <a:gd name="f2973" fmla="*/ f2380 1 f1365"/>
                <a:gd name="f2974" fmla="*/ f2381 1 f1364"/>
                <a:gd name="f2975" fmla="*/ f2382 1 f1365"/>
                <a:gd name="f2976" fmla="*/ f2383 1 f1364"/>
                <a:gd name="f2977" fmla="*/ f2384 1 f1365"/>
                <a:gd name="f2978" fmla="*/ f2385 1 f1364"/>
                <a:gd name="f2979" fmla="*/ f2386 1 f1365"/>
                <a:gd name="f2980" fmla="*/ f2387 1 f1364"/>
                <a:gd name="f2981" fmla="*/ f2388 1 f1365"/>
                <a:gd name="f2982" fmla="*/ f2389 1 f1364"/>
                <a:gd name="f2983" fmla="*/ f2390 1 f1365"/>
                <a:gd name="f2984" fmla="*/ f2391 1 f1364"/>
                <a:gd name="f2985" fmla="*/ f2392 1 f1365"/>
                <a:gd name="f2986" fmla="*/ f2393 1 f1364"/>
                <a:gd name="f2987" fmla="*/ f2394 1 f1365"/>
                <a:gd name="f2988" fmla="*/ f2395 1 f1364"/>
                <a:gd name="f2989" fmla="*/ f2396 1 f1364"/>
                <a:gd name="f2990" fmla="*/ f2397 1 f1364"/>
                <a:gd name="f2991" fmla="*/ f2398 1 f1364"/>
                <a:gd name="f2992" fmla="*/ f2399 1 f1365"/>
                <a:gd name="f2993" fmla="*/ f2400 1 f1364"/>
                <a:gd name="f2994" fmla="*/ f2401 1 f1365"/>
                <a:gd name="f2995" fmla="*/ f2402 1 f1364"/>
                <a:gd name="f2996" fmla="*/ f2403 1 f1365"/>
                <a:gd name="f2997" fmla="*/ f2404 1 f1364"/>
                <a:gd name="f2998" fmla="*/ f2405 1 f1365"/>
                <a:gd name="f2999" fmla="*/ f2406 1 f1364"/>
                <a:gd name="f3000" fmla="*/ f2407 1 f1365"/>
                <a:gd name="f3001" fmla="*/ f2408 1 f1364"/>
                <a:gd name="f3002" fmla="*/ f2409 1 f1365"/>
                <a:gd name="f3003" fmla="*/ f2410 1 f1364"/>
                <a:gd name="f3004" fmla="*/ f2411 1 f1365"/>
                <a:gd name="f3005" fmla="*/ f2412 1 f1364"/>
                <a:gd name="f3006" fmla="*/ f2413 1 f1364"/>
                <a:gd name="f3007" fmla="*/ f2414 1 f1364"/>
                <a:gd name="f3008" fmla="*/ f2415 1 f1365"/>
                <a:gd name="f3009" fmla="*/ f2416 1 f1364"/>
                <a:gd name="f3010" fmla="*/ f2417 1 f1365"/>
                <a:gd name="f3011" fmla="*/ f2418 1 f1365"/>
                <a:gd name="f3012" fmla="*/ f2419 1 f1365"/>
                <a:gd name="f3013" fmla="*/ f2420 1 f1364"/>
                <a:gd name="f3014" fmla="*/ f2421 1 f1365"/>
                <a:gd name="f3015" fmla="*/ f2422 1 f1364"/>
                <a:gd name="f3016" fmla="*/ f2423 1 f1365"/>
                <a:gd name="f3017" fmla="*/ f2424 1 f1365"/>
                <a:gd name="f3018" fmla="*/ f2425 1 f1365"/>
                <a:gd name="f3019" fmla="*/ f2426 1 f1364"/>
                <a:gd name="f3020" fmla="*/ f2427 1 f1365"/>
                <a:gd name="f3021" fmla="*/ f2428 1 f1364"/>
                <a:gd name="f3022" fmla="*/ f2429 1 f1365"/>
                <a:gd name="f3023" fmla="*/ f2430 1 f1364"/>
                <a:gd name="f3024" fmla="*/ f2431 1 f1364"/>
                <a:gd name="f3025" fmla="*/ f2432 1 f1364"/>
                <a:gd name="f3026" fmla="*/ f2433 1 f1365"/>
                <a:gd name="f3027" fmla="*/ f2434 1 f1364"/>
                <a:gd name="f3028" fmla="*/ f2435 1 f1365"/>
                <a:gd name="f3029" fmla="*/ f2436 1 f1365"/>
                <a:gd name="f3030" fmla="*/ f2437 1 f1364"/>
                <a:gd name="f3031" fmla="*/ f2438 1 f1365"/>
                <a:gd name="f3032" fmla="*/ f2439 1 f1365"/>
                <a:gd name="f3033" fmla="*/ f2440 1 f1365"/>
                <a:gd name="f3034" fmla="*/ f2441 1 f1365"/>
                <a:gd name="f3035" fmla="*/ f2442 1 f1365"/>
                <a:gd name="f3036" fmla="*/ f2443 1 f1365"/>
                <a:gd name="f3037" fmla="*/ f2444 1 f1365"/>
                <a:gd name="f3038" fmla="*/ f2445 1 f1365"/>
                <a:gd name="f3039" fmla="*/ f2446 1 f1364"/>
                <a:gd name="f3040" fmla="*/ f2447 1 f1365"/>
                <a:gd name="f3041" fmla="*/ f2448 1 f1364"/>
                <a:gd name="f3042" fmla="*/ f2449 1 f1365"/>
                <a:gd name="f3043" fmla="*/ f2450 1 f1364"/>
                <a:gd name="f3044" fmla="*/ f2451 1 f1365"/>
                <a:gd name="f3045" fmla="*/ f2452 1 f1364"/>
                <a:gd name="f3046" fmla="*/ f2453 1 f1365"/>
                <a:gd name="f3047" fmla="*/ f2454 1 f1364"/>
                <a:gd name="f3048" fmla="*/ f2455 1 f1365"/>
                <a:gd name="f3049" fmla="*/ f2456 1 f1365"/>
                <a:gd name="f3050" fmla="*/ f2457 1 f1364"/>
                <a:gd name="f3051" fmla="*/ f2458 1 f1365"/>
                <a:gd name="f3052" fmla="*/ f2459 1 f1364"/>
                <a:gd name="f3053" fmla="*/ f2460 1 f1365"/>
                <a:gd name="f3054" fmla="*/ f2461 1 f1364"/>
                <a:gd name="f3055" fmla="*/ f2462 1 f1365"/>
                <a:gd name="f3056" fmla="*/ f2463 1 f1365"/>
                <a:gd name="f3057" fmla="*/ f2464 1 f1364"/>
                <a:gd name="f3058" fmla="*/ f2465 1 f1365"/>
                <a:gd name="f3059" fmla="*/ f2466 1 f1364"/>
                <a:gd name="f3060" fmla="*/ f2467 1 f1365"/>
                <a:gd name="f3061" fmla="*/ f2468 1 f1364"/>
                <a:gd name="f3062" fmla="*/ f2469 1 f1364"/>
                <a:gd name="f3063" fmla="*/ f2470 1 f1365"/>
                <a:gd name="f3064" fmla="*/ f2471 1 f1364"/>
                <a:gd name="f3065" fmla="*/ f2472 1 f1365"/>
                <a:gd name="f3066" fmla="*/ f2473 1 f1364"/>
                <a:gd name="f3067" fmla="*/ f2474 1 f1365"/>
                <a:gd name="f3068" fmla="*/ f2475 1 f1364"/>
                <a:gd name="f3069" fmla="*/ f2476 1 f1365"/>
                <a:gd name="f3070" fmla="*/ f2477 1 f1364"/>
                <a:gd name="f3071" fmla="*/ f2478 1 f1365"/>
                <a:gd name="f3072" fmla="*/ f2479 1 f1364"/>
                <a:gd name="f3073" fmla="*/ f2480 1 f1365"/>
                <a:gd name="f3074" fmla="*/ f2481 1 f1364"/>
                <a:gd name="f3075" fmla="*/ f2482 1 f1365"/>
                <a:gd name="f3076" fmla="*/ f2483 1 f1364"/>
                <a:gd name="f3077" fmla="*/ f2484 1 f1365"/>
                <a:gd name="f3078" fmla="*/ f2485 1 f1364"/>
                <a:gd name="f3079" fmla="*/ f2486 1 f1365"/>
                <a:gd name="f3080" fmla="*/ f2487 1 f1364"/>
                <a:gd name="f3081" fmla="*/ f2488 1 f1365"/>
                <a:gd name="f3082" fmla="*/ f2489 1 f1365"/>
                <a:gd name="f3083" fmla="*/ f2490 1 f1365"/>
                <a:gd name="f3084" fmla="*/ f2491 1 f1365"/>
                <a:gd name="f3085" fmla="*/ f2492 1 f1364"/>
                <a:gd name="f3086" fmla="*/ f2493 1 f1365"/>
                <a:gd name="f3087" fmla="*/ f2494 1 f1364"/>
                <a:gd name="f3088" fmla="*/ f2495 1 f1365"/>
                <a:gd name="f3089" fmla="*/ f2496 1 f1364"/>
                <a:gd name="f3090" fmla="*/ f2497 1 f1365"/>
                <a:gd name="f3091" fmla="*/ f2498 1 f1364"/>
                <a:gd name="f3092" fmla="*/ f2499 1 f1365"/>
                <a:gd name="f3093" fmla="*/ f2500 1 f1364"/>
                <a:gd name="f3094" fmla="*/ f2501 1 f1365"/>
                <a:gd name="f3095" fmla="*/ f2502 1 f1365"/>
                <a:gd name="f3096" fmla="*/ f2503 1 f1365"/>
                <a:gd name="f3097" fmla="*/ f2504 1 f1364"/>
                <a:gd name="f3098" fmla="*/ f2505 1 f1365"/>
                <a:gd name="f3099" fmla="*/ f2506 1 f1365"/>
                <a:gd name="f3100" fmla="*/ f2507 1 f1365"/>
                <a:gd name="f3101" fmla="*/ f2508 1 f1364"/>
                <a:gd name="f3102" fmla="*/ f2509 1 f1365"/>
                <a:gd name="f3103" fmla="*/ f2510 1 f1364"/>
                <a:gd name="f3104" fmla="*/ f2511 1 f1365"/>
                <a:gd name="f3105" fmla="*/ f2512 1 f1365"/>
                <a:gd name="f3106" fmla="*/ f2513 1 f1364"/>
                <a:gd name="f3107" fmla="*/ f2514 1 f1365"/>
                <a:gd name="f3108" fmla="*/ f2515 1 f1364"/>
                <a:gd name="f3109" fmla="*/ f2516 1 f1365"/>
                <a:gd name="f3110" fmla="*/ f2517 1 f1364"/>
                <a:gd name="f3111" fmla="*/ f2518 1 f1365"/>
                <a:gd name="f3112" fmla="*/ f2519 1 f1364"/>
                <a:gd name="f3113" fmla="*/ f2520 1 f1365"/>
                <a:gd name="f3114" fmla="*/ f2521 1 f1364"/>
                <a:gd name="f3115" fmla="*/ f2522 1 f1365"/>
                <a:gd name="f3116" fmla="*/ f2523 1 f1364"/>
                <a:gd name="f3117" fmla="*/ f2524 1 f1365"/>
                <a:gd name="f3118" fmla="*/ f2525 1 f1365"/>
                <a:gd name="f3119" fmla="*/ f2526 1 f1364"/>
                <a:gd name="f3120" fmla="*/ f2527 1 f1365"/>
                <a:gd name="f3121" fmla="*/ f2528 1 f1364"/>
                <a:gd name="f3122" fmla="*/ f2529 1 f1365"/>
                <a:gd name="f3123" fmla="*/ f2530 1 f1364"/>
                <a:gd name="f3124" fmla="*/ f2531 1 f1365"/>
                <a:gd name="f3125" fmla="*/ f2532 1 f1364"/>
                <a:gd name="f3126" fmla="*/ f2533 1 f1365"/>
                <a:gd name="f3127" fmla="*/ f2534 1 f1364"/>
                <a:gd name="f3128" fmla="*/ f2535 1 f1365"/>
                <a:gd name="f3129" fmla="*/ f2536 1 f1365"/>
                <a:gd name="f3130" fmla="*/ f2537 1 f1364"/>
                <a:gd name="f3131" fmla="*/ f2538 1 f1365"/>
                <a:gd name="f3132" fmla="*/ f2539 1 f1365"/>
                <a:gd name="f3133" fmla="*/ f2540 1 f1365"/>
                <a:gd name="f3134" fmla="*/ f2541 1 f1365"/>
                <a:gd name="f3135" fmla="*/ f2542 1 f1365"/>
                <a:gd name="f3136" fmla="*/ f2543 1 f1364"/>
                <a:gd name="f3137" fmla="*/ f2544 1 f1364"/>
                <a:gd name="f3138" fmla="*/ f2545 f1355 1"/>
                <a:gd name="f3139" fmla="*/ f2546 f1355 1"/>
                <a:gd name="f3140" fmla="*/ f2548 f1356 1"/>
                <a:gd name="f3141" fmla="*/ f2547 f1356 1"/>
                <a:gd name="f3142" fmla="*/ f2549 f1355 1"/>
                <a:gd name="f3143" fmla="*/ f2550 f1356 1"/>
                <a:gd name="f3144" fmla="*/ f2551 f1355 1"/>
                <a:gd name="f3145" fmla="*/ f2552 f1356 1"/>
                <a:gd name="f3146" fmla="*/ f2553 f1356 1"/>
                <a:gd name="f3147" fmla="*/ f2554 f1355 1"/>
                <a:gd name="f3148" fmla="*/ f2555 f1356 1"/>
                <a:gd name="f3149" fmla="*/ f2556 f1355 1"/>
                <a:gd name="f3150" fmla="*/ f2557 f1356 1"/>
                <a:gd name="f3151" fmla="*/ f2558 f1355 1"/>
                <a:gd name="f3152" fmla="*/ f2559 f1356 1"/>
                <a:gd name="f3153" fmla="*/ f2560 f1355 1"/>
                <a:gd name="f3154" fmla="*/ f2561 f1356 1"/>
                <a:gd name="f3155" fmla="*/ f2562 f1355 1"/>
                <a:gd name="f3156" fmla="*/ f2563 f1356 1"/>
                <a:gd name="f3157" fmla="*/ f2564 f1355 1"/>
                <a:gd name="f3158" fmla="*/ f2565 f1356 1"/>
                <a:gd name="f3159" fmla="*/ f2566 f1355 1"/>
                <a:gd name="f3160" fmla="*/ f2567 f1356 1"/>
                <a:gd name="f3161" fmla="*/ f2568 f1355 1"/>
                <a:gd name="f3162" fmla="*/ f2569 f1356 1"/>
                <a:gd name="f3163" fmla="*/ f2570 f1355 1"/>
                <a:gd name="f3164" fmla="*/ f2571 f1355 1"/>
                <a:gd name="f3165" fmla="*/ f2572 f1356 1"/>
                <a:gd name="f3166" fmla="*/ f2573 f1355 1"/>
                <a:gd name="f3167" fmla="*/ f2574 f1356 1"/>
                <a:gd name="f3168" fmla="*/ f2575 f1355 1"/>
                <a:gd name="f3169" fmla="*/ f2576 f1356 1"/>
                <a:gd name="f3170" fmla="*/ f2577 f1355 1"/>
                <a:gd name="f3171" fmla="*/ f2578 f1356 1"/>
                <a:gd name="f3172" fmla="*/ f2579 f1355 1"/>
                <a:gd name="f3173" fmla="*/ f2580 f1356 1"/>
                <a:gd name="f3174" fmla="*/ f2581 f1355 1"/>
                <a:gd name="f3175" fmla="*/ f2582 f1356 1"/>
                <a:gd name="f3176" fmla="*/ f2583 f1355 1"/>
                <a:gd name="f3177" fmla="*/ f2584 f1356 1"/>
                <a:gd name="f3178" fmla="*/ f2585 f1355 1"/>
                <a:gd name="f3179" fmla="*/ f2586 f1356 1"/>
                <a:gd name="f3180" fmla="*/ f2587 f1355 1"/>
                <a:gd name="f3181" fmla="*/ f2588 f1356 1"/>
                <a:gd name="f3182" fmla="*/ f2589 f1355 1"/>
                <a:gd name="f3183" fmla="*/ f2590 f1356 1"/>
                <a:gd name="f3184" fmla="*/ f2591 f1355 1"/>
                <a:gd name="f3185" fmla="*/ f2592 f1356 1"/>
                <a:gd name="f3186" fmla="*/ f2593 f1355 1"/>
                <a:gd name="f3187" fmla="*/ f2594 f1355 1"/>
                <a:gd name="f3188" fmla="*/ f2595 f1356 1"/>
                <a:gd name="f3189" fmla="*/ f2596 f1355 1"/>
                <a:gd name="f3190" fmla="*/ f2597 f1356 1"/>
                <a:gd name="f3191" fmla="*/ f2598 f1355 1"/>
                <a:gd name="f3192" fmla="*/ f2599 f1356 1"/>
                <a:gd name="f3193" fmla="*/ f2600 f1355 1"/>
                <a:gd name="f3194" fmla="*/ f2601 f1356 1"/>
                <a:gd name="f3195" fmla="*/ f2602 f1355 1"/>
                <a:gd name="f3196" fmla="*/ f2603 f1356 1"/>
                <a:gd name="f3197" fmla="*/ f2604 f1355 1"/>
                <a:gd name="f3198" fmla="*/ f2605 f1356 1"/>
                <a:gd name="f3199" fmla="*/ f2606 f1355 1"/>
                <a:gd name="f3200" fmla="*/ f2607 f1356 1"/>
                <a:gd name="f3201" fmla="*/ f2608 f1355 1"/>
                <a:gd name="f3202" fmla="*/ f2609 f1356 1"/>
                <a:gd name="f3203" fmla="*/ f2610 f1355 1"/>
                <a:gd name="f3204" fmla="*/ f2611 f1356 1"/>
                <a:gd name="f3205" fmla="*/ f2612 f1355 1"/>
                <a:gd name="f3206" fmla="*/ f2613 f1355 1"/>
                <a:gd name="f3207" fmla="*/ f2614 f1356 1"/>
                <a:gd name="f3208" fmla="*/ f2615 f1355 1"/>
                <a:gd name="f3209" fmla="*/ f2616 f1356 1"/>
                <a:gd name="f3210" fmla="*/ f2617 f1355 1"/>
                <a:gd name="f3211" fmla="*/ f2618 f1356 1"/>
                <a:gd name="f3212" fmla="*/ f2619 f1355 1"/>
                <a:gd name="f3213" fmla="*/ f2620 f1356 1"/>
                <a:gd name="f3214" fmla="*/ f2621 f1355 1"/>
                <a:gd name="f3215" fmla="*/ f2622 f1356 1"/>
                <a:gd name="f3216" fmla="*/ f2623 f1355 1"/>
                <a:gd name="f3217" fmla="*/ f2624 f1356 1"/>
                <a:gd name="f3218" fmla="*/ f2625 f1355 1"/>
                <a:gd name="f3219" fmla="*/ f2626 f1356 1"/>
                <a:gd name="f3220" fmla="*/ f2627 f1355 1"/>
                <a:gd name="f3221" fmla="*/ f2628 f1356 1"/>
                <a:gd name="f3222" fmla="*/ f2629 f1356 1"/>
                <a:gd name="f3223" fmla="*/ f2630 f1355 1"/>
                <a:gd name="f3224" fmla="*/ f2631 f1356 1"/>
                <a:gd name="f3225" fmla="*/ f2632 f1355 1"/>
                <a:gd name="f3226" fmla="*/ f2633 f1355 1"/>
                <a:gd name="f3227" fmla="*/ f2634 f1356 1"/>
                <a:gd name="f3228" fmla="*/ f2635 f1356 1"/>
                <a:gd name="f3229" fmla="*/ f2636 f1355 1"/>
                <a:gd name="f3230" fmla="*/ f2637 f1356 1"/>
                <a:gd name="f3231" fmla="*/ f2638 f1355 1"/>
                <a:gd name="f3232" fmla="*/ f2639 f1356 1"/>
                <a:gd name="f3233" fmla="*/ f2640 f1355 1"/>
                <a:gd name="f3234" fmla="*/ f2641 f1356 1"/>
                <a:gd name="f3235" fmla="*/ f2642 f1355 1"/>
                <a:gd name="f3236" fmla="*/ f2643 f1356 1"/>
                <a:gd name="f3237" fmla="*/ f2644 f1355 1"/>
                <a:gd name="f3238" fmla="*/ f2645 f1356 1"/>
                <a:gd name="f3239" fmla="*/ f2646 f1356 1"/>
                <a:gd name="f3240" fmla="*/ f2647 f1356 1"/>
                <a:gd name="f3241" fmla="*/ f2648 f1356 1"/>
                <a:gd name="f3242" fmla="*/ f2649 f1355 1"/>
                <a:gd name="f3243" fmla="*/ f2650 f1356 1"/>
                <a:gd name="f3244" fmla="*/ f2651 f1356 1"/>
                <a:gd name="f3245" fmla="*/ f2652 f1356 1"/>
                <a:gd name="f3246" fmla="*/ f2653 f1355 1"/>
                <a:gd name="f3247" fmla="*/ f2654 f1356 1"/>
                <a:gd name="f3248" fmla="*/ f2655 f1355 1"/>
                <a:gd name="f3249" fmla="*/ f2656 f1356 1"/>
                <a:gd name="f3250" fmla="*/ f2657 f1355 1"/>
                <a:gd name="f3251" fmla="*/ f2658 f1356 1"/>
                <a:gd name="f3252" fmla="*/ f2659 f1355 1"/>
                <a:gd name="f3253" fmla="*/ f2660 f1356 1"/>
                <a:gd name="f3254" fmla="*/ f2661 f1355 1"/>
                <a:gd name="f3255" fmla="*/ f2662 f1356 1"/>
                <a:gd name="f3256" fmla="*/ f2663 f1355 1"/>
                <a:gd name="f3257" fmla="*/ f2664 f1356 1"/>
                <a:gd name="f3258" fmla="*/ f2665 f1355 1"/>
                <a:gd name="f3259" fmla="*/ f2666 f1356 1"/>
                <a:gd name="f3260" fmla="*/ f2667 f1355 1"/>
                <a:gd name="f3261" fmla="*/ f2668 f1356 1"/>
                <a:gd name="f3262" fmla="*/ f2669 f1355 1"/>
                <a:gd name="f3263" fmla="*/ f2670 f1356 1"/>
                <a:gd name="f3264" fmla="*/ f2671 f1356 1"/>
                <a:gd name="f3265" fmla="*/ f2672 f1355 1"/>
                <a:gd name="f3266" fmla="*/ f2673 f1356 1"/>
                <a:gd name="f3267" fmla="*/ f2674 f1355 1"/>
                <a:gd name="f3268" fmla="*/ f2675 f1356 1"/>
                <a:gd name="f3269" fmla="*/ f2676 f1355 1"/>
                <a:gd name="f3270" fmla="*/ f2677 f1356 1"/>
                <a:gd name="f3271" fmla="*/ f2678 f1355 1"/>
                <a:gd name="f3272" fmla="*/ f2679 f1356 1"/>
                <a:gd name="f3273" fmla="*/ f2680 f1355 1"/>
                <a:gd name="f3274" fmla="*/ f2681 f1356 1"/>
                <a:gd name="f3275" fmla="*/ f2682 f1355 1"/>
                <a:gd name="f3276" fmla="*/ f2683 f1356 1"/>
                <a:gd name="f3277" fmla="*/ f2684 f1355 1"/>
                <a:gd name="f3278" fmla="*/ f2685 f1356 1"/>
                <a:gd name="f3279" fmla="*/ f2686 f1355 1"/>
                <a:gd name="f3280" fmla="*/ f2687 f1355 1"/>
                <a:gd name="f3281" fmla="*/ f2688 f1356 1"/>
                <a:gd name="f3282" fmla="*/ f2689 f1355 1"/>
                <a:gd name="f3283" fmla="*/ f2690 f1356 1"/>
                <a:gd name="f3284" fmla="*/ f2691 f1355 1"/>
                <a:gd name="f3285" fmla="*/ f2692 f1356 1"/>
                <a:gd name="f3286" fmla="*/ f2693 f1355 1"/>
                <a:gd name="f3287" fmla="*/ f2694 f1356 1"/>
                <a:gd name="f3288" fmla="*/ f2695 f1355 1"/>
                <a:gd name="f3289" fmla="*/ f2696 f1356 1"/>
                <a:gd name="f3290" fmla="*/ f2697 f1355 1"/>
                <a:gd name="f3291" fmla="*/ f2698 f1356 1"/>
                <a:gd name="f3292" fmla="*/ f2699 f1356 1"/>
                <a:gd name="f3293" fmla="*/ f2700 f1355 1"/>
                <a:gd name="f3294" fmla="*/ f2701 f1356 1"/>
                <a:gd name="f3295" fmla="*/ f2702 f1355 1"/>
                <a:gd name="f3296" fmla="*/ f2703 f1356 1"/>
                <a:gd name="f3297" fmla="*/ f2704 f1355 1"/>
                <a:gd name="f3298" fmla="*/ f2705 f1356 1"/>
                <a:gd name="f3299" fmla="*/ f2706 f1355 1"/>
                <a:gd name="f3300" fmla="*/ f2707 f1356 1"/>
                <a:gd name="f3301" fmla="*/ f2708 f1355 1"/>
                <a:gd name="f3302" fmla="*/ f2709 f1356 1"/>
                <a:gd name="f3303" fmla="*/ f2710 f1355 1"/>
                <a:gd name="f3304" fmla="*/ f2711 f1356 1"/>
                <a:gd name="f3305" fmla="*/ f2712 f1355 1"/>
                <a:gd name="f3306" fmla="*/ f2713 f1356 1"/>
                <a:gd name="f3307" fmla="*/ f2714 f1356 1"/>
                <a:gd name="f3308" fmla="*/ f2715 f1355 1"/>
                <a:gd name="f3309" fmla="*/ f2716 f1356 1"/>
                <a:gd name="f3310" fmla="*/ f2717 f1355 1"/>
                <a:gd name="f3311" fmla="*/ f2718 f1356 1"/>
                <a:gd name="f3312" fmla="*/ f2719 f1355 1"/>
                <a:gd name="f3313" fmla="*/ f2720 f1356 1"/>
                <a:gd name="f3314" fmla="*/ f2721 f1355 1"/>
                <a:gd name="f3315" fmla="*/ f2722 f1356 1"/>
                <a:gd name="f3316" fmla="*/ f2723 f1355 1"/>
                <a:gd name="f3317" fmla="*/ f2724 f1356 1"/>
                <a:gd name="f3318" fmla="*/ f2725 f1355 1"/>
                <a:gd name="f3319" fmla="*/ f2726 f1356 1"/>
                <a:gd name="f3320" fmla="*/ f2727 f1355 1"/>
                <a:gd name="f3321" fmla="*/ f2728 f1356 1"/>
                <a:gd name="f3322" fmla="*/ f2729 f1355 1"/>
                <a:gd name="f3323" fmla="*/ f2730 f1356 1"/>
                <a:gd name="f3324" fmla="*/ f2731 f1355 1"/>
                <a:gd name="f3325" fmla="*/ f2732 f1356 1"/>
                <a:gd name="f3326" fmla="*/ f2733 f1356 1"/>
                <a:gd name="f3327" fmla="*/ f2734 f1355 1"/>
                <a:gd name="f3328" fmla="*/ f2735 f1356 1"/>
                <a:gd name="f3329" fmla="*/ f2736 f1356 1"/>
                <a:gd name="f3330" fmla="*/ f2737 f1355 1"/>
                <a:gd name="f3331" fmla="*/ f2738 f1356 1"/>
                <a:gd name="f3332" fmla="*/ f2739 f1355 1"/>
                <a:gd name="f3333" fmla="*/ f2740 f1356 1"/>
                <a:gd name="f3334" fmla="*/ f2741 f1355 1"/>
                <a:gd name="f3335" fmla="*/ f2742 f1356 1"/>
                <a:gd name="f3336" fmla="*/ f2743 f1356 1"/>
                <a:gd name="f3337" fmla="*/ f2744 f1356 1"/>
                <a:gd name="f3338" fmla="*/ f2745 f1355 1"/>
                <a:gd name="f3339" fmla="*/ f2746 f1356 1"/>
                <a:gd name="f3340" fmla="*/ f2747 f1355 1"/>
                <a:gd name="f3341" fmla="*/ f2748 f1356 1"/>
                <a:gd name="f3342" fmla="*/ f2749 f1355 1"/>
                <a:gd name="f3343" fmla="*/ f2750 f1356 1"/>
                <a:gd name="f3344" fmla="*/ f2751 f1355 1"/>
                <a:gd name="f3345" fmla="*/ f2752 f1356 1"/>
                <a:gd name="f3346" fmla="*/ f2753 f1355 1"/>
                <a:gd name="f3347" fmla="*/ f2754 f1356 1"/>
                <a:gd name="f3348" fmla="*/ f2755 f1355 1"/>
                <a:gd name="f3349" fmla="*/ f2756 f1356 1"/>
                <a:gd name="f3350" fmla="*/ f2757 f1355 1"/>
                <a:gd name="f3351" fmla="*/ f2758 f1356 1"/>
                <a:gd name="f3352" fmla="*/ f2759 f1355 1"/>
                <a:gd name="f3353" fmla="*/ f2760 f1356 1"/>
                <a:gd name="f3354" fmla="*/ f2761 f1355 1"/>
                <a:gd name="f3355" fmla="*/ f2762 f1356 1"/>
                <a:gd name="f3356" fmla="*/ f2763 f1355 1"/>
                <a:gd name="f3357" fmla="*/ f2764 f1356 1"/>
                <a:gd name="f3358" fmla="*/ f2765 f1355 1"/>
                <a:gd name="f3359" fmla="*/ f2766 f1356 1"/>
                <a:gd name="f3360" fmla="*/ f2767 f1355 1"/>
                <a:gd name="f3361" fmla="*/ f2768 f1355 1"/>
                <a:gd name="f3362" fmla="*/ f2769 f1355 1"/>
                <a:gd name="f3363" fmla="*/ f2770 f1356 1"/>
                <a:gd name="f3364" fmla="*/ f2771 f1355 1"/>
                <a:gd name="f3365" fmla="*/ f2772 f1355 1"/>
                <a:gd name="f3366" fmla="*/ f2773 f1355 1"/>
                <a:gd name="f3367" fmla="*/ f2774 f1356 1"/>
                <a:gd name="f3368" fmla="*/ f2775 f1355 1"/>
                <a:gd name="f3369" fmla="*/ f2776 f1356 1"/>
                <a:gd name="f3370" fmla="*/ f2777 f1356 1"/>
                <a:gd name="f3371" fmla="*/ f2778 f1355 1"/>
                <a:gd name="f3372" fmla="*/ f2779 f1356 1"/>
                <a:gd name="f3373" fmla="*/ f2780 f1356 1"/>
                <a:gd name="f3374" fmla="*/ f2781 f1356 1"/>
                <a:gd name="f3375" fmla="*/ f2782 f1355 1"/>
                <a:gd name="f3376" fmla="*/ f2783 f1356 1"/>
                <a:gd name="f3377" fmla="*/ f2784 f1355 1"/>
                <a:gd name="f3378" fmla="*/ f2785 f1356 1"/>
                <a:gd name="f3379" fmla="*/ f2786 f1355 1"/>
                <a:gd name="f3380" fmla="*/ f2787 f1356 1"/>
                <a:gd name="f3381" fmla="*/ f2788 f1355 1"/>
                <a:gd name="f3382" fmla="*/ f2789 f1356 1"/>
                <a:gd name="f3383" fmla="*/ f2790 f1355 1"/>
                <a:gd name="f3384" fmla="*/ f2791 f1356 1"/>
                <a:gd name="f3385" fmla="*/ f2792 f1355 1"/>
                <a:gd name="f3386" fmla="*/ f2793 f1356 1"/>
                <a:gd name="f3387" fmla="*/ f2794 f1356 1"/>
                <a:gd name="f3388" fmla="*/ f2795 f1356 1"/>
                <a:gd name="f3389" fmla="*/ f2796 f1355 1"/>
                <a:gd name="f3390" fmla="*/ f2797 f1356 1"/>
                <a:gd name="f3391" fmla="*/ f2798 f1355 1"/>
                <a:gd name="f3392" fmla="*/ f2799 f1356 1"/>
                <a:gd name="f3393" fmla="*/ f2800 f1355 1"/>
                <a:gd name="f3394" fmla="*/ f2801 f1356 1"/>
                <a:gd name="f3395" fmla="*/ f2802 f1355 1"/>
                <a:gd name="f3396" fmla="*/ f2803 f1356 1"/>
                <a:gd name="f3397" fmla="*/ f2804 f1355 1"/>
                <a:gd name="f3398" fmla="*/ f2805 f1356 1"/>
                <a:gd name="f3399" fmla="*/ f2806 f1355 1"/>
                <a:gd name="f3400" fmla="*/ f2807 f1356 1"/>
                <a:gd name="f3401" fmla="*/ f2808 f1355 1"/>
                <a:gd name="f3402" fmla="*/ f2809 f1356 1"/>
                <a:gd name="f3403" fmla="*/ f2810 f1355 1"/>
                <a:gd name="f3404" fmla="*/ f2811 f1356 1"/>
                <a:gd name="f3405" fmla="*/ f2812 f1355 1"/>
                <a:gd name="f3406" fmla="*/ f2813 f1356 1"/>
                <a:gd name="f3407" fmla="*/ f2814 f1356 1"/>
                <a:gd name="f3408" fmla="*/ f2815 f1355 1"/>
                <a:gd name="f3409" fmla="*/ f2816 f1356 1"/>
                <a:gd name="f3410" fmla="*/ f2817 f1355 1"/>
                <a:gd name="f3411" fmla="*/ f2818 f1356 1"/>
                <a:gd name="f3412" fmla="*/ f2819 f1355 1"/>
                <a:gd name="f3413" fmla="*/ f2820 f1355 1"/>
                <a:gd name="f3414" fmla="*/ f2821 f1356 1"/>
                <a:gd name="f3415" fmla="*/ f2822 f1355 1"/>
                <a:gd name="f3416" fmla="*/ f2823 f1356 1"/>
                <a:gd name="f3417" fmla="*/ f2824 f1355 1"/>
                <a:gd name="f3418" fmla="*/ f2825 f1356 1"/>
                <a:gd name="f3419" fmla="*/ f2826 f1355 1"/>
                <a:gd name="f3420" fmla="*/ f2827 f1355 1"/>
                <a:gd name="f3421" fmla="*/ f2828 f1356 1"/>
                <a:gd name="f3422" fmla="*/ f2829 f1355 1"/>
                <a:gd name="f3423" fmla="*/ f2830 f1356 1"/>
                <a:gd name="f3424" fmla="*/ f2831 f1355 1"/>
                <a:gd name="f3425" fmla="*/ f2832 f1356 1"/>
                <a:gd name="f3426" fmla="*/ f2833 f1355 1"/>
                <a:gd name="f3427" fmla="*/ f2834 f1356 1"/>
                <a:gd name="f3428" fmla="*/ f2835 f1356 1"/>
                <a:gd name="f3429" fmla="*/ f2836 f1355 1"/>
                <a:gd name="f3430" fmla="*/ f2837 f1356 1"/>
                <a:gd name="f3431" fmla="*/ f2838 f1355 1"/>
                <a:gd name="f3432" fmla="*/ f2839 f1356 1"/>
                <a:gd name="f3433" fmla="*/ f2840 f1355 1"/>
                <a:gd name="f3434" fmla="*/ f2841 f1356 1"/>
                <a:gd name="f3435" fmla="*/ f2842 f1355 1"/>
                <a:gd name="f3436" fmla="*/ f2843 f1356 1"/>
                <a:gd name="f3437" fmla="*/ f2844 f1355 1"/>
                <a:gd name="f3438" fmla="*/ f2845 f1356 1"/>
                <a:gd name="f3439" fmla="*/ f2846 f1355 1"/>
                <a:gd name="f3440" fmla="*/ f2847 f1355 1"/>
                <a:gd name="f3441" fmla="*/ f2848 f1356 1"/>
                <a:gd name="f3442" fmla="*/ f2849 f1355 1"/>
                <a:gd name="f3443" fmla="*/ f2850 f1355 1"/>
                <a:gd name="f3444" fmla="*/ f2851 f1356 1"/>
                <a:gd name="f3445" fmla="*/ f2852 f1355 1"/>
                <a:gd name="f3446" fmla="*/ f2853 f1356 1"/>
                <a:gd name="f3447" fmla="*/ f2854 f1356 1"/>
                <a:gd name="f3448" fmla="*/ f2855 f1356 1"/>
                <a:gd name="f3449" fmla="*/ f2856 f1356 1"/>
                <a:gd name="f3450" fmla="*/ f2857 f1355 1"/>
                <a:gd name="f3451" fmla="*/ f2858 f1356 1"/>
                <a:gd name="f3452" fmla="*/ f2859 f1355 1"/>
                <a:gd name="f3453" fmla="*/ f2860 f1356 1"/>
                <a:gd name="f3454" fmla="*/ f2861 f1355 1"/>
                <a:gd name="f3455" fmla="*/ f2862 f1356 1"/>
                <a:gd name="f3456" fmla="*/ f2863 f1355 1"/>
                <a:gd name="f3457" fmla="*/ f2864 f1356 1"/>
                <a:gd name="f3458" fmla="*/ f2865 f1355 1"/>
                <a:gd name="f3459" fmla="*/ f2866 f1356 1"/>
                <a:gd name="f3460" fmla="*/ f2867 f1355 1"/>
                <a:gd name="f3461" fmla="*/ f2868 f1355 1"/>
                <a:gd name="f3462" fmla="*/ f2869 f1356 1"/>
                <a:gd name="f3463" fmla="*/ f2870 f1355 1"/>
                <a:gd name="f3464" fmla="*/ f2871 f1355 1"/>
                <a:gd name="f3465" fmla="*/ f2872 f1356 1"/>
                <a:gd name="f3466" fmla="*/ f2873 f1355 1"/>
                <a:gd name="f3467" fmla="*/ f2874 f1356 1"/>
                <a:gd name="f3468" fmla="*/ f2875 f1356 1"/>
                <a:gd name="f3469" fmla="*/ f2876 f1356 1"/>
                <a:gd name="f3470" fmla="*/ f2877 f1356 1"/>
                <a:gd name="f3471" fmla="*/ f2878 f1355 1"/>
                <a:gd name="f3472" fmla="*/ f2879 f1356 1"/>
                <a:gd name="f3473" fmla="*/ f2880 f1355 1"/>
                <a:gd name="f3474" fmla="*/ f2881 f1356 1"/>
                <a:gd name="f3475" fmla="*/ f2882 f1355 1"/>
                <a:gd name="f3476" fmla="*/ f2883 f1356 1"/>
                <a:gd name="f3477" fmla="*/ f2884 f1355 1"/>
                <a:gd name="f3478" fmla="*/ f2885 f1356 1"/>
                <a:gd name="f3479" fmla="*/ f2886 f1356 1"/>
                <a:gd name="f3480" fmla="*/ f2887 f1356 1"/>
                <a:gd name="f3481" fmla="*/ f2888 f1355 1"/>
                <a:gd name="f3482" fmla="*/ f2889 f1355 1"/>
                <a:gd name="f3483" fmla="*/ f2890 f1356 1"/>
                <a:gd name="f3484" fmla="*/ f2891 f1355 1"/>
                <a:gd name="f3485" fmla="*/ f2892 f1356 1"/>
                <a:gd name="f3486" fmla="*/ f2893 f1355 1"/>
                <a:gd name="f3487" fmla="*/ f2894 f1356 1"/>
                <a:gd name="f3488" fmla="*/ f2895 f1355 1"/>
                <a:gd name="f3489" fmla="*/ f2896 f1356 1"/>
                <a:gd name="f3490" fmla="*/ f2897 f1355 1"/>
                <a:gd name="f3491" fmla="*/ f2898 f1356 1"/>
                <a:gd name="f3492" fmla="*/ f2899 f1355 1"/>
                <a:gd name="f3493" fmla="*/ f2900 f1356 1"/>
                <a:gd name="f3494" fmla="*/ f2901 f1355 1"/>
                <a:gd name="f3495" fmla="*/ f2902 f1356 1"/>
                <a:gd name="f3496" fmla="*/ f2903 f1355 1"/>
                <a:gd name="f3497" fmla="*/ f2904 f1356 1"/>
                <a:gd name="f3498" fmla="*/ f2905 f1355 1"/>
                <a:gd name="f3499" fmla="*/ f2906 f1356 1"/>
                <a:gd name="f3500" fmla="*/ f2907 f1355 1"/>
                <a:gd name="f3501" fmla="*/ f2908 f1356 1"/>
                <a:gd name="f3502" fmla="*/ f2909 f1355 1"/>
                <a:gd name="f3503" fmla="*/ f2910 f1356 1"/>
                <a:gd name="f3504" fmla="*/ f2911 f1355 1"/>
                <a:gd name="f3505" fmla="*/ f2912 f1356 1"/>
                <a:gd name="f3506" fmla="*/ f2913 f1355 1"/>
                <a:gd name="f3507" fmla="*/ f2914 f1356 1"/>
                <a:gd name="f3508" fmla="*/ f2915 f1355 1"/>
                <a:gd name="f3509" fmla="*/ f2916 f1356 1"/>
                <a:gd name="f3510" fmla="*/ f2917 f1355 1"/>
                <a:gd name="f3511" fmla="*/ f2918 f1356 1"/>
                <a:gd name="f3512" fmla="*/ f2919 f1355 1"/>
                <a:gd name="f3513" fmla="*/ f2920 f1356 1"/>
                <a:gd name="f3514" fmla="*/ f2921 f1355 1"/>
                <a:gd name="f3515" fmla="*/ f2922 f1356 1"/>
                <a:gd name="f3516" fmla="*/ f2923 f1355 1"/>
                <a:gd name="f3517" fmla="*/ f2924 f1356 1"/>
                <a:gd name="f3518" fmla="*/ f2925 f1355 1"/>
                <a:gd name="f3519" fmla="*/ f2926 f1356 1"/>
                <a:gd name="f3520" fmla="*/ f2927 f1355 1"/>
                <a:gd name="f3521" fmla="*/ f2928 f1356 1"/>
                <a:gd name="f3522" fmla="*/ f2929 f1355 1"/>
                <a:gd name="f3523" fmla="*/ f2930 f1356 1"/>
                <a:gd name="f3524" fmla="*/ f2931 f1355 1"/>
                <a:gd name="f3525" fmla="*/ f2932 f1356 1"/>
                <a:gd name="f3526" fmla="*/ f2933 f1355 1"/>
                <a:gd name="f3527" fmla="*/ f2934 f1356 1"/>
                <a:gd name="f3528" fmla="*/ f2935 f1355 1"/>
                <a:gd name="f3529" fmla="*/ f2936 f1356 1"/>
                <a:gd name="f3530" fmla="*/ f2937 f1355 1"/>
                <a:gd name="f3531" fmla="*/ f2938 f1356 1"/>
                <a:gd name="f3532" fmla="*/ f2939 f1355 1"/>
                <a:gd name="f3533" fmla="*/ f2940 f1356 1"/>
                <a:gd name="f3534" fmla="*/ f2941 f1355 1"/>
                <a:gd name="f3535" fmla="*/ f2942 f1356 1"/>
                <a:gd name="f3536" fmla="*/ f2943 f1355 1"/>
                <a:gd name="f3537" fmla="*/ f2944 f1356 1"/>
                <a:gd name="f3538" fmla="*/ f2945 f1355 1"/>
                <a:gd name="f3539" fmla="*/ f2946 f1356 1"/>
                <a:gd name="f3540" fmla="*/ f2947 f1355 1"/>
                <a:gd name="f3541" fmla="*/ f2948 f1356 1"/>
                <a:gd name="f3542" fmla="*/ f2949 f1355 1"/>
                <a:gd name="f3543" fmla="*/ f2950 f1356 1"/>
                <a:gd name="f3544" fmla="*/ f2951 f1355 1"/>
                <a:gd name="f3545" fmla="*/ f2952 f1356 1"/>
                <a:gd name="f3546" fmla="*/ f2953 f1355 1"/>
                <a:gd name="f3547" fmla="*/ f2954 f1356 1"/>
                <a:gd name="f3548" fmla="*/ f2955 f1355 1"/>
                <a:gd name="f3549" fmla="*/ f2956 f1356 1"/>
                <a:gd name="f3550" fmla="*/ f2957 f1355 1"/>
                <a:gd name="f3551" fmla="*/ f2958 f1356 1"/>
                <a:gd name="f3552" fmla="*/ f2959 f1355 1"/>
                <a:gd name="f3553" fmla="*/ f2960 f1356 1"/>
                <a:gd name="f3554" fmla="*/ f2961 f1355 1"/>
                <a:gd name="f3555" fmla="*/ f2962 f1356 1"/>
                <a:gd name="f3556" fmla="*/ f2963 f1355 1"/>
                <a:gd name="f3557" fmla="*/ f2964 f1356 1"/>
                <a:gd name="f3558" fmla="*/ f2965 f1355 1"/>
                <a:gd name="f3559" fmla="*/ f2966 f1355 1"/>
                <a:gd name="f3560" fmla="*/ f2967 f1356 1"/>
                <a:gd name="f3561" fmla="*/ f2968 f1355 1"/>
                <a:gd name="f3562" fmla="*/ f2969 f1356 1"/>
                <a:gd name="f3563" fmla="*/ f2970 f1355 1"/>
                <a:gd name="f3564" fmla="*/ f2971 f1356 1"/>
                <a:gd name="f3565" fmla="*/ f2972 f1355 1"/>
                <a:gd name="f3566" fmla="*/ f2973 f1356 1"/>
                <a:gd name="f3567" fmla="*/ f2974 f1355 1"/>
                <a:gd name="f3568" fmla="*/ f2975 f1356 1"/>
                <a:gd name="f3569" fmla="*/ f2976 f1355 1"/>
                <a:gd name="f3570" fmla="*/ f2977 f1356 1"/>
                <a:gd name="f3571" fmla="*/ f2978 f1355 1"/>
                <a:gd name="f3572" fmla="*/ f2979 f1356 1"/>
                <a:gd name="f3573" fmla="*/ f2980 f1355 1"/>
                <a:gd name="f3574" fmla="*/ f2981 f1356 1"/>
                <a:gd name="f3575" fmla="*/ f2982 f1355 1"/>
                <a:gd name="f3576" fmla="*/ f2983 f1356 1"/>
                <a:gd name="f3577" fmla="*/ f2984 f1355 1"/>
                <a:gd name="f3578" fmla="*/ f2985 f1356 1"/>
                <a:gd name="f3579" fmla="*/ f2986 f1355 1"/>
                <a:gd name="f3580" fmla="*/ f2987 f1356 1"/>
                <a:gd name="f3581" fmla="*/ f2988 f1355 1"/>
                <a:gd name="f3582" fmla="*/ f2989 f1355 1"/>
                <a:gd name="f3583" fmla="*/ f2990 f1355 1"/>
                <a:gd name="f3584" fmla="*/ f2991 f1355 1"/>
                <a:gd name="f3585" fmla="*/ f2992 f1356 1"/>
                <a:gd name="f3586" fmla="*/ f2993 f1355 1"/>
                <a:gd name="f3587" fmla="*/ f2994 f1356 1"/>
                <a:gd name="f3588" fmla="*/ f2995 f1355 1"/>
                <a:gd name="f3589" fmla="*/ f2996 f1356 1"/>
                <a:gd name="f3590" fmla="*/ f2997 f1355 1"/>
                <a:gd name="f3591" fmla="*/ f2998 f1356 1"/>
                <a:gd name="f3592" fmla="*/ f2999 f1355 1"/>
                <a:gd name="f3593" fmla="*/ f3000 f1356 1"/>
                <a:gd name="f3594" fmla="*/ f3001 f1355 1"/>
                <a:gd name="f3595" fmla="*/ f3002 f1356 1"/>
                <a:gd name="f3596" fmla="*/ f3003 f1355 1"/>
                <a:gd name="f3597" fmla="*/ f3004 f1356 1"/>
                <a:gd name="f3598" fmla="*/ f3005 f1355 1"/>
                <a:gd name="f3599" fmla="*/ f3006 f1355 1"/>
                <a:gd name="f3600" fmla="*/ f3007 f1355 1"/>
                <a:gd name="f3601" fmla="*/ f3008 f1356 1"/>
                <a:gd name="f3602" fmla="*/ f3009 f1355 1"/>
                <a:gd name="f3603" fmla="*/ f3010 f1356 1"/>
                <a:gd name="f3604" fmla="*/ f3011 f1356 1"/>
                <a:gd name="f3605" fmla="*/ f3012 f1356 1"/>
                <a:gd name="f3606" fmla="*/ f3013 f1355 1"/>
                <a:gd name="f3607" fmla="*/ f3014 f1356 1"/>
                <a:gd name="f3608" fmla="*/ f3015 f1355 1"/>
                <a:gd name="f3609" fmla="*/ f3016 f1356 1"/>
                <a:gd name="f3610" fmla="*/ f3017 f1356 1"/>
                <a:gd name="f3611" fmla="*/ f3018 f1356 1"/>
                <a:gd name="f3612" fmla="*/ f3019 f1355 1"/>
                <a:gd name="f3613" fmla="*/ f3020 f1356 1"/>
                <a:gd name="f3614" fmla="*/ f3021 f1355 1"/>
                <a:gd name="f3615" fmla="*/ f3022 f1356 1"/>
                <a:gd name="f3616" fmla="*/ f3023 f1355 1"/>
                <a:gd name="f3617" fmla="*/ f3024 f1355 1"/>
                <a:gd name="f3618" fmla="*/ f3025 f1355 1"/>
                <a:gd name="f3619" fmla="*/ f3026 f1356 1"/>
                <a:gd name="f3620" fmla="*/ f3027 f1355 1"/>
                <a:gd name="f3621" fmla="*/ f3028 f1356 1"/>
                <a:gd name="f3622" fmla="*/ f3029 f1356 1"/>
                <a:gd name="f3623" fmla="*/ f3030 f1355 1"/>
                <a:gd name="f3624" fmla="*/ f3031 f1356 1"/>
                <a:gd name="f3625" fmla="*/ f3032 f1356 1"/>
                <a:gd name="f3626" fmla="*/ f3033 f1356 1"/>
                <a:gd name="f3627" fmla="*/ f3034 f1356 1"/>
                <a:gd name="f3628" fmla="*/ f3035 f1356 1"/>
                <a:gd name="f3629" fmla="*/ f3036 f1356 1"/>
                <a:gd name="f3630" fmla="*/ f3037 f1356 1"/>
                <a:gd name="f3631" fmla="*/ f3038 f1356 1"/>
                <a:gd name="f3632" fmla="*/ f3039 f1355 1"/>
                <a:gd name="f3633" fmla="*/ f3040 f1356 1"/>
                <a:gd name="f3634" fmla="*/ f3041 f1355 1"/>
                <a:gd name="f3635" fmla="*/ f3042 f1356 1"/>
                <a:gd name="f3636" fmla="*/ f3043 f1355 1"/>
                <a:gd name="f3637" fmla="*/ f3044 f1356 1"/>
                <a:gd name="f3638" fmla="*/ f3045 f1355 1"/>
                <a:gd name="f3639" fmla="*/ f3046 f1356 1"/>
                <a:gd name="f3640" fmla="*/ f3047 f1355 1"/>
                <a:gd name="f3641" fmla="*/ f3048 f1356 1"/>
                <a:gd name="f3642" fmla="*/ f3049 f1356 1"/>
                <a:gd name="f3643" fmla="*/ f3050 f1355 1"/>
                <a:gd name="f3644" fmla="*/ f3051 f1356 1"/>
                <a:gd name="f3645" fmla="*/ f3052 f1355 1"/>
                <a:gd name="f3646" fmla="*/ f3053 f1356 1"/>
                <a:gd name="f3647" fmla="*/ f3054 f1355 1"/>
                <a:gd name="f3648" fmla="*/ f3055 f1356 1"/>
                <a:gd name="f3649" fmla="*/ f3056 f1356 1"/>
                <a:gd name="f3650" fmla="*/ f3057 f1355 1"/>
                <a:gd name="f3651" fmla="*/ f3058 f1356 1"/>
                <a:gd name="f3652" fmla="*/ f3059 f1355 1"/>
                <a:gd name="f3653" fmla="*/ f3060 f1356 1"/>
                <a:gd name="f3654" fmla="*/ f3061 f1355 1"/>
                <a:gd name="f3655" fmla="*/ f3062 f1355 1"/>
                <a:gd name="f3656" fmla="*/ f3063 f1356 1"/>
                <a:gd name="f3657" fmla="*/ f3064 f1355 1"/>
                <a:gd name="f3658" fmla="*/ f3065 f1356 1"/>
                <a:gd name="f3659" fmla="*/ f3066 f1355 1"/>
                <a:gd name="f3660" fmla="*/ f3067 f1356 1"/>
                <a:gd name="f3661" fmla="*/ f3068 f1355 1"/>
                <a:gd name="f3662" fmla="*/ f3069 f1356 1"/>
                <a:gd name="f3663" fmla="*/ f3070 f1355 1"/>
                <a:gd name="f3664" fmla="*/ f3071 f1356 1"/>
                <a:gd name="f3665" fmla="*/ f3072 f1355 1"/>
                <a:gd name="f3666" fmla="*/ f3073 f1356 1"/>
                <a:gd name="f3667" fmla="*/ f3074 f1355 1"/>
                <a:gd name="f3668" fmla="*/ f3075 f1356 1"/>
                <a:gd name="f3669" fmla="*/ f3076 f1355 1"/>
                <a:gd name="f3670" fmla="*/ f3077 f1356 1"/>
                <a:gd name="f3671" fmla="*/ f3078 f1355 1"/>
                <a:gd name="f3672" fmla="*/ f3079 f1356 1"/>
                <a:gd name="f3673" fmla="*/ f3080 f1355 1"/>
                <a:gd name="f3674" fmla="*/ f3081 f1356 1"/>
                <a:gd name="f3675" fmla="*/ f3082 f1356 1"/>
                <a:gd name="f3676" fmla="*/ f3083 f1356 1"/>
                <a:gd name="f3677" fmla="*/ f3084 f1356 1"/>
                <a:gd name="f3678" fmla="*/ f3085 f1355 1"/>
                <a:gd name="f3679" fmla="*/ f3086 f1356 1"/>
                <a:gd name="f3680" fmla="*/ f3087 f1355 1"/>
                <a:gd name="f3681" fmla="*/ f3088 f1356 1"/>
                <a:gd name="f3682" fmla="*/ f3089 f1355 1"/>
                <a:gd name="f3683" fmla="*/ f3090 f1356 1"/>
                <a:gd name="f3684" fmla="*/ f3091 f1355 1"/>
                <a:gd name="f3685" fmla="*/ f3092 f1356 1"/>
                <a:gd name="f3686" fmla="*/ f3093 f1355 1"/>
                <a:gd name="f3687" fmla="*/ f3094 f1356 1"/>
                <a:gd name="f3688" fmla="*/ f3095 f1356 1"/>
                <a:gd name="f3689" fmla="*/ f3096 f1356 1"/>
                <a:gd name="f3690" fmla="*/ f3097 f1355 1"/>
                <a:gd name="f3691" fmla="*/ f3098 f1356 1"/>
                <a:gd name="f3692" fmla="*/ f3099 f1356 1"/>
                <a:gd name="f3693" fmla="*/ f3100 f1356 1"/>
                <a:gd name="f3694" fmla="*/ f3101 f1355 1"/>
                <a:gd name="f3695" fmla="*/ f3102 f1356 1"/>
                <a:gd name="f3696" fmla="*/ f3103 f1355 1"/>
                <a:gd name="f3697" fmla="*/ f3104 f1356 1"/>
                <a:gd name="f3698" fmla="*/ f3105 f1356 1"/>
                <a:gd name="f3699" fmla="*/ f3106 f1355 1"/>
                <a:gd name="f3700" fmla="*/ f3107 f1356 1"/>
                <a:gd name="f3701" fmla="*/ f3108 f1355 1"/>
                <a:gd name="f3702" fmla="*/ f3109 f1356 1"/>
                <a:gd name="f3703" fmla="*/ f3110 f1355 1"/>
                <a:gd name="f3704" fmla="*/ f3111 f1356 1"/>
                <a:gd name="f3705" fmla="*/ f3112 f1355 1"/>
                <a:gd name="f3706" fmla="*/ f3113 f1356 1"/>
                <a:gd name="f3707" fmla="*/ f3114 f1355 1"/>
                <a:gd name="f3708" fmla="*/ f3115 f1356 1"/>
                <a:gd name="f3709" fmla="*/ f3116 f1355 1"/>
                <a:gd name="f3710" fmla="*/ f3117 f1356 1"/>
                <a:gd name="f3711" fmla="*/ f3118 f1356 1"/>
                <a:gd name="f3712" fmla="*/ f3119 f1355 1"/>
                <a:gd name="f3713" fmla="*/ f3120 f1356 1"/>
                <a:gd name="f3714" fmla="*/ f3121 f1355 1"/>
                <a:gd name="f3715" fmla="*/ f3122 f1356 1"/>
                <a:gd name="f3716" fmla="*/ f3123 f1355 1"/>
                <a:gd name="f3717" fmla="*/ f3124 f1356 1"/>
                <a:gd name="f3718" fmla="*/ f3125 f1355 1"/>
                <a:gd name="f3719" fmla="*/ f3126 f1356 1"/>
                <a:gd name="f3720" fmla="*/ f3127 f1355 1"/>
                <a:gd name="f3721" fmla="*/ f3128 f1356 1"/>
                <a:gd name="f3722" fmla="*/ f3129 f1356 1"/>
                <a:gd name="f3723" fmla="*/ f3130 f1355 1"/>
                <a:gd name="f3724" fmla="*/ f3131 f1356 1"/>
                <a:gd name="f3725" fmla="*/ f3132 f1356 1"/>
                <a:gd name="f3726" fmla="*/ f3133 f1356 1"/>
                <a:gd name="f3727" fmla="*/ f3134 f1356 1"/>
                <a:gd name="f3728" fmla="*/ f3135 f1356 1"/>
                <a:gd name="f3729" fmla="*/ f3136 f1355 1"/>
                <a:gd name="f3730" fmla="*/ f3137 f1355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955">
                  <a:pos x="f3142" y="f3143"/>
                </a:cxn>
                <a:cxn ang="f1955">
                  <a:pos x="f3144" y="f3145"/>
                </a:cxn>
                <a:cxn ang="f1955">
                  <a:pos x="f3142" y="f3146"/>
                </a:cxn>
                <a:cxn ang="f1955">
                  <a:pos x="f3147" y="f3148"/>
                </a:cxn>
                <a:cxn ang="f1955">
                  <a:pos x="f3149" y="f3150"/>
                </a:cxn>
                <a:cxn ang="f1955">
                  <a:pos x="f3151" y="f3152"/>
                </a:cxn>
                <a:cxn ang="f1955">
                  <a:pos x="f3153" y="f3154"/>
                </a:cxn>
                <a:cxn ang="f1955">
                  <a:pos x="f3155" y="f3156"/>
                </a:cxn>
                <a:cxn ang="f1955">
                  <a:pos x="f3157" y="f3158"/>
                </a:cxn>
                <a:cxn ang="f1955">
                  <a:pos x="f3159" y="f3160"/>
                </a:cxn>
                <a:cxn ang="f1955">
                  <a:pos x="f3161" y="f3162"/>
                </a:cxn>
                <a:cxn ang="f1955">
                  <a:pos x="f3163" y="f3154"/>
                </a:cxn>
                <a:cxn ang="f1955">
                  <a:pos x="f3164" y="f3165"/>
                </a:cxn>
                <a:cxn ang="f1955">
                  <a:pos x="f3166" y="f3167"/>
                </a:cxn>
                <a:cxn ang="f1955">
                  <a:pos x="f3168" y="f3169"/>
                </a:cxn>
                <a:cxn ang="f1955">
                  <a:pos x="f3170" y="f3171"/>
                </a:cxn>
                <a:cxn ang="f1955">
                  <a:pos x="f3147" y="f3148"/>
                </a:cxn>
                <a:cxn ang="f1955">
                  <a:pos x="f3172" y="f3173"/>
                </a:cxn>
                <a:cxn ang="f1955">
                  <a:pos x="f3174" y="f3175"/>
                </a:cxn>
                <a:cxn ang="f1955">
                  <a:pos x="f3176" y="f3177"/>
                </a:cxn>
                <a:cxn ang="f1955">
                  <a:pos x="f3178" y="f3179"/>
                </a:cxn>
                <a:cxn ang="f1955">
                  <a:pos x="f3180" y="f3181"/>
                </a:cxn>
                <a:cxn ang="f1955">
                  <a:pos x="f3182" y="f3183"/>
                </a:cxn>
                <a:cxn ang="f1955">
                  <a:pos x="f3184" y="f3185"/>
                </a:cxn>
                <a:cxn ang="f1955">
                  <a:pos x="f3186" y="f3183"/>
                </a:cxn>
                <a:cxn ang="f1955">
                  <a:pos x="f3187" y="f3188"/>
                </a:cxn>
                <a:cxn ang="f1955">
                  <a:pos x="f3189" y="f3190"/>
                </a:cxn>
                <a:cxn ang="f1955">
                  <a:pos x="f3191" y="f3192"/>
                </a:cxn>
                <a:cxn ang="f1955">
                  <a:pos x="f3193" y="f3194"/>
                </a:cxn>
                <a:cxn ang="f1955">
                  <a:pos x="f3195" y="f3196"/>
                </a:cxn>
                <a:cxn ang="f1955">
                  <a:pos x="f3197" y="f3198"/>
                </a:cxn>
                <a:cxn ang="f1955">
                  <a:pos x="f3191" y="f3175"/>
                </a:cxn>
                <a:cxn ang="f1955">
                  <a:pos x="f3199" y="f3200"/>
                </a:cxn>
                <a:cxn ang="f1955">
                  <a:pos x="f3201" y="f3202"/>
                </a:cxn>
                <a:cxn ang="f1955">
                  <a:pos x="f3203" y="f3204"/>
                </a:cxn>
                <a:cxn ang="f1955">
                  <a:pos x="f3205" y="f3194"/>
                </a:cxn>
                <a:cxn ang="f1955">
                  <a:pos x="f3206" y="f3207"/>
                </a:cxn>
                <a:cxn ang="f1955">
                  <a:pos x="f3208" y="f3209"/>
                </a:cxn>
                <a:cxn ang="f1955">
                  <a:pos x="f3210" y="f3211"/>
                </a:cxn>
                <a:cxn ang="f1955">
                  <a:pos x="f3212" y="f3213"/>
                </a:cxn>
                <a:cxn ang="f1955">
                  <a:pos x="f3214" y="f3215"/>
                </a:cxn>
                <a:cxn ang="f1955">
                  <a:pos x="f3216" y="f3217"/>
                </a:cxn>
                <a:cxn ang="f1955">
                  <a:pos x="f3218" y="f3219"/>
                </a:cxn>
                <a:cxn ang="f1955">
                  <a:pos x="f3220" y="f3221"/>
                </a:cxn>
                <a:cxn ang="f1955">
                  <a:pos x="f3214" y="f3222"/>
                </a:cxn>
                <a:cxn ang="f1955">
                  <a:pos x="f3223" y="f3224"/>
                </a:cxn>
                <a:cxn ang="f1955">
                  <a:pos x="f3225" y="f3224"/>
                </a:cxn>
                <a:cxn ang="f1955">
                  <a:pos x="f3212" y="f3222"/>
                </a:cxn>
                <a:cxn ang="f1955">
                  <a:pos x="f3226" y="f3227"/>
                </a:cxn>
                <a:cxn ang="f1955">
                  <a:pos x="f3208" y="f3228"/>
                </a:cxn>
                <a:cxn ang="f1955">
                  <a:pos x="f3229" y="f3230"/>
                </a:cxn>
                <a:cxn ang="f1955">
                  <a:pos x="f3231" y="f3230"/>
                </a:cxn>
                <a:cxn ang="f1955">
                  <a:pos x="f3193" y="f3232"/>
                </a:cxn>
                <a:cxn ang="f1955">
                  <a:pos x="f3233" y="f3234"/>
                </a:cxn>
                <a:cxn ang="f1955">
                  <a:pos x="f3235" y="f3236"/>
                </a:cxn>
                <a:cxn ang="f1955">
                  <a:pos x="f3237" y="f3238"/>
                </a:cxn>
                <a:cxn ang="f1955">
                  <a:pos x="f3193" y="f3239"/>
                </a:cxn>
                <a:cxn ang="f1955">
                  <a:pos x="f3191" y="f3240"/>
                </a:cxn>
                <a:cxn ang="f1955">
                  <a:pos x="f3199" y="f3241"/>
                </a:cxn>
                <a:cxn ang="f1955">
                  <a:pos x="f3242" y="f3243"/>
                </a:cxn>
                <a:cxn ang="f1955">
                  <a:pos x="f3229" y="f3244"/>
                </a:cxn>
                <a:cxn ang="f1955">
                  <a:pos x="f3223" y="f3245"/>
                </a:cxn>
                <a:cxn ang="f1955">
                  <a:pos x="f3246" y="f3247"/>
                </a:cxn>
                <a:cxn ang="f1955">
                  <a:pos x="f3248" y="f3249"/>
                </a:cxn>
                <a:cxn ang="f1955">
                  <a:pos x="f3250" y="f3251"/>
                </a:cxn>
                <a:cxn ang="f1955">
                  <a:pos x="f3252" y="f3253"/>
                </a:cxn>
                <a:cxn ang="f1955">
                  <a:pos x="f3254" y="f3255"/>
                </a:cxn>
                <a:cxn ang="f1955">
                  <a:pos x="f3256" y="f3257"/>
                </a:cxn>
                <a:cxn ang="f1955">
                  <a:pos x="f3258" y="f3259"/>
                </a:cxn>
                <a:cxn ang="f1955">
                  <a:pos x="f3260" y="f3261"/>
                </a:cxn>
                <a:cxn ang="f1955">
                  <a:pos x="f3262" y="f3263"/>
                </a:cxn>
                <a:cxn ang="f1955">
                  <a:pos x="f3262" y="f3264"/>
                </a:cxn>
                <a:cxn ang="f1955">
                  <a:pos x="f3265" y="f3266"/>
                </a:cxn>
                <a:cxn ang="f1955">
                  <a:pos x="f3267" y="f3268"/>
                </a:cxn>
                <a:cxn ang="f1955">
                  <a:pos x="f3269" y="f3270"/>
                </a:cxn>
                <a:cxn ang="f1955">
                  <a:pos x="f3271" y="f3272"/>
                </a:cxn>
                <a:cxn ang="f1955">
                  <a:pos x="f3273" y="f3274"/>
                </a:cxn>
                <a:cxn ang="f1955">
                  <a:pos x="f3275" y="f3276"/>
                </a:cxn>
                <a:cxn ang="f1955">
                  <a:pos x="f3277" y="f3278"/>
                </a:cxn>
                <a:cxn ang="f1955">
                  <a:pos x="f3279" y="f3278"/>
                </a:cxn>
                <a:cxn ang="f1955">
                  <a:pos x="f3280" y="f3281"/>
                </a:cxn>
                <a:cxn ang="f1955">
                  <a:pos x="f3282" y="f3283"/>
                </a:cxn>
                <a:cxn ang="f1955">
                  <a:pos x="f3284" y="f3285"/>
                </a:cxn>
                <a:cxn ang="f1955">
                  <a:pos x="f3286" y="f3287"/>
                </a:cxn>
                <a:cxn ang="f1955">
                  <a:pos x="f3288" y="f3289"/>
                </a:cxn>
                <a:cxn ang="f1955">
                  <a:pos x="f3290" y="f3291"/>
                </a:cxn>
                <a:cxn ang="f1955">
                  <a:pos x="f3279" y="f3292"/>
                </a:cxn>
                <a:cxn ang="f1955">
                  <a:pos x="f3293" y="f3294"/>
                </a:cxn>
                <a:cxn ang="f1955">
                  <a:pos x="f3295" y="f3296"/>
                </a:cxn>
                <a:cxn ang="f1955">
                  <a:pos x="f3297" y="f3298"/>
                </a:cxn>
                <a:cxn ang="f1955">
                  <a:pos x="f3299" y="f3300"/>
                </a:cxn>
                <a:cxn ang="f1955">
                  <a:pos x="f3301" y="f3302"/>
                </a:cxn>
                <a:cxn ang="f1955">
                  <a:pos x="f3303" y="f3304"/>
                </a:cxn>
                <a:cxn ang="f1955">
                  <a:pos x="f3305" y="f3306"/>
                </a:cxn>
                <a:cxn ang="f1955">
                  <a:pos x="f3271" y="f3307"/>
                </a:cxn>
                <a:cxn ang="f1955">
                  <a:pos x="f3308" y="f3309"/>
                </a:cxn>
                <a:cxn ang="f1955">
                  <a:pos x="f3310" y="f3311"/>
                </a:cxn>
                <a:cxn ang="f1955">
                  <a:pos x="f3312" y="f3313"/>
                </a:cxn>
                <a:cxn ang="f1955">
                  <a:pos x="f3314" y="f3315"/>
                </a:cxn>
                <a:cxn ang="f1955">
                  <a:pos x="f3316" y="f3317"/>
                </a:cxn>
                <a:cxn ang="f1955">
                  <a:pos x="f3318" y="f3319"/>
                </a:cxn>
                <a:cxn ang="f1955">
                  <a:pos x="f3320" y="f3321"/>
                </a:cxn>
                <a:cxn ang="f1955">
                  <a:pos x="f3322" y="f3323"/>
                </a:cxn>
                <a:cxn ang="f1955">
                  <a:pos x="f3324" y="f3325"/>
                </a:cxn>
                <a:cxn ang="f1955">
                  <a:pos x="f3246" y="f3326"/>
                </a:cxn>
                <a:cxn ang="f1955">
                  <a:pos x="f3327" y="f3328"/>
                </a:cxn>
                <a:cxn ang="f1955">
                  <a:pos x="f3322" y="f3329"/>
                </a:cxn>
                <a:cxn ang="f1955">
                  <a:pos x="f3330" y="f3331"/>
                </a:cxn>
                <a:cxn ang="f1955">
                  <a:pos x="f3332" y="f3333"/>
                </a:cxn>
                <a:cxn ang="f1955">
                  <a:pos x="f3334" y="f3335"/>
                </a:cxn>
                <a:cxn ang="f1955">
                  <a:pos x="f3293" y="f3336"/>
                </a:cxn>
                <a:cxn ang="f1955">
                  <a:pos x="f3303" y="f3337"/>
                </a:cxn>
                <a:cxn ang="f1955">
                  <a:pos x="f3338" y="f3339"/>
                </a:cxn>
                <a:cxn ang="f1955">
                  <a:pos x="f3340" y="f3341"/>
                </a:cxn>
                <a:cxn ang="f1955">
                  <a:pos x="f3342" y="f3343"/>
                </a:cxn>
                <a:cxn ang="f1955">
                  <a:pos x="f3344" y="f3345"/>
                </a:cxn>
                <a:cxn ang="f1955">
                  <a:pos x="f3346" y="f3347"/>
                </a:cxn>
                <a:cxn ang="f1955">
                  <a:pos x="f3348" y="f3349"/>
                </a:cxn>
                <a:cxn ang="f1955">
                  <a:pos x="f3350" y="f3351"/>
                </a:cxn>
                <a:cxn ang="f1955">
                  <a:pos x="f3352" y="f3353"/>
                </a:cxn>
                <a:cxn ang="f1955">
                  <a:pos x="f3354" y="f3355"/>
                </a:cxn>
                <a:cxn ang="f1955">
                  <a:pos x="f3356" y="f3357"/>
                </a:cxn>
                <a:cxn ang="f1955">
                  <a:pos x="f3358" y="f3359"/>
                </a:cxn>
                <a:cxn ang="f1955">
                  <a:pos x="f3360" y="f3359"/>
                </a:cxn>
                <a:cxn ang="f1955">
                  <a:pos x="f3361" y="f3359"/>
                </a:cxn>
                <a:cxn ang="f1955">
                  <a:pos x="f3362" y="f3363"/>
                </a:cxn>
                <a:cxn ang="f1955">
                  <a:pos x="f3364" y="f3357"/>
                </a:cxn>
                <a:cxn ang="f1955">
                  <a:pos x="f3365" y="f3359"/>
                </a:cxn>
                <a:cxn ang="f1955">
                  <a:pos x="f3366" y="f3367"/>
                </a:cxn>
                <a:cxn ang="f1955">
                  <a:pos x="f3368" y="f3369"/>
                </a:cxn>
                <a:cxn ang="f1955">
                  <a:pos x="f3368" y="f3370"/>
                </a:cxn>
                <a:cxn ang="f1955">
                  <a:pos x="f3371" y="f3372"/>
                </a:cxn>
                <a:cxn ang="f1955">
                  <a:pos x="f3371" y="f3373"/>
                </a:cxn>
                <a:cxn ang="f1955">
                  <a:pos x="f3366" y="f3374"/>
                </a:cxn>
                <a:cxn ang="f1955">
                  <a:pos x="f3375" y="f3376"/>
                </a:cxn>
                <a:cxn ang="f1955">
                  <a:pos x="f3377" y="f3378"/>
                </a:cxn>
                <a:cxn ang="f1955">
                  <a:pos x="f3379" y="f3380"/>
                </a:cxn>
                <a:cxn ang="f1955">
                  <a:pos x="f3381" y="f3382"/>
                </a:cxn>
                <a:cxn ang="f1955">
                  <a:pos x="f3383" y="f3384"/>
                </a:cxn>
                <a:cxn ang="f1955">
                  <a:pos x="f3385" y="f3386"/>
                </a:cxn>
                <a:cxn ang="f1955">
                  <a:pos x="f3385" y="f3387"/>
                </a:cxn>
                <a:cxn ang="f1955">
                  <a:pos x="f3383" y="f3388"/>
                </a:cxn>
                <a:cxn ang="f1955">
                  <a:pos x="f3389" y="f3390"/>
                </a:cxn>
                <a:cxn ang="f1955">
                  <a:pos x="f3391" y="f3392"/>
                </a:cxn>
                <a:cxn ang="f1955">
                  <a:pos x="f3393" y="f3394"/>
                </a:cxn>
                <a:cxn ang="f1955">
                  <a:pos x="f3395" y="f3396"/>
                </a:cxn>
                <a:cxn ang="f1955">
                  <a:pos x="f3397" y="f3398"/>
                </a:cxn>
                <a:cxn ang="f1955">
                  <a:pos x="f3399" y="f3400"/>
                </a:cxn>
                <a:cxn ang="f1955">
                  <a:pos x="f3401" y="f3402"/>
                </a:cxn>
                <a:cxn ang="f1955">
                  <a:pos x="f3403" y="f3404"/>
                </a:cxn>
                <a:cxn ang="f1955">
                  <a:pos x="f3405" y="f3406"/>
                </a:cxn>
                <a:cxn ang="f1955">
                  <a:pos x="f3405" y="f3407"/>
                </a:cxn>
                <a:cxn ang="f1955">
                  <a:pos x="f3408" y="f3409"/>
                </a:cxn>
                <a:cxn ang="f1955">
                  <a:pos x="f3410" y="f3411"/>
                </a:cxn>
                <a:cxn ang="f1955">
                  <a:pos x="f3412" y="f3411"/>
                </a:cxn>
                <a:cxn ang="f1955">
                  <a:pos x="f3413" y="f3414"/>
                </a:cxn>
                <a:cxn ang="f1955">
                  <a:pos x="f3415" y="f3416"/>
                </a:cxn>
                <a:cxn ang="f1955">
                  <a:pos x="f3417" y="f3418"/>
                </a:cxn>
                <a:cxn ang="f1955">
                  <a:pos x="f3419" y="f3382"/>
                </a:cxn>
                <a:cxn ang="f1955">
                  <a:pos x="f3420" y="f3421"/>
                </a:cxn>
                <a:cxn ang="f1955">
                  <a:pos x="f3422" y="f3423"/>
                </a:cxn>
                <a:cxn ang="f1955">
                  <a:pos x="f3424" y="f3425"/>
                </a:cxn>
                <a:cxn ang="f1955">
                  <a:pos x="f3426" y="f3427"/>
                </a:cxn>
                <a:cxn ang="f1955">
                  <a:pos x="f3424" y="f3428"/>
                </a:cxn>
                <a:cxn ang="f1955">
                  <a:pos x="f3429" y="f3430"/>
                </a:cxn>
                <a:cxn ang="f1955">
                  <a:pos x="f3431" y="f3432"/>
                </a:cxn>
                <a:cxn ang="f1955">
                  <a:pos x="f3433" y="f3434"/>
                </a:cxn>
                <a:cxn ang="f1955">
                  <a:pos x="f3435" y="f3436"/>
                </a:cxn>
                <a:cxn ang="f1955">
                  <a:pos x="f3437" y="f3438"/>
                </a:cxn>
                <a:cxn ang="f1955">
                  <a:pos x="f3439" y="f3363"/>
                </a:cxn>
                <a:cxn ang="f1955">
                  <a:pos x="f3440" y="f3441"/>
                </a:cxn>
                <a:cxn ang="f1955">
                  <a:pos x="f3442" y="f3441"/>
                </a:cxn>
                <a:cxn ang="f1955">
                  <a:pos x="f3443" y="f3441"/>
                </a:cxn>
                <a:cxn ang="f1955">
                  <a:pos x="f3324" y="f3444"/>
                </a:cxn>
                <a:cxn ang="f1955">
                  <a:pos x="f3445" y="f3446"/>
                </a:cxn>
                <a:cxn ang="f1955">
                  <a:pos x="f3220" y="f3447"/>
                </a:cxn>
                <a:cxn ang="f1955">
                  <a:pos x="f3226" y="f3448"/>
                </a:cxn>
                <a:cxn ang="f1955">
                  <a:pos x="f3242" y="f3449"/>
                </a:cxn>
                <a:cxn ang="f1955">
                  <a:pos x="f3450" y="f3451"/>
                </a:cxn>
                <a:cxn ang="f1955">
                  <a:pos x="f3452" y="f3453"/>
                </a:cxn>
                <a:cxn ang="f1955">
                  <a:pos x="f3454" y="f3455"/>
                </a:cxn>
                <a:cxn ang="f1955">
                  <a:pos x="f3456" y="f3457"/>
                </a:cxn>
                <a:cxn ang="f1955">
                  <a:pos x="f3458" y="f3459"/>
                </a:cxn>
                <a:cxn ang="f1955">
                  <a:pos x="f3460" y="f3333"/>
                </a:cxn>
                <a:cxn ang="f1955">
                  <a:pos x="f3461" y="f3462"/>
                </a:cxn>
                <a:cxn ang="f1955">
                  <a:pos x="f3463" y="f3341"/>
                </a:cxn>
                <a:cxn ang="f1955">
                  <a:pos x="f3464" y="f3465"/>
                </a:cxn>
                <a:cxn ang="f1955">
                  <a:pos x="f3466" y="f3467"/>
                </a:cxn>
                <a:cxn ang="f1955">
                  <a:pos x="f3466" y="f3468"/>
                </a:cxn>
                <a:cxn ang="f1955">
                  <a:pos x="f3466" y="f3469"/>
                </a:cxn>
                <a:cxn ang="f1955">
                  <a:pos x="f3463" y="f3470"/>
                </a:cxn>
                <a:cxn ang="f1955">
                  <a:pos x="f3471" y="f3472"/>
                </a:cxn>
                <a:cxn ang="f1955">
                  <a:pos x="f3473" y="f3474"/>
                </a:cxn>
                <a:cxn ang="f1955">
                  <a:pos x="f3475" y="f3476"/>
                </a:cxn>
                <a:cxn ang="f1955">
                  <a:pos x="f3477" y="f3478"/>
                </a:cxn>
                <a:cxn ang="f1955">
                  <a:pos x="f3477" y="f3479"/>
                </a:cxn>
                <a:cxn ang="f1955">
                  <a:pos x="f3477" y="f3480"/>
                </a:cxn>
                <a:cxn ang="f1955">
                  <a:pos x="f3481" y="f3394"/>
                </a:cxn>
                <a:cxn ang="f1955">
                  <a:pos x="f3482" y="f3483"/>
                </a:cxn>
                <a:cxn ang="f1955">
                  <a:pos x="f3484" y="f3485"/>
                </a:cxn>
                <a:cxn ang="f1955">
                  <a:pos x="f3486" y="f3487"/>
                </a:cxn>
                <a:cxn ang="f1955">
                  <a:pos x="f3488" y="f3489"/>
                </a:cxn>
                <a:cxn ang="f1955">
                  <a:pos x="f3490" y="f3491"/>
                </a:cxn>
                <a:cxn ang="f1955">
                  <a:pos x="f3492" y="f3493"/>
                </a:cxn>
                <a:cxn ang="f1955">
                  <a:pos x="f3494" y="f3495"/>
                </a:cxn>
                <a:cxn ang="f1955">
                  <a:pos x="f3496" y="f3497"/>
                </a:cxn>
                <a:cxn ang="f1955">
                  <a:pos x="f3498" y="f3499"/>
                </a:cxn>
                <a:cxn ang="f1955">
                  <a:pos x="f3500" y="f3501"/>
                </a:cxn>
                <a:cxn ang="f1955">
                  <a:pos x="f3502" y="f3503"/>
                </a:cxn>
                <a:cxn ang="f1955">
                  <a:pos x="f3504" y="f3505"/>
                </a:cxn>
                <a:cxn ang="f1955">
                  <a:pos x="f3506" y="f3507"/>
                </a:cxn>
                <a:cxn ang="f1955">
                  <a:pos x="f3508" y="f3509"/>
                </a:cxn>
                <a:cxn ang="f1955">
                  <a:pos x="f3510" y="f3511"/>
                </a:cxn>
                <a:cxn ang="f1955">
                  <a:pos x="f3512" y="f3513"/>
                </a:cxn>
                <a:cxn ang="f1955">
                  <a:pos x="f3514" y="f3515"/>
                </a:cxn>
                <a:cxn ang="f1955">
                  <a:pos x="f3516" y="f3517"/>
                </a:cxn>
                <a:cxn ang="f1955">
                  <a:pos x="f3518" y="f3519"/>
                </a:cxn>
                <a:cxn ang="f1955">
                  <a:pos x="f3520" y="f3521"/>
                </a:cxn>
                <a:cxn ang="f1955">
                  <a:pos x="f3522" y="f3523"/>
                </a:cxn>
                <a:cxn ang="f1955">
                  <a:pos x="f3524" y="f3525"/>
                </a:cxn>
                <a:cxn ang="f1955">
                  <a:pos x="f3526" y="f3527"/>
                </a:cxn>
                <a:cxn ang="f1955">
                  <a:pos x="f3528" y="f3529"/>
                </a:cxn>
                <a:cxn ang="f1955">
                  <a:pos x="f3530" y="f3531"/>
                </a:cxn>
                <a:cxn ang="f1955">
                  <a:pos x="f3532" y="f3533"/>
                </a:cxn>
                <a:cxn ang="f1955">
                  <a:pos x="f3534" y="f3535"/>
                </a:cxn>
                <a:cxn ang="f1955">
                  <a:pos x="f3536" y="f3537"/>
                </a:cxn>
                <a:cxn ang="f1955">
                  <a:pos x="f3538" y="f3539"/>
                </a:cxn>
                <a:cxn ang="f1955">
                  <a:pos x="f3540" y="f3541"/>
                </a:cxn>
                <a:cxn ang="f1955">
                  <a:pos x="f3542" y="f3543"/>
                </a:cxn>
                <a:cxn ang="f1955">
                  <a:pos x="f3544" y="f3545"/>
                </a:cxn>
                <a:cxn ang="f1955">
                  <a:pos x="f3546" y="f3547"/>
                </a:cxn>
                <a:cxn ang="f1955">
                  <a:pos x="f3548" y="f3549"/>
                </a:cxn>
                <a:cxn ang="f1955">
                  <a:pos x="f3550" y="f3551"/>
                </a:cxn>
                <a:cxn ang="f1955">
                  <a:pos x="f3552" y="f3553"/>
                </a:cxn>
                <a:cxn ang="f1955">
                  <a:pos x="f3554" y="f3555"/>
                </a:cxn>
                <a:cxn ang="f1955">
                  <a:pos x="f3556" y="f3557"/>
                </a:cxn>
                <a:cxn ang="f1955">
                  <a:pos x="f3558" y="f3557"/>
                </a:cxn>
                <a:cxn ang="f1955">
                  <a:pos x="f3559" y="f3560"/>
                </a:cxn>
                <a:cxn ang="f1955">
                  <a:pos x="f3561" y="f3562"/>
                </a:cxn>
                <a:cxn ang="f1955">
                  <a:pos x="f3563" y="f3564"/>
                </a:cxn>
                <a:cxn ang="f1955">
                  <a:pos x="f3565" y="f3566"/>
                </a:cxn>
                <a:cxn ang="f1955">
                  <a:pos x="f3567" y="f3568"/>
                </a:cxn>
                <a:cxn ang="f1955">
                  <a:pos x="f3569" y="f3570"/>
                </a:cxn>
                <a:cxn ang="f1955">
                  <a:pos x="f3571" y="f3572"/>
                </a:cxn>
                <a:cxn ang="f1955">
                  <a:pos x="f3573" y="f3574"/>
                </a:cxn>
                <a:cxn ang="f1955">
                  <a:pos x="f3575" y="f3576"/>
                </a:cxn>
                <a:cxn ang="f1955">
                  <a:pos x="f3577" y="f3578"/>
                </a:cxn>
                <a:cxn ang="f1955">
                  <a:pos x="f3579" y="f3580"/>
                </a:cxn>
                <a:cxn ang="f1955">
                  <a:pos x="f3581" y="f3576"/>
                </a:cxn>
                <a:cxn ang="f1955">
                  <a:pos x="f3582" y="f3580"/>
                </a:cxn>
                <a:cxn ang="f1955">
                  <a:pos x="f3583" y="f3406"/>
                </a:cxn>
                <a:cxn ang="f1955">
                  <a:pos x="f3584" y="f3585"/>
                </a:cxn>
                <a:cxn ang="f1955">
                  <a:pos x="f3586" y="f3587"/>
                </a:cxn>
                <a:cxn ang="f1955">
                  <a:pos x="f3588" y="f3589"/>
                </a:cxn>
                <a:cxn ang="f1955">
                  <a:pos x="f3590" y="f3591"/>
                </a:cxn>
                <a:cxn ang="f1955">
                  <a:pos x="f3592" y="f3593"/>
                </a:cxn>
                <a:cxn ang="f1955">
                  <a:pos x="f3594" y="f3595"/>
                </a:cxn>
                <a:cxn ang="f1955">
                  <a:pos x="f3596" y="f3597"/>
                </a:cxn>
                <a:cxn ang="f1955">
                  <a:pos x="f3598" y="f3447"/>
                </a:cxn>
                <a:cxn ang="f1955">
                  <a:pos x="f3599" y="f3468"/>
                </a:cxn>
                <a:cxn ang="f1955">
                  <a:pos x="f3600" y="f3601"/>
                </a:cxn>
                <a:cxn ang="f1955">
                  <a:pos x="f3602" y="f3603"/>
                </a:cxn>
                <a:cxn ang="f1955">
                  <a:pos x="f3602" y="f3604"/>
                </a:cxn>
                <a:cxn ang="f1955">
                  <a:pos x="f3588" y="f3605"/>
                </a:cxn>
                <a:cxn ang="f1955">
                  <a:pos x="f3606" y="f3607"/>
                </a:cxn>
                <a:cxn ang="f1955">
                  <a:pos x="f3608" y="f3609"/>
                </a:cxn>
                <a:cxn ang="f1955">
                  <a:pos x="f3584" y="f3610"/>
                </a:cxn>
                <a:cxn ang="f1955">
                  <a:pos x="f3586" y="f3611"/>
                </a:cxn>
                <a:cxn ang="f1955">
                  <a:pos x="f3612" y="f3613"/>
                </a:cxn>
                <a:cxn ang="f1955">
                  <a:pos x="f3614" y="f3615"/>
                </a:cxn>
                <a:cxn ang="f1955">
                  <a:pos x="f3616" y="f3315"/>
                </a:cxn>
                <a:cxn ang="f1955">
                  <a:pos x="f3617" y="f3311"/>
                </a:cxn>
                <a:cxn ang="f1955">
                  <a:pos x="f3618" y="f3619"/>
                </a:cxn>
                <a:cxn ang="f1955">
                  <a:pos x="f3620" y="f3621"/>
                </a:cxn>
                <a:cxn ang="f1955">
                  <a:pos x="f3620" y="f3622"/>
                </a:cxn>
                <a:cxn ang="f1955">
                  <a:pos x="f3623" y="f3624"/>
                </a:cxn>
                <a:cxn ang="f1955">
                  <a:pos x="f3461" y="f3625"/>
                </a:cxn>
                <a:cxn ang="f1955">
                  <a:pos x="f3466" y="f3626"/>
                </a:cxn>
                <a:cxn ang="f1955">
                  <a:pos x="f3461" y="f3627"/>
                </a:cxn>
                <a:cxn ang="f1955">
                  <a:pos x="f3461" y="f3628"/>
                </a:cxn>
                <a:cxn ang="f1955">
                  <a:pos x="f3463" y="f3629"/>
                </a:cxn>
                <a:cxn ang="f1955">
                  <a:pos x="f3623" y="f3630"/>
                </a:cxn>
                <a:cxn ang="f1955">
                  <a:pos x="f3623" y="f3631"/>
                </a:cxn>
                <a:cxn ang="f1955">
                  <a:pos x="f3632" y="f3633"/>
                </a:cxn>
                <a:cxn ang="f1955">
                  <a:pos x="f3634" y="f3635"/>
                </a:cxn>
                <a:cxn ang="f1955">
                  <a:pos x="f3636" y="f3637"/>
                </a:cxn>
                <a:cxn ang="f1955">
                  <a:pos x="f3638" y="f3639"/>
                </a:cxn>
                <a:cxn ang="f1955">
                  <a:pos x="f3640" y="f3641"/>
                </a:cxn>
                <a:cxn ang="f1955">
                  <a:pos x="f3482" y="f3642"/>
                </a:cxn>
                <a:cxn ang="f1955">
                  <a:pos x="f3643" y="f3644"/>
                </a:cxn>
                <a:cxn ang="f1955">
                  <a:pos x="f3645" y="f3646"/>
                </a:cxn>
                <a:cxn ang="f1955">
                  <a:pos x="f3647" y="f3648"/>
                </a:cxn>
                <a:cxn ang="f1955">
                  <a:pos x="f3592" y="f3649"/>
                </a:cxn>
                <a:cxn ang="f1955">
                  <a:pos x="f3650" y="f3651"/>
                </a:cxn>
                <a:cxn ang="f1955">
                  <a:pos x="f3652" y="f3653"/>
                </a:cxn>
                <a:cxn ang="f1955">
                  <a:pos x="f3654" y="f3274"/>
                </a:cxn>
                <a:cxn ang="f1955">
                  <a:pos x="f3655" y="f3656"/>
                </a:cxn>
                <a:cxn ang="f1955">
                  <a:pos x="f3657" y="f3658"/>
                </a:cxn>
                <a:cxn ang="f1955">
                  <a:pos x="f3659" y="f3660"/>
                </a:cxn>
                <a:cxn ang="f1955">
                  <a:pos x="f3661" y="f3662"/>
                </a:cxn>
                <a:cxn ang="f1955">
                  <a:pos x="f3661" y="f3263"/>
                </a:cxn>
                <a:cxn ang="f1955">
                  <a:pos x="f3663" y="f3664"/>
                </a:cxn>
                <a:cxn ang="f1955">
                  <a:pos x="f3665" y="f3666"/>
                </a:cxn>
                <a:cxn ang="f1955">
                  <a:pos x="f3667" y="f3668"/>
                </a:cxn>
                <a:cxn ang="f1955">
                  <a:pos x="f3669" y="f3670"/>
                </a:cxn>
                <a:cxn ang="f1955">
                  <a:pos x="f3671" y="f3672"/>
                </a:cxn>
                <a:cxn ang="f1955">
                  <a:pos x="f3655" y="f3255"/>
                </a:cxn>
                <a:cxn ang="f1955">
                  <a:pos x="f3673" y="f3674"/>
                </a:cxn>
                <a:cxn ang="f1955">
                  <a:pos x="f3608" y="f3675"/>
                </a:cxn>
                <a:cxn ang="f1955">
                  <a:pos x="f3594" y="f3676"/>
                </a:cxn>
                <a:cxn ang="f1955">
                  <a:pos x="f3596" y="f3263"/>
                </a:cxn>
                <a:cxn ang="f1955">
                  <a:pos x="f3598" y="f3677"/>
                </a:cxn>
                <a:cxn ang="f1955">
                  <a:pos x="f3678" y="f3679"/>
                </a:cxn>
                <a:cxn ang="f1955">
                  <a:pos x="f3680" y="f3681"/>
                </a:cxn>
                <a:cxn ang="f1955">
                  <a:pos x="f3680" y="f3264"/>
                </a:cxn>
                <a:cxn ang="f1955">
                  <a:pos x="f3682" y="f3683"/>
                </a:cxn>
                <a:cxn ang="f1955">
                  <a:pos x="f3684" y="f3685"/>
                </a:cxn>
                <a:cxn ang="f1955">
                  <a:pos x="f3686" y="f3687"/>
                </a:cxn>
                <a:cxn ang="f1955">
                  <a:pos x="f3684" y="f3688"/>
                </a:cxn>
                <a:cxn ang="f1955">
                  <a:pos x="f3684" y="f3689"/>
                </a:cxn>
                <a:cxn ang="f1955">
                  <a:pos x="f3690" y="f3691"/>
                </a:cxn>
                <a:cxn ang="f1955">
                  <a:pos x="f3647" y="f3692"/>
                </a:cxn>
                <a:cxn ang="f1955">
                  <a:pos x="f3647" y="f3693"/>
                </a:cxn>
                <a:cxn ang="f1955">
                  <a:pos x="f3694" y="f3695"/>
                </a:cxn>
                <a:cxn ang="f1955">
                  <a:pos x="f3696" y="f3697"/>
                </a:cxn>
                <a:cxn ang="f1955">
                  <a:pos x="f3696" y="f3698"/>
                </a:cxn>
                <a:cxn ang="f1955">
                  <a:pos x="f3699" y="f3700"/>
                </a:cxn>
                <a:cxn ang="f1955">
                  <a:pos x="f3701" y="f3702"/>
                </a:cxn>
                <a:cxn ang="f1955">
                  <a:pos x="f3703" y="f3704"/>
                </a:cxn>
                <a:cxn ang="f1955">
                  <a:pos x="f3705" y="f3706"/>
                </a:cxn>
                <a:cxn ang="f1955">
                  <a:pos x="f3707" y="f3708"/>
                </a:cxn>
                <a:cxn ang="f1955">
                  <a:pos x="f3709" y="f3710"/>
                </a:cxn>
                <a:cxn ang="f1955">
                  <a:pos x="f3694" y="f3711"/>
                </a:cxn>
                <a:cxn ang="f1955">
                  <a:pos x="f3712" y="f3713"/>
                </a:cxn>
                <a:cxn ang="f1955">
                  <a:pos x="f3714" y="f3715"/>
                </a:cxn>
                <a:cxn ang="f1955">
                  <a:pos x="f3716" y="f3717"/>
                </a:cxn>
                <a:cxn ang="f1955">
                  <a:pos x="f3718" y="f3719"/>
                </a:cxn>
                <a:cxn ang="f1955">
                  <a:pos x="f3720" y="f3721"/>
                </a:cxn>
                <a:cxn ang="f1955">
                  <a:pos x="f3684" y="f3722"/>
                </a:cxn>
                <a:cxn ang="f1955">
                  <a:pos x="f3723" y="f3227"/>
                </a:cxn>
                <a:cxn ang="f1955">
                  <a:pos x="f3678" y="f3724"/>
                </a:cxn>
                <a:cxn ang="f1955">
                  <a:pos x="f3598" y="f3725"/>
                </a:cxn>
                <a:cxn ang="f1955">
                  <a:pos x="f3686" y="f3726"/>
                </a:cxn>
                <a:cxn ang="f1955">
                  <a:pos x="f3684" y="f3727"/>
                </a:cxn>
                <a:cxn ang="f1955">
                  <a:pos x="f3714" y="f3728"/>
                </a:cxn>
                <a:cxn ang="f1955">
                  <a:pos x="f3729" y="f3202"/>
                </a:cxn>
                <a:cxn ang="f1955">
                  <a:pos x="f3730" y="f3175"/>
                </a:cxn>
                <a:cxn ang="f1955">
                  <a:pos x="f3172" y="f3173"/>
                </a:cxn>
              </a:cxnLst>
              <a:rect l="f3138" t="f3141" r="f3139" b="f3140"/>
              <a:pathLst>
                <a:path w="2322382" h="4494734">
                  <a:moveTo>
                    <a:pt x="f8" y="f9"/>
                  </a:moveTo>
                  <a:lnTo>
                    <a:pt x="f10" y="f11"/>
                  </a:lnTo>
                  <a:lnTo>
                    <a:pt x="f8" y="f12"/>
                  </a:lnTo>
                  <a:close/>
                  <a:moveTo>
                    <a:pt x="f13" y="f14"/>
                  </a:moveTo>
                  <a:cubicBezTo>
                    <a:pt x="f15" y="f16"/>
                    <a:pt x="f17" y="f18"/>
                    <a:pt x="f19" y="f20"/>
                  </a:cubicBezTo>
                  <a:cubicBezTo>
                    <a:pt x="f21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29" y="f31"/>
                  </a:cubicBezTo>
                  <a:cubicBezTo>
                    <a:pt x="f29" y="f32"/>
                    <a:pt x="f33" y="f34"/>
                    <a:pt x="f33" y="f35"/>
                  </a:cubicBezTo>
                  <a:cubicBezTo>
                    <a:pt x="f33" y="f36"/>
                    <a:pt x="f27" y="f37"/>
                    <a:pt x="f38" y="f37"/>
                  </a:cubicBezTo>
                  <a:cubicBezTo>
                    <a:pt x="f39" y="f40"/>
                    <a:pt x="f41" y="f42"/>
                    <a:pt x="f43" y="f42"/>
                  </a:cubicBezTo>
                  <a:cubicBezTo>
                    <a:pt x="f44" y="f45"/>
                    <a:pt x="f46" y="f47"/>
                    <a:pt x="f48" y="f49"/>
                  </a:cubicBezTo>
                  <a:cubicBezTo>
                    <a:pt x="f50" y="f34"/>
                    <a:pt x="f51" y="f32"/>
                    <a:pt x="f52" y="f31"/>
                  </a:cubicBezTo>
                  <a:cubicBezTo>
                    <a:pt x="f53" y="f54"/>
                    <a:pt x="f53" y="f55"/>
                    <a:pt x="f56" y="f57"/>
                  </a:cubicBezTo>
                  <a:cubicBezTo>
                    <a:pt x="f56" y="f58"/>
                    <a:pt x="f52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22"/>
                    <a:pt x="f71" y="f18"/>
                  </a:cubicBezTo>
                  <a:cubicBezTo>
                    <a:pt x="f72" y="f73"/>
                    <a:pt x="f74" y="f75"/>
                    <a:pt x="f13" y="f14"/>
                  </a:cubicBezTo>
                  <a:close/>
                  <a:moveTo>
                    <a:pt x="f76" y="f5"/>
                  </a:moveTo>
                  <a:cubicBezTo>
                    <a:pt x="f77" y="f5"/>
                    <a:pt x="f78" y="f79"/>
                    <a:pt x="f80" y="f81"/>
                  </a:cubicBezTo>
                  <a:cubicBezTo>
                    <a:pt x="f82" y="f81"/>
                    <a:pt x="f83" y="f84"/>
                    <a:pt x="f85" y="f86"/>
                  </a:cubicBezTo>
                  <a:cubicBezTo>
                    <a:pt x="f87" y="f88"/>
                    <a:pt x="f89" y="f90"/>
                    <a:pt x="f91" y="f90"/>
                  </a:cubicBezTo>
                  <a:cubicBezTo>
                    <a:pt x="f92" y="f93"/>
                    <a:pt x="f94" y="f95"/>
                    <a:pt x="f96" y="f97"/>
                  </a:cubicBezTo>
                  <a:cubicBezTo>
                    <a:pt x="f98" y="f99"/>
                    <a:pt x="f100" y="f101"/>
                    <a:pt x="f102" y="f103"/>
                  </a:cubicBezTo>
                  <a:cubicBezTo>
                    <a:pt x="f104" y="f103"/>
                    <a:pt x="f102" y="f105"/>
                    <a:pt x="f104" y="f106"/>
                  </a:cubicBezTo>
                  <a:cubicBezTo>
                    <a:pt x="f107" y="f108"/>
                    <a:pt x="f109" y="f101"/>
                    <a:pt x="f110" y="f103"/>
                  </a:cubicBezTo>
                  <a:cubicBezTo>
                    <a:pt x="f111" y="f112"/>
                    <a:pt x="f111" y="f112"/>
                    <a:pt x="f113" y="f101"/>
                  </a:cubicBezTo>
                  <a:cubicBezTo>
                    <a:pt x="f113" y="f105"/>
                    <a:pt x="f110" y="f114"/>
                    <a:pt x="f115" y="f114"/>
                  </a:cubicBezTo>
                  <a:cubicBezTo>
                    <a:pt x="f116" y="f117"/>
                    <a:pt x="f118" y="f114"/>
                    <a:pt x="f119" y="f105"/>
                  </a:cubicBezTo>
                  <a:cubicBezTo>
                    <a:pt x="f120" y="f101"/>
                    <a:pt x="f119" y="f112"/>
                    <a:pt x="f118" y="f121"/>
                  </a:cubicBezTo>
                  <a:cubicBezTo>
                    <a:pt x="f122" y="f123"/>
                    <a:pt x="f124" y="f125"/>
                    <a:pt x="f124" y="f93"/>
                  </a:cubicBezTo>
                  <a:cubicBezTo>
                    <a:pt x="f124" y="f88"/>
                    <a:pt x="f116" y="f86"/>
                    <a:pt x="f126" y="f127"/>
                  </a:cubicBezTo>
                  <a:cubicBezTo>
                    <a:pt x="f128" y="f129"/>
                    <a:pt x="f118" y="f81"/>
                    <a:pt x="f119" y="f81"/>
                  </a:cubicBezTo>
                  <a:cubicBezTo>
                    <a:pt x="f130" y="f81"/>
                    <a:pt x="f131" y="f132"/>
                    <a:pt x="f133" y="f134"/>
                  </a:cubicBezTo>
                  <a:cubicBezTo>
                    <a:pt x="f135" y="f136"/>
                    <a:pt x="f137" y="f136"/>
                    <a:pt x="f138" y="f139"/>
                  </a:cubicBezTo>
                  <a:cubicBezTo>
                    <a:pt x="f140" y="f81"/>
                    <a:pt x="f141" y="f142"/>
                    <a:pt x="f143" y="f129"/>
                  </a:cubicBezTo>
                  <a:cubicBezTo>
                    <a:pt x="f144" y="f86"/>
                    <a:pt x="f145" y="f97"/>
                    <a:pt x="f146" y="f121"/>
                  </a:cubicBezTo>
                  <a:cubicBezTo>
                    <a:pt x="f147" y="f148"/>
                    <a:pt x="f149" y="f150"/>
                    <a:pt x="f151" y="f152"/>
                  </a:cubicBezTo>
                  <a:cubicBezTo>
                    <a:pt x="f153" y="f154"/>
                    <a:pt x="f147" y="f155"/>
                    <a:pt x="f156" y="f157"/>
                  </a:cubicBezTo>
                  <a:cubicBezTo>
                    <a:pt x="f147" y="f158"/>
                    <a:pt x="f151" y="f158"/>
                    <a:pt x="f159" y="f158"/>
                  </a:cubicBezTo>
                  <a:cubicBezTo>
                    <a:pt x="f160" y="f158"/>
                    <a:pt x="f160" y="f158"/>
                    <a:pt x="f161" y="f162"/>
                  </a:cubicBezTo>
                  <a:cubicBezTo>
                    <a:pt x="f163" y="f164"/>
                    <a:pt x="f165" y="f162"/>
                    <a:pt x="f166" y="f167"/>
                  </a:cubicBezTo>
                  <a:cubicBezTo>
                    <a:pt x="f168" y="f169"/>
                    <a:pt x="f170" y="f171"/>
                    <a:pt x="f172" y="f173"/>
                  </a:cubicBezTo>
                  <a:cubicBezTo>
                    <a:pt x="f172" y="f174"/>
                    <a:pt x="f161" y="f175"/>
                    <a:pt x="f168" y="f176"/>
                  </a:cubicBezTo>
                  <a:cubicBezTo>
                    <a:pt x="f177" y="f176"/>
                    <a:pt x="f166" y="f178"/>
                    <a:pt x="f179" y="f180"/>
                  </a:cubicBezTo>
                  <a:cubicBezTo>
                    <a:pt x="f172" y="f181"/>
                    <a:pt x="f165" y="f182"/>
                    <a:pt x="f166" y="f183"/>
                  </a:cubicBezTo>
                  <a:cubicBezTo>
                    <a:pt x="f166" y="f184"/>
                    <a:pt x="f185" y="f184"/>
                    <a:pt x="f177" y="f186"/>
                  </a:cubicBezTo>
                  <a:cubicBezTo>
                    <a:pt x="f166" y="f187"/>
                    <a:pt x="f168" y="f187"/>
                    <a:pt x="f170" y="f186"/>
                  </a:cubicBezTo>
                  <a:cubicBezTo>
                    <a:pt x="f172" y="f186"/>
                    <a:pt x="f163" y="f184"/>
                    <a:pt x="f161" y="f183"/>
                  </a:cubicBezTo>
                  <a:cubicBezTo>
                    <a:pt x="f188" y="f189"/>
                    <a:pt x="f149" y="f190"/>
                    <a:pt x="f153" y="f191"/>
                  </a:cubicBezTo>
                  <a:cubicBezTo>
                    <a:pt x="f147" y="f191"/>
                    <a:pt x="f192" y="f193"/>
                    <a:pt x="f156" y="f194"/>
                  </a:cubicBezTo>
                  <a:cubicBezTo>
                    <a:pt x="f153" y="f195"/>
                    <a:pt x="f147" y="f196"/>
                    <a:pt x="f197" y="f198"/>
                  </a:cubicBezTo>
                  <a:cubicBezTo>
                    <a:pt x="f145" y="f198"/>
                    <a:pt x="f141" y="f198"/>
                    <a:pt x="f199" y="f198"/>
                  </a:cubicBezTo>
                  <a:cubicBezTo>
                    <a:pt x="f200" y="f201"/>
                    <a:pt x="f130" y="f202"/>
                    <a:pt x="f118" y="f203"/>
                  </a:cubicBezTo>
                  <a:cubicBezTo>
                    <a:pt x="f111" y="f204"/>
                    <a:pt x="f107" y="f205"/>
                    <a:pt x="f206" y="f207"/>
                  </a:cubicBezTo>
                  <a:cubicBezTo>
                    <a:pt x="f208" y="f209"/>
                    <a:pt x="f208" y="f210"/>
                    <a:pt x="f98" y="f211"/>
                  </a:cubicBezTo>
                  <a:cubicBezTo>
                    <a:pt x="f212" y="f213"/>
                    <a:pt x="f100" y="f214"/>
                    <a:pt x="f215" y="f214"/>
                  </a:cubicBezTo>
                  <a:cubicBezTo>
                    <a:pt x="f111" y="f216"/>
                    <a:pt x="f126" y="f217"/>
                    <a:pt x="f118" y="f218"/>
                  </a:cubicBezTo>
                  <a:cubicBezTo>
                    <a:pt x="f219" y="f220"/>
                    <a:pt x="f119" y="f221"/>
                    <a:pt x="f119" y="f222"/>
                  </a:cubicBezTo>
                  <a:cubicBezTo>
                    <a:pt x="f119" y="f223"/>
                    <a:pt x="f120" y="f224"/>
                    <a:pt x="f133" y="f224"/>
                  </a:cubicBezTo>
                  <a:cubicBezTo>
                    <a:pt x="f200" y="f225"/>
                    <a:pt x="f226" y="f227"/>
                    <a:pt x="f140" y="f227"/>
                  </a:cubicBezTo>
                  <a:cubicBezTo>
                    <a:pt x="f228" y="f229"/>
                    <a:pt x="f144" y="f229"/>
                    <a:pt x="f197" y="f230"/>
                  </a:cubicBezTo>
                  <a:cubicBezTo>
                    <a:pt x="f231" y="f232"/>
                    <a:pt x="f172" y="f233"/>
                    <a:pt x="f177" y="f233"/>
                  </a:cubicBezTo>
                  <a:cubicBezTo>
                    <a:pt x="f234" y="f235"/>
                    <a:pt x="f236" y="f237"/>
                    <a:pt x="f238" y="f239"/>
                  </a:cubicBezTo>
                  <a:cubicBezTo>
                    <a:pt x="f240" y="f241"/>
                    <a:pt x="f242" y="f243"/>
                    <a:pt x="f244" y="f245"/>
                  </a:cubicBezTo>
                  <a:cubicBezTo>
                    <a:pt x="f246" y="f247"/>
                    <a:pt x="f248" y="f249"/>
                    <a:pt x="f250" y="f251"/>
                  </a:cubicBezTo>
                  <a:cubicBezTo>
                    <a:pt x="f252" y="f253"/>
                    <a:pt x="f254" y="f255"/>
                    <a:pt x="f256" y="f257"/>
                  </a:cubicBezTo>
                  <a:cubicBezTo>
                    <a:pt x="f258" y="f259"/>
                    <a:pt x="f260" y="f261"/>
                    <a:pt x="f262" y="f263"/>
                  </a:cubicBezTo>
                  <a:cubicBezTo>
                    <a:pt x="f264" y="f265"/>
                    <a:pt x="f266" y="f267"/>
                    <a:pt x="f268" y="f269"/>
                  </a:cubicBezTo>
                  <a:cubicBezTo>
                    <a:pt x="f270" y="f271"/>
                    <a:pt x="f272" y="f273"/>
                    <a:pt x="f274" y="f275"/>
                  </a:cubicBezTo>
                  <a:cubicBezTo>
                    <a:pt x="f276" y="f277"/>
                    <a:pt x="f278" y="f279"/>
                    <a:pt x="f280" y="f279"/>
                  </a:cubicBezTo>
                  <a:cubicBezTo>
                    <a:pt x="f281" y="f282"/>
                    <a:pt x="f283" y="f284"/>
                    <a:pt x="f283" y="f285"/>
                  </a:cubicBezTo>
                  <a:cubicBezTo>
                    <a:pt x="f283" y="f286"/>
                    <a:pt x="f283" y="f287"/>
                    <a:pt x="f283" y="f288"/>
                  </a:cubicBezTo>
                  <a:cubicBezTo>
                    <a:pt x="f283" y="f289"/>
                    <a:pt x="f290" y="f291"/>
                    <a:pt x="f292" y="f293"/>
                  </a:cubicBezTo>
                  <a:cubicBezTo>
                    <a:pt x="f294" y="f295"/>
                    <a:pt x="f296" y="f297"/>
                    <a:pt x="f264" y="f298"/>
                  </a:cubicBezTo>
                  <a:cubicBezTo>
                    <a:pt x="f299" y="f300"/>
                    <a:pt x="f301" y="f302"/>
                    <a:pt x="f303" y="f304"/>
                  </a:cubicBezTo>
                  <a:cubicBezTo>
                    <a:pt x="f305" y="f306"/>
                    <a:pt x="f307" y="f308"/>
                    <a:pt x="f309" y="f310"/>
                  </a:cubicBezTo>
                  <a:cubicBezTo>
                    <a:pt x="f256" y="f311"/>
                    <a:pt x="f312" y="f313"/>
                    <a:pt x="f252" y="f314"/>
                  </a:cubicBezTo>
                  <a:cubicBezTo>
                    <a:pt x="f315" y="f316"/>
                    <a:pt x="f317" y="f318"/>
                    <a:pt x="f319" y="f318"/>
                  </a:cubicBezTo>
                  <a:cubicBezTo>
                    <a:pt x="f320" y="f318"/>
                    <a:pt x="f321" y="f322"/>
                    <a:pt x="f323" y="f324"/>
                  </a:cubicBezTo>
                  <a:cubicBezTo>
                    <a:pt x="f323" y="f324"/>
                    <a:pt x="f325" y="f324"/>
                    <a:pt x="f326" y="f324"/>
                  </a:cubicBezTo>
                  <a:cubicBezTo>
                    <a:pt x="f327" y="f328"/>
                    <a:pt x="f329" y="f330"/>
                    <a:pt x="f331" y="f332"/>
                  </a:cubicBezTo>
                  <a:cubicBezTo>
                    <a:pt x="f333" y="f334"/>
                    <a:pt x="f331" y="f335"/>
                    <a:pt x="f336" y="f337"/>
                  </a:cubicBezTo>
                  <a:cubicBezTo>
                    <a:pt x="f338" y="f339"/>
                    <a:pt x="f340" y="f341"/>
                    <a:pt x="f342" y="f343"/>
                  </a:cubicBezTo>
                  <a:cubicBezTo>
                    <a:pt x="f344" y="f345"/>
                    <a:pt x="f346" y="f347"/>
                    <a:pt x="f329" y="f348"/>
                  </a:cubicBezTo>
                  <a:cubicBezTo>
                    <a:pt x="f349" y="f350"/>
                    <a:pt x="f351" y="f352"/>
                    <a:pt x="f353" y="f354"/>
                  </a:cubicBezTo>
                  <a:cubicBezTo>
                    <a:pt x="f355" y="f356"/>
                    <a:pt x="f327" y="f357"/>
                    <a:pt x="f358" y="f359"/>
                  </a:cubicBezTo>
                  <a:cubicBezTo>
                    <a:pt x="f360" y="f361"/>
                    <a:pt x="f362" y="f363"/>
                    <a:pt x="f326" y="f364"/>
                  </a:cubicBezTo>
                  <a:cubicBezTo>
                    <a:pt x="f365" y="f366"/>
                    <a:pt x="f320" y="f367"/>
                    <a:pt x="f368" y="f369"/>
                  </a:cubicBezTo>
                  <a:cubicBezTo>
                    <a:pt x="f250" y="f370"/>
                    <a:pt x="f250" y="f371"/>
                    <a:pt x="f372" y="f373"/>
                  </a:cubicBezTo>
                  <a:cubicBezTo>
                    <a:pt x="f317" y="f374"/>
                    <a:pt x="f375" y="f376"/>
                    <a:pt x="f377" y="f378"/>
                  </a:cubicBezTo>
                  <a:cubicBezTo>
                    <a:pt x="f379" y="f380"/>
                    <a:pt x="f252" y="f381"/>
                    <a:pt x="f382" y="f383"/>
                  </a:cubicBezTo>
                  <a:cubicBezTo>
                    <a:pt x="f384" y="f385"/>
                    <a:pt x="f386" y="f387"/>
                    <a:pt x="f254" y="f388"/>
                  </a:cubicBezTo>
                  <a:cubicBezTo>
                    <a:pt x="f389" y="f390"/>
                    <a:pt x="f391" y="f392"/>
                    <a:pt x="f393" y="f394"/>
                  </a:cubicBezTo>
                  <a:cubicBezTo>
                    <a:pt x="f395" y="f396"/>
                    <a:pt x="f397" y="f398"/>
                    <a:pt x="f399" y="f400"/>
                  </a:cubicBezTo>
                  <a:cubicBezTo>
                    <a:pt x="f401" y="f402"/>
                    <a:pt x="f401" y="f403"/>
                    <a:pt x="f309" y="f404"/>
                  </a:cubicBezTo>
                  <a:cubicBezTo>
                    <a:pt x="f405" y="f406"/>
                    <a:pt x="f405" y="f407"/>
                    <a:pt x="f307" y="f408"/>
                  </a:cubicBezTo>
                  <a:cubicBezTo>
                    <a:pt x="f409" y="f410"/>
                    <a:pt x="f411" y="f412"/>
                    <a:pt x="f413" y="f412"/>
                  </a:cubicBezTo>
                  <a:cubicBezTo>
                    <a:pt x="f393" y="f412"/>
                    <a:pt x="f384" y="f414"/>
                    <a:pt x="f375" y="f415"/>
                  </a:cubicBezTo>
                  <a:cubicBezTo>
                    <a:pt x="f368" y="f416"/>
                    <a:pt x="f321" y="f414"/>
                    <a:pt x="f417" y="f418"/>
                  </a:cubicBezTo>
                  <a:cubicBezTo>
                    <a:pt x="f362" y="f418"/>
                    <a:pt x="f419" y="f420"/>
                    <a:pt x="f421" y="f416"/>
                  </a:cubicBezTo>
                  <a:cubicBezTo>
                    <a:pt x="f422" y="f423"/>
                    <a:pt x="f424" y="f425"/>
                    <a:pt x="f426" y="f427"/>
                  </a:cubicBezTo>
                  <a:cubicBezTo>
                    <a:pt x="f428" y="f429"/>
                    <a:pt x="f430" y="f431"/>
                    <a:pt x="f432" y="f433"/>
                  </a:cubicBezTo>
                  <a:cubicBezTo>
                    <a:pt x="f434" y="f435"/>
                    <a:pt x="f436" y="f437"/>
                    <a:pt x="f438" y="f439"/>
                  </a:cubicBezTo>
                  <a:cubicBezTo>
                    <a:pt x="f440" y="f441"/>
                    <a:pt x="f442" y="f443"/>
                    <a:pt x="f444" y="f445"/>
                  </a:cubicBezTo>
                  <a:cubicBezTo>
                    <a:pt x="f446" y="f447"/>
                    <a:pt x="f238" y="f448"/>
                    <a:pt x="f238" y="f449"/>
                  </a:cubicBezTo>
                  <a:cubicBezTo>
                    <a:pt x="f238" y="f450"/>
                    <a:pt x="f238" y="f451"/>
                    <a:pt x="f442" y="f452"/>
                  </a:cubicBezTo>
                  <a:cubicBezTo>
                    <a:pt x="f453" y="f454"/>
                    <a:pt x="f440" y="f455"/>
                    <a:pt x="f438" y="f456"/>
                  </a:cubicBezTo>
                  <a:cubicBezTo>
                    <a:pt x="f457" y="f458"/>
                    <a:pt x="f459" y="f460"/>
                    <a:pt x="f333" y="f461"/>
                  </a:cubicBezTo>
                  <a:cubicBezTo>
                    <a:pt x="f336" y="f462"/>
                    <a:pt x="f432" y="f463"/>
                    <a:pt x="f424" y="f464"/>
                  </a:cubicBezTo>
                  <a:cubicBezTo>
                    <a:pt x="f419" y="f465"/>
                    <a:pt x="f327" y="f466"/>
                    <a:pt x="f246" y="f467"/>
                  </a:cubicBezTo>
                  <a:cubicBezTo>
                    <a:pt x="f326" y="f467"/>
                    <a:pt x="f468" y="f469"/>
                    <a:pt x="f368" y="f470"/>
                  </a:cubicBezTo>
                  <a:cubicBezTo>
                    <a:pt x="f377" y="f471"/>
                    <a:pt x="f254" y="f472"/>
                    <a:pt x="f393" y="f473"/>
                  </a:cubicBezTo>
                  <a:cubicBezTo>
                    <a:pt x="f411" y="f474"/>
                    <a:pt x="f475" y="f476"/>
                    <a:pt x="f477" y="f478"/>
                  </a:cubicBezTo>
                  <a:cubicBezTo>
                    <a:pt x="f299" y="f479"/>
                    <a:pt x="f480" y="f481"/>
                    <a:pt x="f482" y="f483"/>
                  </a:cubicBezTo>
                  <a:cubicBezTo>
                    <a:pt x="f484" y="f485"/>
                    <a:pt x="f486" y="f487"/>
                    <a:pt x="f488" y="f489"/>
                  </a:cubicBezTo>
                  <a:cubicBezTo>
                    <a:pt x="f490" y="f491"/>
                    <a:pt x="f492" y="f493"/>
                    <a:pt x="f494" y="f495"/>
                  </a:cubicBezTo>
                  <a:cubicBezTo>
                    <a:pt x="f496" y="f497"/>
                    <a:pt x="f498" y="f499"/>
                    <a:pt x="f500" y="f501"/>
                  </a:cubicBezTo>
                  <a:cubicBezTo>
                    <a:pt x="f502" y="f503"/>
                    <a:pt x="f504" y="f505"/>
                    <a:pt x="f506" y="f507"/>
                  </a:cubicBezTo>
                  <a:cubicBezTo>
                    <a:pt x="f508" y="f509"/>
                    <a:pt x="f510" y="f511"/>
                    <a:pt x="f510" y="f509"/>
                  </a:cubicBezTo>
                  <a:cubicBezTo>
                    <a:pt x="f512" y="f513"/>
                    <a:pt x="f514" y="f511"/>
                    <a:pt x="f515" y="f516"/>
                  </a:cubicBezTo>
                  <a:cubicBezTo>
                    <a:pt x="f517" y="f518"/>
                    <a:pt x="f519" y="f516"/>
                    <a:pt x="f520" y="f511"/>
                  </a:cubicBezTo>
                  <a:cubicBezTo>
                    <a:pt x="f521" y="f522"/>
                    <a:pt x="f523" y="f522"/>
                    <a:pt x="f524" y="f522"/>
                  </a:cubicBezTo>
                  <a:cubicBezTo>
                    <a:pt x="f525" y="f522"/>
                    <a:pt x="f526" y="f507"/>
                    <a:pt x="f527" y="f513"/>
                  </a:cubicBezTo>
                  <a:cubicBezTo>
                    <a:pt x="f528" y="f529"/>
                    <a:pt x="f530" y="f529"/>
                    <a:pt x="f530" y="f513"/>
                  </a:cubicBezTo>
                  <a:cubicBezTo>
                    <a:pt x="f531" y="f507"/>
                    <a:pt x="f532" y="f522"/>
                    <a:pt x="f533" y="f513"/>
                  </a:cubicBezTo>
                  <a:cubicBezTo>
                    <a:pt x="f534" y="f529"/>
                    <a:pt x="f535" y="f513"/>
                    <a:pt x="f536" y="f529"/>
                  </a:cubicBezTo>
                  <a:cubicBezTo>
                    <a:pt x="f537" y="f538"/>
                    <a:pt x="f539" y="f509"/>
                    <a:pt x="f540" y="f522"/>
                  </a:cubicBezTo>
                  <a:cubicBezTo>
                    <a:pt x="f541" y="f529"/>
                    <a:pt x="f542" y="f529"/>
                    <a:pt x="f543" y="f513"/>
                  </a:cubicBezTo>
                  <a:cubicBezTo>
                    <a:pt x="f544" y="f513"/>
                    <a:pt x="f545" y="f546"/>
                    <a:pt x="f547" y="f548"/>
                  </a:cubicBezTo>
                  <a:cubicBezTo>
                    <a:pt x="f549" y="f550"/>
                    <a:pt x="f549" y="f551"/>
                    <a:pt x="f545" y="f552"/>
                  </a:cubicBezTo>
                  <a:cubicBezTo>
                    <a:pt x="f553" y="f554"/>
                    <a:pt x="f553" y="f555"/>
                    <a:pt x="f545" y="f556"/>
                  </a:cubicBezTo>
                  <a:cubicBezTo>
                    <a:pt x="f557" y="f558"/>
                    <a:pt x="f559" y="f560"/>
                    <a:pt x="f559" y="f561"/>
                  </a:cubicBezTo>
                  <a:cubicBezTo>
                    <a:pt x="f559" y="f562"/>
                    <a:pt x="f563" y="f564"/>
                    <a:pt x="f559" y="f565"/>
                  </a:cubicBezTo>
                  <a:cubicBezTo>
                    <a:pt x="f559" y="f566"/>
                    <a:pt x="f545" y="f567"/>
                    <a:pt x="f547" y="f568"/>
                  </a:cubicBezTo>
                  <a:cubicBezTo>
                    <a:pt x="f547" y="f569"/>
                    <a:pt x="f570" y="f571"/>
                    <a:pt x="f572" y="f573"/>
                  </a:cubicBezTo>
                  <a:cubicBezTo>
                    <a:pt x="f574" y="f575"/>
                    <a:pt x="f576" y="f577"/>
                    <a:pt x="f544" y="f578"/>
                  </a:cubicBezTo>
                  <a:cubicBezTo>
                    <a:pt x="f579" y="f580"/>
                    <a:pt x="f581" y="f582"/>
                    <a:pt x="f583" y="f584"/>
                  </a:cubicBezTo>
                  <a:cubicBezTo>
                    <a:pt x="f585" y="f586"/>
                    <a:pt x="f543" y="f587"/>
                    <a:pt x="f576" y="f588"/>
                  </a:cubicBezTo>
                  <a:cubicBezTo>
                    <a:pt x="f574" y="f589"/>
                    <a:pt x="f590" y="f591"/>
                    <a:pt x="f590" y="f592"/>
                  </a:cubicBezTo>
                  <a:cubicBezTo>
                    <a:pt x="f590" y="f593"/>
                    <a:pt x="f553" y="f594"/>
                    <a:pt x="f595" y="f596"/>
                  </a:cubicBezTo>
                  <a:cubicBezTo>
                    <a:pt x="f595" y="f597"/>
                    <a:pt x="f570" y="f598"/>
                    <a:pt x="f595" y="f598"/>
                  </a:cubicBezTo>
                  <a:cubicBezTo>
                    <a:pt x="f599" y="f600"/>
                    <a:pt x="f572" y="f601"/>
                    <a:pt x="f590" y="f602"/>
                  </a:cubicBezTo>
                  <a:cubicBezTo>
                    <a:pt x="f544" y="f603"/>
                    <a:pt x="f590" y="f604"/>
                    <a:pt x="f579" y="f605"/>
                  </a:cubicBezTo>
                  <a:cubicBezTo>
                    <a:pt x="f606" y="f607"/>
                    <a:pt x="f606" y="f608"/>
                    <a:pt x="f581" y="f609"/>
                  </a:cubicBezTo>
                  <a:cubicBezTo>
                    <a:pt x="f581" y="f610"/>
                    <a:pt x="f542" y="f611"/>
                    <a:pt x="f612" y="f613"/>
                  </a:cubicBezTo>
                  <a:cubicBezTo>
                    <a:pt x="f541" y="f614"/>
                    <a:pt x="f615" y="f616"/>
                    <a:pt x="f617" y="f618"/>
                  </a:cubicBezTo>
                  <a:cubicBezTo>
                    <a:pt x="f619" y="f620"/>
                    <a:pt x="f534" y="f621"/>
                    <a:pt x="f622" y="f623"/>
                  </a:cubicBezTo>
                  <a:cubicBezTo>
                    <a:pt x="f624" y="f625"/>
                    <a:pt x="f626" y="f625"/>
                    <a:pt x="f526" y="f627"/>
                  </a:cubicBezTo>
                  <a:cubicBezTo>
                    <a:pt x="f525" y="f628"/>
                    <a:pt x="f629" y="f630"/>
                    <a:pt x="f631" y="f632"/>
                  </a:cubicBezTo>
                  <a:cubicBezTo>
                    <a:pt x="f633" y="f634"/>
                    <a:pt x="f633" y="f635"/>
                    <a:pt x="f636" y="f637"/>
                  </a:cubicBezTo>
                  <a:cubicBezTo>
                    <a:pt x="f631" y="f638"/>
                    <a:pt x="f639" y="f608"/>
                    <a:pt x="f640" y="f607"/>
                  </a:cubicBezTo>
                  <a:cubicBezTo>
                    <a:pt x="f524" y="f641"/>
                    <a:pt x="f524" y="f604"/>
                    <a:pt x="f640" y="f642"/>
                  </a:cubicBezTo>
                  <a:cubicBezTo>
                    <a:pt x="f631" y="f643"/>
                    <a:pt x="f521" y="f644"/>
                    <a:pt x="f645" y="f597"/>
                  </a:cubicBezTo>
                  <a:cubicBezTo>
                    <a:pt x="f520" y="f646"/>
                    <a:pt x="f647" y="f648"/>
                    <a:pt x="f649" y="f650"/>
                  </a:cubicBezTo>
                  <a:cubicBezTo>
                    <a:pt x="f651" y="f652"/>
                    <a:pt x="f653" y="f654"/>
                    <a:pt x="f655" y="f650"/>
                  </a:cubicBezTo>
                  <a:cubicBezTo>
                    <a:pt x="f512" y="f656"/>
                    <a:pt x="f657" y="f650"/>
                    <a:pt x="f658" y="f652"/>
                  </a:cubicBezTo>
                  <a:cubicBezTo>
                    <a:pt x="f508" y="f659"/>
                    <a:pt x="f660" y="f661"/>
                    <a:pt x="f662" y="f589"/>
                  </a:cubicBezTo>
                  <a:cubicBezTo>
                    <a:pt x="f663" y="f587"/>
                    <a:pt x="f664" y="f587"/>
                    <a:pt x="f665" y="f666"/>
                  </a:cubicBezTo>
                  <a:cubicBezTo>
                    <a:pt x="f667" y="f591"/>
                    <a:pt x="f668" y="f591"/>
                    <a:pt x="f669" y="f588"/>
                  </a:cubicBezTo>
                  <a:cubicBezTo>
                    <a:pt x="f670" y="f587"/>
                    <a:pt x="f671" y="f672"/>
                    <a:pt x="f673" y="f586"/>
                  </a:cubicBezTo>
                  <a:cubicBezTo>
                    <a:pt x="f674" y="f675"/>
                    <a:pt x="f670" y="f676"/>
                    <a:pt x="f677" y="f678"/>
                  </a:cubicBezTo>
                  <a:cubicBezTo>
                    <a:pt x="f679" y="f582"/>
                    <a:pt x="f680" y="f676"/>
                    <a:pt x="f668" y="f681"/>
                  </a:cubicBezTo>
                  <a:cubicBezTo>
                    <a:pt x="f669" y="f682"/>
                    <a:pt x="f670" y="f575"/>
                    <a:pt x="f683" y="f571"/>
                  </a:cubicBezTo>
                  <a:cubicBezTo>
                    <a:pt x="f680" y="f684"/>
                    <a:pt x="f680" y="f569"/>
                    <a:pt x="f668" y="f685"/>
                  </a:cubicBezTo>
                  <a:cubicBezTo>
                    <a:pt x="f669" y="f686"/>
                    <a:pt x="f687" y="f688"/>
                    <a:pt x="f689" y="f690"/>
                  </a:cubicBezTo>
                  <a:cubicBezTo>
                    <a:pt x="f691" y="f692"/>
                    <a:pt x="f496" y="f693"/>
                    <a:pt x="f694" y="f695"/>
                  </a:cubicBezTo>
                  <a:cubicBezTo>
                    <a:pt x="f278" y="f696"/>
                    <a:pt x="f488" y="f560"/>
                    <a:pt x="f697" y="f558"/>
                  </a:cubicBezTo>
                  <a:cubicBezTo>
                    <a:pt x="f698" y="f556"/>
                    <a:pt x="f699" y="f700"/>
                    <a:pt x="f701" y="f550"/>
                  </a:cubicBezTo>
                  <a:cubicBezTo>
                    <a:pt x="f702" y="f703"/>
                    <a:pt x="f258" y="f518"/>
                    <a:pt x="f704" y="f546"/>
                  </a:cubicBezTo>
                  <a:cubicBezTo>
                    <a:pt x="f399" y="f511"/>
                    <a:pt x="f395" y="f705"/>
                    <a:pt x="f706" y="f529"/>
                  </a:cubicBezTo>
                  <a:cubicBezTo>
                    <a:pt x="f382" y="f707"/>
                    <a:pt x="f315" y="f708"/>
                    <a:pt x="f709" y="f710"/>
                  </a:cubicBezTo>
                  <a:cubicBezTo>
                    <a:pt x="f711" y="f712"/>
                    <a:pt x="f365" y="f713"/>
                    <a:pt x="f714" y="f710"/>
                  </a:cubicBezTo>
                  <a:cubicBezTo>
                    <a:pt x="f417" y="f715"/>
                    <a:pt x="f716" y="f708"/>
                    <a:pt x="f717" y="f710"/>
                  </a:cubicBezTo>
                  <a:cubicBezTo>
                    <a:pt x="f349" y="f718"/>
                    <a:pt x="f331" y="f719"/>
                    <a:pt x="f444" y="f499"/>
                  </a:cubicBezTo>
                  <a:cubicBezTo>
                    <a:pt x="f720" y="f721"/>
                    <a:pt x="f722" y="f723"/>
                    <a:pt x="f724" y="f497"/>
                  </a:cubicBezTo>
                  <a:cubicBezTo>
                    <a:pt x="f725" y="f726"/>
                    <a:pt x="f727" y="f728"/>
                    <a:pt x="f179" y="f729"/>
                  </a:cubicBezTo>
                  <a:cubicBezTo>
                    <a:pt x="f730" y="f729"/>
                    <a:pt x="f188" y="f731"/>
                    <a:pt x="f153" y="f732"/>
                  </a:cubicBezTo>
                  <a:cubicBezTo>
                    <a:pt x="f144" y="f733"/>
                    <a:pt x="f141" y="f489"/>
                    <a:pt x="f140" y="f734"/>
                  </a:cubicBezTo>
                  <a:cubicBezTo>
                    <a:pt x="f735" y="f736"/>
                    <a:pt x="f137" y="f479"/>
                    <a:pt x="f130" y="f737"/>
                  </a:cubicBezTo>
                  <a:cubicBezTo>
                    <a:pt x="f120" y="f738"/>
                    <a:pt x="f118" y="f739"/>
                    <a:pt x="f122" y="f740"/>
                  </a:cubicBezTo>
                  <a:cubicBezTo>
                    <a:pt x="f111" y="f467"/>
                    <a:pt x="f107" y="f741"/>
                    <a:pt x="f742" y="f743"/>
                  </a:cubicBezTo>
                  <a:cubicBezTo>
                    <a:pt x="f744" y="f745"/>
                    <a:pt x="f746" y="f460"/>
                    <a:pt x="f747" y="f748"/>
                  </a:cubicBezTo>
                  <a:cubicBezTo>
                    <a:pt x="f749" y="f750"/>
                    <a:pt x="f751" y="f752"/>
                    <a:pt x="f82" y="f753"/>
                  </a:cubicBezTo>
                  <a:cubicBezTo>
                    <a:pt x="f754" y="f755"/>
                    <a:pt x="f756" y="f757"/>
                    <a:pt x="f758" y="f464"/>
                  </a:cubicBezTo>
                  <a:cubicBezTo>
                    <a:pt x="f759" y="f760"/>
                    <a:pt x="f77" y="f469"/>
                    <a:pt x="f761" y="f762"/>
                  </a:cubicBezTo>
                  <a:cubicBezTo>
                    <a:pt x="f763" y="f738"/>
                    <a:pt x="f764" y="f765"/>
                    <a:pt x="f763" y="f483"/>
                  </a:cubicBezTo>
                  <a:cubicBezTo>
                    <a:pt x="f766" y="f767"/>
                    <a:pt x="f768" y="f769"/>
                    <a:pt x="f768" y="f770"/>
                  </a:cubicBezTo>
                  <a:cubicBezTo>
                    <a:pt x="f761" y="f771"/>
                    <a:pt x="f763" y="f772"/>
                    <a:pt x="f773" y="f491"/>
                  </a:cubicBezTo>
                  <a:cubicBezTo>
                    <a:pt x="f759" y="f774"/>
                    <a:pt x="f773" y="f731"/>
                    <a:pt x="f773" y="f493"/>
                  </a:cubicBezTo>
                  <a:cubicBezTo>
                    <a:pt x="f773" y="f775"/>
                    <a:pt x="f773" y="f776"/>
                    <a:pt x="f773" y="f777"/>
                  </a:cubicBezTo>
                  <a:cubicBezTo>
                    <a:pt x="f773" y="f778"/>
                    <a:pt x="f761" y="f779"/>
                    <a:pt x="f763" y="f780"/>
                  </a:cubicBezTo>
                  <a:cubicBezTo>
                    <a:pt x="f781" y="f693"/>
                    <a:pt x="f782" y="f783"/>
                    <a:pt x="f784" y="f785"/>
                  </a:cubicBezTo>
                  <a:cubicBezTo>
                    <a:pt x="f786" y="f787"/>
                    <a:pt x="f788" y="f676"/>
                    <a:pt x="f789" y="f672"/>
                  </a:cubicBezTo>
                  <a:cubicBezTo>
                    <a:pt x="f790" y="f593"/>
                    <a:pt x="f791" y="f792"/>
                    <a:pt x="f793" y="f601"/>
                  </a:cubicBezTo>
                  <a:cubicBezTo>
                    <a:pt x="f794" y="f795"/>
                    <a:pt x="f796" y="f604"/>
                    <a:pt x="f797" y="f798"/>
                  </a:cubicBezTo>
                  <a:cubicBezTo>
                    <a:pt x="f799" y="f800"/>
                    <a:pt x="f799" y="f801"/>
                    <a:pt x="f797" y="f802"/>
                  </a:cubicBezTo>
                  <a:cubicBezTo>
                    <a:pt x="f803" y="f804"/>
                    <a:pt x="f794" y="f805"/>
                    <a:pt x="f797" y="f806"/>
                  </a:cubicBezTo>
                  <a:cubicBezTo>
                    <a:pt x="f799" y="f807"/>
                    <a:pt x="f799" y="f613"/>
                    <a:pt x="f808" y="f613"/>
                  </a:cubicBezTo>
                  <a:cubicBezTo>
                    <a:pt x="f809" y="f810"/>
                    <a:pt x="f811" y="f635"/>
                    <a:pt x="f809" y="f812"/>
                  </a:cubicBezTo>
                  <a:lnTo>
                    <a:pt x="f813" y="f814"/>
                  </a:lnTo>
                  <a:lnTo>
                    <a:pt x="f815" y="f816"/>
                  </a:lnTo>
                  <a:lnTo>
                    <a:pt x="f817" y="f818"/>
                  </a:lnTo>
                  <a:cubicBezTo>
                    <a:pt x="f819" y="f820"/>
                    <a:pt x="f821" y="f822"/>
                    <a:pt x="f823" y="f824"/>
                  </a:cubicBezTo>
                  <a:cubicBezTo>
                    <a:pt x="f825" y="f826"/>
                    <a:pt x="f827" y="f828"/>
                    <a:pt x="f829" y="f830"/>
                  </a:cubicBezTo>
                  <a:cubicBezTo>
                    <a:pt x="f831" y="f832"/>
                    <a:pt x="f833" y="f834"/>
                    <a:pt x="f835" y="f836"/>
                  </a:cubicBezTo>
                  <a:cubicBezTo>
                    <a:pt x="f837" y="f838"/>
                    <a:pt x="f839" y="f840"/>
                    <a:pt x="f841" y="f842"/>
                  </a:cubicBezTo>
                  <a:cubicBezTo>
                    <a:pt x="f843" y="f844"/>
                    <a:pt x="f845" y="f846"/>
                    <a:pt x="f847" y="f848"/>
                  </a:cubicBezTo>
                  <a:cubicBezTo>
                    <a:pt x="f849" y="f850"/>
                    <a:pt x="f851" y="f852"/>
                    <a:pt x="f853" y="f854"/>
                  </a:cubicBezTo>
                  <a:cubicBezTo>
                    <a:pt x="f855" y="f856"/>
                    <a:pt x="f857" y="f858"/>
                    <a:pt x="f859" y="f860"/>
                  </a:cubicBezTo>
                  <a:cubicBezTo>
                    <a:pt x="f861" y="f862"/>
                    <a:pt x="f863" y="f864"/>
                    <a:pt x="f865" y="f866"/>
                  </a:cubicBezTo>
                  <a:cubicBezTo>
                    <a:pt x="f867" y="f868"/>
                    <a:pt x="f869" y="f870"/>
                    <a:pt x="f871" y="f872"/>
                  </a:cubicBezTo>
                  <a:cubicBezTo>
                    <a:pt x="f873" y="f874"/>
                    <a:pt x="f875" y="f876"/>
                    <a:pt x="f877" y="f878"/>
                  </a:cubicBezTo>
                  <a:cubicBezTo>
                    <a:pt x="f879" y="f880"/>
                    <a:pt x="f881" y="f882"/>
                    <a:pt x="f883" y="f884"/>
                  </a:cubicBezTo>
                  <a:cubicBezTo>
                    <a:pt x="f885" y="f886"/>
                    <a:pt x="f887" y="f888"/>
                    <a:pt x="f889" y="f890"/>
                  </a:cubicBezTo>
                  <a:cubicBezTo>
                    <a:pt x="f891" y="f892"/>
                    <a:pt x="f893" y="f894"/>
                    <a:pt x="f895" y="f896"/>
                  </a:cubicBezTo>
                  <a:cubicBezTo>
                    <a:pt x="f897" y="f898"/>
                    <a:pt x="f899" y="f900"/>
                    <a:pt x="f901" y="f902"/>
                  </a:cubicBezTo>
                  <a:cubicBezTo>
                    <a:pt x="f903" y="f904"/>
                    <a:pt x="f905" y="f906"/>
                    <a:pt x="f907" y="f908"/>
                  </a:cubicBezTo>
                  <a:cubicBezTo>
                    <a:pt x="f909" y="f910"/>
                    <a:pt x="f911" y="f912"/>
                    <a:pt x="f913" y="f914"/>
                  </a:cubicBezTo>
                  <a:cubicBezTo>
                    <a:pt x="f915" y="f916"/>
                    <a:pt x="f917" y="f918"/>
                    <a:pt x="f919" y="f920"/>
                  </a:cubicBezTo>
                  <a:cubicBezTo>
                    <a:pt x="f921" y="f922"/>
                    <a:pt x="f923" y="f924"/>
                    <a:pt x="f925" y="f926"/>
                  </a:cubicBezTo>
                  <a:cubicBezTo>
                    <a:pt x="f927" y="f928"/>
                    <a:pt x="f929" y="f930"/>
                    <a:pt x="f931" y="f932"/>
                  </a:cubicBezTo>
                  <a:cubicBezTo>
                    <a:pt x="f933" y="f934"/>
                    <a:pt x="f935" y="f936"/>
                    <a:pt x="f937" y="f938"/>
                  </a:cubicBezTo>
                  <a:cubicBezTo>
                    <a:pt x="f939" y="f940"/>
                    <a:pt x="f941" y="f942"/>
                    <a:pt x="f943" y="f944"/>
                  </a:cubicBezTo>
                  <a:cubicBezTo>
                    <a:pt x="f945" y="f946"/>
                    <a:pt x="f947" y="f948"/>
                    <a:pt x="f949" y="f950"/>
                  </a:cubicBezTo>
                  <a:cubicBezTo>
                    <a:pt x="f951" y="f952"/>
                    <a:pt x="f953" y="f954"/>
                    <a:pt x="f955" y="f956"/>
                  </a:cubicBezTo>
                  <a:cubicBezTo>
                    <a:pt x="f957" y="f958"/>
                    <a:pt x="f959" y="f960"/>
                    <a:pt x="f961" y="f962"/>
                  </a:cubicBezTo>
                  <a:cubicBezTo>
                    <a:pt x="f963" y="f964"/>
                    <a:pt x="f965" y="f966"/>
                    <a:pt x="f967" y="f968"/>
                  </a:cubicBezTo>
                  <a:cubicBezTo>
                    <a:pt x="f969" y="f970"/>
                    <a:pt x="f971" y="f972"/>
                    <a:pt x="f973" y="f974"/>
                  </a:cubicBezTo>
                  <a:cubicBezTo>
                    <a:pt x="f975" y="f976"/>
                    <a:pt x="f977" y="f978"/>
                    <a:pt x="f979" y="f980"/>
                  </a:cubicBezTo>
                  <a:cubicBezTo>
                    <a:pt x="f981" y="f982"/>
                    <a:pt x="f983" y="f984"/>
                    <a:pt x="f985" y="f986"/>
                  </a:cubicBezTo>
                  <a:cubicBezTo>
                    <a:pt x="f987" y="f988"/>
                    <a:pt x="f989" y="f990"/>
                    <a:pt x="f991" y="f992"/>
                  </a:cubicBezTo>
                  <a:cubicBezTo>
                    <a:pt x="f993" y="f994"/>
                    <a:pt x="f995" y="f996"/>
                    <a:pt x="f997" y="f998"/>
                  </a:cubicBezTo>
                  <a:cubicBezTo>
                    <a:pt x="f999" y="f1000"/>
                    <a:pt x="f1001" y="f1002"/>
                    <a:pt x="f1003" y="f1004"/>
                  </a:cubicBezTo>
                  <a:cubicBezTo>
                    <a:pt x="f1005" y="f1006"/>
                    <a:pt x="f1007" y="f1008"/>
                    <a:pt x="f1009" y="f1010"/>
                  </a:cubicBezTo>
                  <a:cubicBezTo>
                    <a:pt x="f1011" y="f1012"/>
                    <a:pt x="f1013" y="f1014"/>
                    <a:pt x="f1015" y="f1016"/>
                  </a:cubicBezTo>
                  <a:lnTo>
                    <a:pt x="f1017" y="f1018"/>
                  </a:lnTo>
                  <a:lnTo>
                    <a:pt x="f1019" y="f1018"/>
                  </a:lnTo>
                  <a:lnTo>
                    <a:pt x="f1020" y="f1021"/>
                  </a:lnTo>
                  <a:lnTo>
                    <a:pt x="f1022" y="f1023"/>
                  </a:lnTo>
                  <a:lnTo>
                    <a:pt x="f1024" y="f1025"/>
                  </a:lnTo>
                  <a:lnTo>
                    <a:pt x="f1026" y="f1027"/>
                  </a:lnTo>
                  <a:lnTo>
                    <a:pt x="f1028" y="f1029"/>
                  </a:lnTo>
                  <a:cubicBezTo>
                    <a:pt x="f1030" y="f1031"/>
                    <a:pt x="f1032" y="f1031"/>
                    <a:pt x="f1033" y="f1031"/>
                  </a:cubicBezTo>
                  <a:cubicBezTo>
                    <a:pt x="f1034" y="f1035"/>
                    <a:pt x="f1034" y="f620"/>
                    <a:pt x="f1036" y="f1037"/>
                  </a:cubicBezTo>
                  <a:cubicBezTo>
                    <a:pt x="f1038" y="f616"/>
                    <a:pt x="f1032" y="f1039"/>
                    <a:pt x="f1040" y="f810"/>
                  </a:cubicBezTo>
                  <a:cubicBezTo>
                    <a:pt x="f1041" y="f611"/>
                    <a:pt x="f1042" y="f806"/>
                    <a:pt x="f1041" y="f638"/>
                  </a:cubicBezTo>
                  <a:cubicBezTo>
                    <a:pt x="f1043" y="f804"/>
                    <a:pt x="f1044" y="f804"/>
                    <a:pt x="f1045" y="f1046"/>
                  </a:cubicBezTo>
                  <a:cubicBezTo>
                    <a:pt x="f1047" y="f802"/>
                    <a:pt x="f1048" y="f1049"/>
                    <a:pt x="f1050" y="f608"/>
                  </a:cubicBezTo>
                  <a:cubicBezTo>
                    <a:pt x="f1051" y="f1052"/>
                    <a:pt x="f1053" y="f609"/>
                    <a:pt x="f1054" y="f638"/>
                  </a:cubicBezTo>
                  <a:cubicBezTo>
                    <a:pt x="f1055" y="f1056"/>
                    <a:pt x="f1057" y="f1046"/>
                    <a:pt x="f1058" y="f608"/>
                  </a:cubicBezTo>
                  <a:cubicBezTo>
                    <a:pt x="f1059" y="f1052"/>
                    <a:pt x="f1060" y="f1049"/>
                    <a:pt x="f1061" y="f607"/>
                  </a:cubicBezTo>
                  <a:cubicBezTo>
                    <a:pt x="f1062" y="f604"/>
                    <a:pt x="f1063" y="f795"/>
                    <a:pt x="f1064" y="f644"/>
                  </a:cubicBezTo>
                  <a:cubicBezTo>
                    <a:pt x="f1065" y="f1066"/>
                    <a:pt x="f1067" y="f596"/>
                    <a:pt x="f1068" y="f1069"/>
                  </a:cubicBezTo>
                  <a:cubicBezTo>
                    <a:pt x="f1070" y="f656"/>
                    <a:pt x="f1071" y="f1072"/>
                    <a:pt x="f1073" y="f1074"/>
                  </a:cubicBezTo>
                  <a:cubicBezTo>
                    <a:pt x="f1075" y="f1076"/>
                    <a:pt x="f1077" y="f1078"/>
                    <a:pt x="f1079" y="f1080"/>
                  </a:cubicBezTo>
                  <a:cubicBezTo>
                    <a:pt x="f1081" y="f568"/>
                    <a:pt x="f1079" y="f1082"/>
                    <a:pt x="f1081" y="f1083"/>
                  </a:cubicBezTo>
                  <a:cubicBezTo>
                    <a:pt x="f1084" y="f1085"/>
                    <a:pt x="f1086" y="f561"/>
                    <a:pt x="f1087" y="f778"/>
                  </a:cubicBezTo>
                  <a:cubicBezTo>
                    <a:pt x="f1088" y="f550"/>
                    <a:pt x="f1087" y="f522"/>
                    <a:pt x="f1088" y="f1089"/>
                  </a:cubicBezTo>
                  <a:cubicBezTo>
                    <a:pt x="f1090" y="f1091"/>
                    <a:pt x="f1092" y="f721"/>
                    <a:pt x="f1092" y="f729"/>
                  </a:cubicBezTo>
                  <a:cubicBezTo>
                    <a:pt x="f1092" y="f1093"/>
                    <a:pt x="f1090" y="f1094"/>
                    <a:pt x="f1095" y="f493"/>
                  </a:cubicBezTo>
                  <a:cubicBezTo>
                    <a:pt x="f1096" y="f774"/>
                    <a:pt x="f1095" y="f1097"/>
                    <a:pt x="f1098" y="f1097"/>
                  </a:cubicBezTo>
                  <a:cubicBezTo>
                    <a:pt x="f1079" y="f733"/>
                    <a:pt x="f1099" y="f1100"/>
                    <a:pt x="f1099" y="f771"/>
                  </a:cubicBezTo>
                  <a:cubicBezTo>
                    <a:pt x="f1079" y="f1101"/>
                    <a:pt x="f1099" y="f1102"/>
                    <a:pt x="f1099" y="f767"/>
                  </a:cubicBezTo>
                  <a:cubicBezTo>
                    <a:pt x="f1079" y="f1103"/>
                    <a:pt x="f1104" y="f476"/>
                    <a:pt x="f1073" y="f1105"/>
                  </a:cubicBezTo>
                  <a:cubicBezTo>
                    <a:pt x="f1068" y="f740"/>
                    <a:pt x="f1071" y="f1106"/>
                    <a:pt x="f1107" y="f469"/>
                  </a:cubicBezTo>
                  <a:cubicBezTo>
                    <a:pt x="f1065" y="f467"/>
                    <a:pt x="f1067" y="f1108"/>
                    <a:pt x="f1067" y="f1109"/>
                  </a:cubicBezTo>
                  <a:cubicBezTo>
                    <a:pt x="f1067" y="f464"/>
                    <a:pt x="f1110" y="f741"/>
                    <a:pt x="f1064" y="f1111"/>
                  </a:cubicBezTo>
                  <a:cubicBezTo>
                    <a:pt x="f1112" y="f1113"/>
                    <a:pt x="f1064" y="f753"/>
                    <a:pt x="f1068" y="f1114"/>
                  </a:cubicBezTo>
                  <a:cubicBezTo>
                    <a:pt x="f1099" y="f1115"/>
                    <a:pt x="f1088" y="f1116"/>
                    <a:pt x="f1096" y="f1117"/>
                  </a:cubicBezTo>
                  <a:cubicBezTo>
                    <a:pt x="f1118" y="f447"/>
                    <a:pt x="f1119" y="f1120"/>
                    <a:pt x="f799" y="f1121"/>
                  </a:cubicBezTo>
                  <a:cubicBezTo>
                    <a:pt x="f1122" y="f1123"/>
                    <a:pt x="f789" y="f1124"/>
                    <a:pt x="f1125" y="f418"/>
                  </a:cubicBezTo>
                  <a:cubicBezTo>
                    <a:pt x="f784" y="f1126"/>
                    <a:pt x="f784" y="f1127"/>
                    <a:pt x="f1128" y="f412"/>
                  </a:cubicBezTo>
                  <a:cubicBezTo>
                    <a:pt x="f782" y="f1129"/>
                    <a:pt x="f1130" y="f1131"/>
                    <a:pt x="f782" y="f1132"/>
                  </a:cubicBezTo>
                  <a:cubicBezTo>
                    <a:pt x="f1133" y="f1134"/>
                    <a:pt x="f782" y="f1135"/>
                    <a:pt x="f1130" y="f1136"/>
                  </a:cubicBezTo>
                  <a:cubicBezTo>
                    <a:pt x="f1137" y="f406"/>
                    <a:pt x="f1137" y="f1138"/>
                    <a:pt x="f1130" y="f1139"/>
                  </a:cubicBezTo>
                  <a:cubicBezTo>
                    <a:pt x="f1140" y="f1141"/>
                    <a:pt x="f1142" y="f1143"/>
                    <a:pt x="f1144" y="f1145"/>
                  </a:cubicBezTo>
                  <a:cubicBezTo>
                    <a:pt x="f763" y="f1146"/>
                    <a:pt x="f77" y="f1147"/>
                    <a:pt x="f761" y="f1148"/>
                  </a:cubicBezTo>
                  <a:cubicBezTo>
                    <a:pt x="f78" y="f1149"/>
                    <a:pt x="f768" y="f1150"/>
                    <a:pt x="f773" y="f1151"/>
                  </a:cubicBezTo>
                  <a:cubicBezTo>
                    <a:pt x="f773" y="f381"/>
                    <a:pt x="f764" y="f1152"/>
                    <a:pt x="f761" y="f1153"/>
                  </a:cubicBezTo>
                  <a:cubicBezTo>
                    <a:pt x="f768" y="f1154"/>
                    <a:pt x="f77" y="f1155"/>
                    <a:pt x="f761" y="f1156"/>
                  </a:cubicBezTo>
                  <a:cubicBezTo>
                    <a:pt x="f766" y="f370"/>
                    <a:pt x="f763" y="f1157"/>
                    <a:pt x="f763" y="f1158"/>
                  </a:cubicBezTo>
                  <a:cubicBezTo>
                    <a:pt x="f763" y="f1159"/>
                    <a:pt x="f781" y="f1160"/>
                    <a:pt x="f1144" y="f1161"/>
                  </a:cubicBezTo>
                  <a:cubicBezTo>
                    <a:pt x="f1162" y="f1163"/>
                    <a:pt x="f766" y="f1164"/>
                    <a:pt x="f1144" y="f1165"/>
                  </a:cubicBezTo>
                  <a:cubicBezTo>
                    <a:pt x="f1166" y="f1167"/>
                    <a:pt x="f781" y="f1168"/>
                    <a:pt x="f1166" y="f1169"/>
                  </a:cubicBezTo>
                  <a:cubicBezTo>
                    <a:pt x="f1130" y="f1170"/>
                    <a:pt x="f784" y="f1171"/>
                    <a:pt x="f1172" y="f1173"/>
                  </a:cubicBezTo>
                  <a:cubicBezTo>
                    <a:pt x="f1174" y="f1175"/>
                    <a:pt x="f1176" y="f1177"/>
                    <a:pt x="f1178" y="f1179"/>
                  </a:cubicBezTo>
                  <a:cubicBezTo>
                    <a:pt x="f790" y="f1180"/>
                    <a:pt x="f1181" y="f1182"/>
                    <a:pt x="f1181" y="f1183"/>
                  </a:cubicBezTo>
                  <a:cubicBezTo>
                    <a:pt x="f790" y="f1184"/>
                    <a:pt x="f1181" y="f1184"/>
                    <a:pt x="f1185" y="f1184"/>
                  </a:cubicBezTo>
                  <a:cubicBezTo>
                    <a:pt x="f791" y="f1184"/>
                    <a:pt x="f1186" y="f1184"/>
                    <a:pt x="f809" y="f1187"/>
                  </a:cubicBezTo>
                  <a:cubicBezTo>
                    <a:pt x="f1188" y="f1189"/>
                    <a:pt x="f1190" y="f347"/>
                    <a:pt x="f1191" y="f1192"/>
                  </a:cubicBezTo>
                  <a:cubicBezTo>
                    <a:pt x="f1193" y="f1192"/>
                    <a:pt x="f1194" y="f347"/>
                    <a:pt x="f1194" y="f347"/>
                  </a:cubicBezTo>
                  <a:cubicBezTo>
                    <a:pt x="f1195" y="f1196"/>
                    <a:pt x="f1197" y="f1196"/>
                    <a:pt x="f1198" y="f1199"/>
                  </a:cubicBezTo>
                  <a:cubicBezTo>
                    <a:pt x="f1200" y="f1201"/>
                    <a:pt x="f1090" y="f1202"/>
                    <a:pt x="f1081" y="f1203"/>
                  </a:cubicBezTo>
                  <a:cubicBezTo>
                    <a:pt x="f1075" y="f1204"/>
                    <a:pt x="f1070" y="f335"/>
                    <a:pt x="f1110" y="f1205"/>
                  </a:cubicBezTo>
                  <a:cubicBezTo>
                    <a:pt x="f1206" y="f334"/>
                    <a:pt x="f1063" y="f1207"/>
                    <a:pt x="f1062" y="f330"/>
                  </a:cubicBezTo>
                  <a:cubicBezTo>
                    <a:pt x="f1208" y="f332"/>
                    <a:pt x="f1208" y="f313"/>
                    <a:pt x="f1209" y="f314"/>
                  </a:cubicBezTo>
                  <a:cubicBezTo>
                    <a:pt x="f1061" y="f316"/>
                    <a:pt x="f1210" y="f316"/>
                    <a:pt x="f1210" y="f306"/>
                  </a:cubicBezTo>
                  <a:cubicBezTo>
                    <a:pt x="f1211" y="f1212"/>
                    <a:pt x="f1213" y="f1214"/>
                    <a:pt x="f1057" y="f291"/>
                  </a:cubicBezTo>
                  <a:cubicBezTo>
                    <a:pt x="f1215" y="f1216"/>
                    <a:pt x="f1053" y="f1217"/>
                    <a:pt x="f1218" y="f1219"/>
                  </a:cubicBezTo>
                  <a:cubicBezTo>
                    <a:pt x="f1045" y="f1220"/>
                    <a:pt x="f1221" y="f1222"/>
                    <a:pt x="f1044" y="f1223"/>
                  </a:cubicBezTo>
                  <a:cubicBezTo>
                    <a:pt x="f1224" y="f288"/>
                    <a:pt x="f1043" y="f287"/>
                    <a:pt x="f1044" y="f285"/>
                  </a:cubicBezTo>
                  <a:cubicBezTo>
                    <a:pt x="f1225" y="f1226"/>
                    <a:pt x="f1045" y="f1227"/>
                    <a:pt x="f1225" y="f1228"/>
                  </a:cubicBezTo>
                  <a:cubicBezTo>
                    <a:pt x="f1225" y="f277"/>
                    <a:pt x="f1047" y="f1229"/>
                    <a:pt x="f1230" y="f1231"/>
                  </a:cubicBezTo>
                  <a:cubicBezTo>
                    <a:pt x="f1232" y="f1233"/>
                    <a:pt x="f1234" y="f271"/>
                    <a:pt x="f1234" y="f1235"/>
                  </a:cubicBezTo>
                  <a:cubicBezTo>
                    <a:pt x="f1234" y="f1236"/>
                    <a:pt x="f1237" y="f1238"/>
                    <a:pt x="f1213" y="f1239"/>
                  </a:cubicBezTo>
                  <a:cubicBezTo>
                    <a:pt x="f1059" y="f1236"/>
                    <a:pt x="f1240" y="f269"/>
                    <a:pt x="f1060" y="f267"/>
                  </a:cubicBezTo>
                  <a:cubicBezTo>
                    <a:pt x="f1060" y="f1241"/>
                    <a:pt x="f1210" y="f265"/>
                    <a:pt x="f1210" y="f263"/>
                  </a:cubicBezTo>
                  <a:cubicBezTo>
                    <a:pt x="f1061" y="f1242"/>
                    <a:pt x="f1243" y="f1242"/>
                    <a:pt x="f1244" y="f1245"/>
                  </a:cubicBezTo>
                  <a:cubicBezTo>
                    <a:pt x="f1246" y="f1238"/>
                    <a:pt x="f1064" y="f1247"/>
                    <a:pt x="f1067" y="f1248"/>
                  </a:cubicBezTo>
                  <a:cubicBezTo>
                    <a:pt x="f1104" y="f1249"/>
                    <a:pt x="f1250" y="f1251"/>
                    <a:pt x="f1087" y="f277"/>
                  </a:cubicBezTo>
                  <a:cubicBezTo>
                    <a:pt x="f1088" y="f282"/>
                    <a:pt x="f1098" y="f284"/>
                    <a:pt x="f1088" y="f285"/>
                  </a:cubicBezTo>
                  <a:cubicBezTo>
                    <a:pt x="f1088" y="f287"/>
                    <a:pt x="f1088" y="f1252"/>
                    <a:pt x="f1092" y="f1222"/>
                  </a:cubicBezTo>
                  <a:cubicBezTo>
                    <a:pt x="f1090" y="f1220"/>
                    <a:pt x="f1095" y="f1253"/>
                    <a:pt x="f1254" y="f1253"/>
                  </a:cubicBezTo>
                  <a:cubicBezTo>
                    <a:pt x="f1255" y="f1253"/>
                    <a:pt x="f1255" y="f1220"/>
                    <a:pt x="f1255" y="f1256"/>
                  </a:cubicBezTo>
                  <a:cubicBezTo>
                    <a:pt x="f1255" y="f1257"/>
                    <a:pt x="f1255" y="f1252"/>
                    <a:pt x="f1255" y="f288"/>
                  </a:cubicBezTo>
                  <a:cubicBezTo>
                    <a:pt x="f1254" y="f1258"/>
                    <a:pt x="f1259" y="f1260"/>
                    <a:pt x="f1261" y="f1262"/>
                  </a:cubicBezTo>
                  <a:cubicBezTo>
                    <a:pt x="f1263" y="f271"/>
                    <a:pt x="f1264" y="f1239"/>
                    <a:pt x="f1264" y="f1265"/>
                  </a:cubicBezTo>
                  <a:cubicBezTo>
                    <a:pt x="f1264" y="f1266"/>
                    <a:pt x="f1267" y="f1268"/>
                    <a:pt x="f1267" y="f1269"/>
                  </a:cubicBezTo>
                  <a:cubicBezTo>
                    <a:pt x="f1261" y="f1270"/>
                    <a:pt x="f1200" y="f1271"/>
                    <a:pt x="f1264" y="f1272"/>
                  </a:cubicBezTo>
                  <a:cubicBezTo>
                    <a:pt x="f1259" y="f253"/>
                    <a:pt x="f1259" y="f1273"/>
                    <a:pt x="f1264" y="f1274"/>
                  </a:cubicBezTo>
                  <a:cubicBezTo>
                    <a:pt x="f1275" y="f1276"/>
                    <a:pt x="f1200" y="f1277"/>
                    <a:pt x="f1278" y="f1279"/>
                  </a:cubicBezTo>
                  <a:cubicBezTo>
                    <a:pt x="f1198" y="f1280"/>
                    <a:pt x="f1198" y="f1281"/>
                    <a:pt x="f1198" y="f1282"/>
                  </a:cubicBezTo>
                  <a:cubicBezTo>
                    <a:pt x="f1198" y="f1283"/>
                    <a:pt x="f1198" y="f1284"/>
                    <a:pt x="f1198" y="f1285"/>
                  </a:cubicBezTo>
                  <a:cubicBezTo>
                    <a:pt x="f1286" y="f1287"/>
                    <a:pt x="f1288" y="f1289"/>
                    <a:pt x="f1119" y="f1290"/>
                  </a:cubicBezTo>
                  <a:cubicBezTo>
                    <a:pt x="f1291" y="f1292"/>
                    <a:pt x="f1293" y="f1294"/>
                    <a:pt x="f1293" y="f1295"/>
                  </a:cubicBezTo>
                  <a:cubicBezTo>
                    <a:pt x="f1293" y="f1296"/>
                    <a:pt x="f1293" y="f1297"/>
                    <a:pt x="f1293" y="f1298"/>
                  </a:cubicBezTo>
                  <a:cubicBezTo>
                    <a:pt x="f1197" y="f1299"/>
                    <a:pt x="f1291" y="f1300"/>
                    <a:pt x="f1301" y="f1302"/>
                  </a:cubicBezTo>
                  <a:cubicBezTo>
                    <a:pt x="f1303" y="f1304"/>
                    <a:pt x="f1194" y="f230"/>
                    <a:pt x="f1193" y="f1305"/>
                  </a:cubicBezTo>
                  <a:cubicBezTo>
                    <a:pt x="f1191" y="f1306"/>
                    <a:pt x="f1190" y="f1307"/>
                    <a:pt x="f1308" y="f1309"/>
                  </a:cubicBezTo>
                  <a:cubicBezTo>
                    <a:pt x="f1308" y="f224"/>
                    <a:pt x="f1310" y="f1311"/>
                    <a:pt x="f1312" y="f1313"/>
                  </a:cubicBezTo>
                  <a:cubicBezTo>
                    <a:pt x="f1193" y="f1314"/>
                    <a:pt x="f1194" y="f1315"/>
                    <a:pt x="f1303" y="f1316"/>
                  </a:cubicBezTo>
                  <a:cubicBezTo>
                    <a:pt x="f1317" y="f1318"/>
                    <a:pt x="f1293" y="f1319"/>
                    <a:pt x="f1317" y="f1320"/>
                  </a:cubicBezTo>
                  <a:cubicBezTo>
                    <a:pt x="f1317" y="f1321"/>
                    <a:pt x="f1288" y="f1322"/>
                    <a:pt x="f1119" y="f1323"/>
                  </a:cubicBezTo>
                  <a:cubicBezTo>
                    <a:pt x="f1286" y="f1324"/>
                    <a:pt x="f1286" y="f211"/>
                    <a:pt x="f1286" y="f1325"/>
                  </a:cubicBezTo>
                  <a:cubicBezTo>
                    <a:pt x="f1326" y="f1327"/>
                    <a:pt x="f1328" y="f1329"/>
                    <a:pt x="f1330" y="f1331"/>
                  </a:cubicBezTo>
                  <a:cubicBezTo>
                    <a:pt x="f1255" y="f1332"/>
                    <a:pt x="f1255" y="f1333"/>
                    <a:pt x="f1200" y="f1334"/>
                  </a:cubicBezTo>
                  <a:cubicBezTo>
                    <a:pt x="f1275" y="f1335"/>
                    <a:pt x="f1200" y="f1336"/>
                    <a:pt x="f1118" y="f195"/>
                  </a:cubicBezTo>
                  <a:cubicBezTo>
                    <a:pt x="f1118" y="f195"/>
                    <a:pt x="f1337" y="f1338"/>
                    <a:pt x="f1337" y="f1338"/>
                  </a:cubicBezTo>
                  <a:cubicBezTo>
                    <a:pt x="f1264" y="f1338"/>
                    <a:pt x="f1264" y="f187"/>
                    <a:pt x="f1264" y="f184"/>
                  </a:cubicBezTo>
                  <a:cubicBezTo>
                    <a:pt x="f1264" y="f183"/>
                    <a:pt x="f1264" y="f191"/>
                    <a:pt x="f1259" y="f191"/>
                  </a:cubicBezTo>
                  <a:cubicBezTo>
                    <a:pt x="f1090" y="f1339"/>
                    <a:pt x="f1254" y="f1340"/>
                    <a:pt x="f1254" y="f1341"/>
                  </a:cubicBezTo>
                  <a:cubicBezTo>
                    <a:pt x="f1095" y="f1342"/>
                    <a:pt x="f1255" y="f173"/>
                    <a:pt x="f1092" y="f169"/>
                  </a:cubicBezTo>
                  <a:cubicBezTo>
                    <a:pt x="f1096" y="f1343"/>
                    <a:pt x="f1095" y="f1344"/>
                    <a:pt x="f1267" y="f1345"/>
                  </a:cubicBezTo>
                  <a:cubicBezTo>
                    <a:pt x="f1200" y="f152"/>
                    <a:pt x="f1330" y="f1346"/>
                    <a:pt x="f1264" y="f1347"/>
                  </a:cubicBezTo>
                  <a:cubicBezTo>
                    <a:pt x="f1263" y="f1348"/>
                    <a:pt x="f1275" y="f1349"/>
                    <a:pt x="f1330" y="f1350"/>
                  </a:cubicBezTo>
                  <a:cubicBezTo>
                    <a:pt x="f1293" y="f125"/>
                    <a:pt x="f797" y="f86"/>
                    <a:pt x="f1351" y="f139"/>
                  </a:cubicBezTo>
                  <a:cubicBezTo>
                    <a:pt x="f1176" y="f132"/>
                    <a:pt x="f1352" y="f1353"/>
                    <a:pt x="f1133" y="f81"/>
                  </a:cubicBezTo>
                  <a:cubicBezTo>
                    <a:pt x="f1142" y="f79"/>
                    <a:pt x="f1162" y="f5"/>
                    <a:pt x="f76" y="f5"/>
                  </a:cubicBezTo>
                  <a:close/>
                </a:path>
              </a:pathLst>
            </a:custGeom>
            <a:solidFill>
              <a:schemeClr val="bg1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s-ES"/>
            </a:p>
          </p:txBody>
        </p:sp>
        <p:pic>
          <p:nvPicPr>
            <p:cNvPr id="52" name="Picture 5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57405" y="6632008"/>
              <a:ext cx="568635" cy="5686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8" name="object 30"/>
          <p:cNvSpPr txBox="1"/>
          <p:nvPr/>
        </p:nvSpPr>
        <p:spPr>
          <a:xfrm>
            <a:off x="2621796" y="495593"/>
            <a:ext cx="1030783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00"/>
              </a:spcBef>
            </a:pPr>
            <a:r>
              <a:rPr lang="es-ES" sz="3200" b="1" dirty="0">
                <a:solidFill>
                  <a:srgbClr val="C00000"/>
                </a:solidFill>
              </a:rPr>
              <a:t>Bienestar</a:t>
            </a:r>
            <a:r>
              <a:rPr lang="es-ES" sz="3200" b="1" spc="-60" dirty="0">
                <a:solidFill>
                  <a:srgbClr val="C00000"/>
                </a:solidFill>
              </a:rPr>
              <a:t> </a:t>
            </a:r>
            <a:r>
              <a:rPr lang="es-ES" sz="3200" b="1" spc="-10" dirty="0">
                <a:solidFill>
                  <a:srgbClr val="C00000"/>
                </a:solidFill>
              </a:rPr>
              <a:t>Universitario</a:t>
            </a:r>
            <a:endParaRPr lang="es-ES" sz="3200" spc="-10" dirty="0"/>
          </a:p>
        </p:txBody>
      </p:sp>
      <p:sp>
        <p:nvSpPr>
          <p:cNvPr id="19" name="Rectángulo 18"/>
          <p:cNvSpPr/>
          <p:nvPr/>
        </p:nvSpPr>
        <p:spPr>
          <a:xfrm>
            <a:off x="2586925" y="1215514"/>
            <a:ext cx="7606428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b="4317"/>
          <a:stretch>
            <a:fillRect/>
          </a:stretch>
        </p:blipFill>
        <p:spPr>
          <a:xfrm>
            <a:off x="2511110" y="2152438"/>
            <a:ext cx="15364485" cy="59529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8" name="object 30"/>
          <p:cNvSpPr txBox="1"/>
          <p:nvPr/>
        </p:nvSpPr>
        <p:spPr>
          <a:xfrm>
            <a:off x="2621796" y="495593"/>
            <a:ext cx="1030783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00"/>
              </a:spcBef>
            </a:pPr>
            <a:r>
              <a:rPr lang="es-ES" sz="3200" b="1" dirty="0">
                <a:solidFill>
                  <a:srgbClr val="C00000"/>
                </a:solidFill>
              </a:rPr>
              <a:t>Bienestar</a:t>
            </a:r>
            <a:r>
              <a:rPr lang="es-ES" sz="3200" b="1" spc="-60" dirty="0">
                <a:solidFill>
                  <a:srgbClr val="C00000"/>
                </a:solidFill>
              </a:rPr>
              <a:t> </a:t>
            </a:r>
            <a:r>
              <a:rPr lang="es-ES" sz="3200" b="1" spc="-10" dirty="0">
                <a:solidFill>
                  <a:srgbClr val="C00000"/>
                </a:solidFill>
              </a:rPr>
              <a:t>Universitario</a:t>
            </a:r>
            <a:endParaRPr lang="es-ES" sz="3200" spc="-10" dirty="0"/>
          </a:p>
        </p:txBody>
      </p:sp>
      <p:sp>
        <p:nvSpPr>
          <p:cNvPr id="19" name="Rectángulo 18"/>
          <p:cNvSpPr/>
          <p:nvPr/>
        </p:nvSpPr>
        <p:spPr>
          <a:xfrm>
            <a:off x="2586925" y="1215514"/>
            <a:ext cx="7606428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t="2094"/>
          <a:stretch>
            <a:fillRect/>
          </a:stretch>
        </p:blipFill>
        <p:spPr>
          <a:xfrm>
            <a:off x="3733800" y="2298760"/>
            <a:ext cx="6690425" cy="307329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9" y="5537581"/>
            <a:ext cx="7918927" cy="4151011"/>
          </a:xfrm>
          <a:prstGeom prst="rect">
            <a:avLst/>
          </a:prstGeom>
        </p:spPr>
      </p:pic>
      <p:sp>
        <p:nvSpPr>
          <p:cNvPr id="25" name="Rectangle 2"/>
          <p:cNvSpPr>
            <a:spLocks noChangeArrowheads="1"/>
          </p:cNvSpPr>
          <p:nvPr/>
        </p:nvSpPr>
        <p:spPr bwMode="auto">
          <a:xfrm rot="10800000" flipV="1">
            <a:off x="1371600" y="3795313"/>
            <a:ext cx="2971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es-ES" sz="2800" dirty="0">
                <a:latin typeface="Arial" panose="020B0604020202020204" pitchFamily="34" charset="0"/>
              </a:rPr>
              <a:t>Página Institucional</a:t>
            </a: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7442" y="1961777"/>
            <a:ext cx="6793516" cy="59433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517" y="-3960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1" name="object 30"/>
          <p:cNvSpPr txBox="1"/>
          <p:nvPr/>
        </p:nvSpPr>
        <p:spPr>
          <a:xfrm>
            <a:off x="2621796" y="495593"/>
            <a:ext cx="1030783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00"/>
              </a:spcBef>
            </a:pPr>
            <a:r>
              <a:rPr lang="es-ES" sz="3200" b="1" dirty="0">
                <a:solidFill>
                  <a:srgbClr val="C00000"/>
                </a:solidFill>
              </a:rPr>
              <a:t>Bienestar</a:t>
            </a:r>
            <a:r>
              <a:rPr lang="es-ES" sz="3200" b="1" spc="-60" dirty="0">
                <a:solidFill>
                  <a:srgbClr val="C00000"/>
                </a:solidFill>
              </a:rPr>
              <a:t> </a:t>
            </a:r>
            <a:r>
              <a:rPr lang="es-ES" sz="3200" b="1" spc="-10" dirty="0">
                <a:solidFill>
                  <a:srgbClr val="C00000"/>
                </a:solidFill>
              </a:rPr>
              <a:t>Universitario</a:t>
            </a:r>
            <a:endParaRPr lang="es-ES" sz="3200" spc="-10" dirty="0"/>
          </a:p>
        </p:txBody>
      </p:sp>
      <p:sp>
        <p:nvSpPr>
          <p:cNvPr id="32" name="Rectángulo 31"/>
          <p:cNvSpPr/>
          <p:nvPr/>
        </p:nvSpPr>
        <p:spPr>
          <a:xfrm>
            <a:off x="2586925" y="1215514"/>
            <a:ext cx="7606428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399" y="1513879"/>
            <a:ext cx="13736713" cy="6301244"/>
          </a:xfrm>
          <a:prstGeom prst="rect">
            <a:avLst/>
          </a:prstGeom>
        </p:spPr>
      </p:pic>
      <p:pic>
        <p:nvPicPr>
          <p:cNvPr id="39" name="Imagen 38"/>
          <p:cNvPicPr>
            <a:picLocks noChangeAspect="1"/>
          </p:cNvPicPr>
          <p:nvPr/>
        </p:nvPicPr>
        <p:blipFill rotWithShape="1">
          <a:blip r:embed="rId4"/>
          <a:srcRect r="81579"/>
          <a:stretch>
            <a:fillRect/>
          </a:stretch>
        </p:blipFill>
        <p:spPr>
          <a:xfrm>
            <a:off x="1494788" y="2628745"/>
            <a:ext cx="2086612" cy="65624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567" y="-6612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1" name="object 30"/>
          <p:cNvSpPr txBox="1"/>
          <p:nvPr/>
        </p:nvSpPr>
        <p:spPr>
          <a:xfrm>
            <a:off x="2621796" y="495593"/>
            <a:ext cx="1030783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00"/>
              </a:spcBef>
            </a:pPr>
            <a:r>
              <a:rPr lang="es-ES" sz="3200" b="1" dirty="0">
                <a:solidFill>
                  <a:srgbClr val="C00000"/>
                </a:solidFill>
              </a:rPr>
              <a:t>Bienestar</a:t>
            </a:r>
            <a:r>
              <a:rPr lang="es-ES" sz="3200" b="1" spc="-60" dirty="0">
                <a:solidFill>
                  <a:srgbClr val="C00000"/>
                </a:solidFill>
              </a:rPr>
              <a:t> </a:t>
            </a:r>
            <a:r>
              <a:rPr lang="es-ES" sz="3200" b="1" spc="-10" dirty="0">
                <a:solidFill>
                  <a:srgbClr val="C00000"/>
                </a:solidFill>
              </a:rPr>
              <a:t>Universitario</a:t>
            </a:r>
            <a:endParaRPr lang="es-ES" sz="3200" spc="-10" dirty="0"/>
          </a:p>
        </p:txBody>
      </p:sp>
      <p:sp>
        <p:nvSpPr>
          <p:cNvPr id="32" name="Rectángulo 31"/>
          <p:cNvSpPr/>
          <p:nvPr/>
        </p:nvSpPr>
        <p:spPr>
          <a:xfrm>
            <a:off x="2586925" y="1215514"/>
            <a:ext cx="7606428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925" y="1536062"/>
            <a:ext cx="10342707" cy="675972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3442" y="2171700"/>
            <a:ext cx="4203887" cy="633587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349" y="2171700"/>
            <a:ext cx="3888659" cy="6251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A44C06-B764-B697-0D96-080FBAABFEAE}"/>
              </a:ext>
            </a:extLst>
          </p:cNvPr>
          <p:cNvSpPr/>
          <p:nvPr/>
        </p:nvSpPr>
        <p:spPr>
          <a:xfrm>
            <a:off x="54567" y="-6612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" name="object 30">
            <a:extLst>
              <a:ext uri="{FF2B5EF4-FFF2-40B4-BE49-F238E27FC236}">
                <a16:creationId xmlns:a16="http://schemas.microsoft.com/office/drawing/2014/main" id="{5B1A5B39-090E-AD28-06C7-A884266D5DF5}"/>
              </a:ext>
            </a:extLst>
          </p:cNvPr>
          <p:cNvSpPr txBox="1"/>
          <p:nvPr/>
        </p:nvSpPr>
        <p:spPr>
          <a:xfrm>
            <a:off x="2621796" y="495593"/>
            <a:ext cx="1030783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00"/>
              </a:spcBef>
            </a:pPr>
            <a:r>
              <a:rPr lang="es-ES" sz="3200" b="1" dirty="0">
                <a:solidFill>
                  <a:srgbClr val="C00000"/>
                </a:solidFill>
              </a:rPr>
              <a:t>Bienestar</a:t>
            </a:r>
            <a:r>
              <a:rPr lang="es-ES" sz="3200" b="1" spc="-60" dirty="0">
                <a:solidFill>
                  <a:srgbClr val="C00000"/>
                </a:solidFill>
              </a:rPr>
              <a:t> </a:t>
            </a:r>
            <a:r>
              <a:rPr lang="es-ES" sz="3200" b="1" spc="-10" dirty="0">
                <a:solidFill>
                  <a:srgbClr val="C00000"/>
                </a:solidFill>
              </a:rPr>
              <a:t>Universitario</a:t>
            </a:r>
            <a:endParaRPr lang="es-ES" sz="3200" spc="-1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E900264-CC26-EE9C-0D79-4FCCA212CE41}"/>
              </a:ext>
            </a:extLst>
          </p:cNvPr>
          <p:cNvSpPr/>
          <p:nvPr/>
        </p:nvSpPr>
        <p:spPr>
          <a:xfrm>
            <a:off x="2586925" y="1215514"/>
            <a:ext cx="7606428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E0894C8-4D3A-1A7C-93A5-B961A673C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891181"/>
              </p:ext>
            </p:extLst>
          </p:nvPr>
        </p:nvGraphicFramePr>
        <p:xfrm>
          <a:off x="3990081" y="2822528"/>
          <a:ext cx="10307837" cy="3540176"/>
        </p:xfrm>
        <a:graphic>
          <a:graphicData uri="http://schemas.openxmlformats.org/drawingml/2006/table">
            <a:tbl>
              <a:tblPr/>
              <a:tblGrid>
                <a:gridCol w="2320214">
                  <a:extLst>
                    <a:ext uri="{9D8B030D-6E8A-4147-A177-3AD203B41FA5}">
                      <a16:colId xmlns:a16="http://schemas.microsoft.com/office/drawing/2014/main" val="3507445840"/>
                    </a:ext>
                  </a:extLst>
                </a:gridCol>
                <a:gridCol w="1141089">
                  <a:extLst>
                    <a:ext uri="{9D8B030D-6E8A-4147-A177-3AD203B41FA5}">
                      <a16:colId xmlns:a16="http://schemas.microsoft.com/office/drawing/2014/main" val="3296388878"/>
                    </a:ext>
                  </a:extLst>
                </a:gridCol>
                <a:gridCol w="1141089">
                  <a:extLst>
                    <a:ext uri="{9D8B030D-6E8A-4147-A177-3AD203B41FA5}">
                      <a16:colId xmlns:a16="http://schemas.microsoft.com/office/drawing/2014/main" val="991282307"/>
                    </a:ext>
                  </a:extLst>
                </a:gridCol>
                <a:gridCol w="1141089">
                  <a:extLst>
                    <a:ext uri="{9D8B030D-6E8A-4147-A177-3AD203B41FA5}">
                      <a16:colId xmlns:a16="http://schemas.microsoft.com/office/drawing/2014/main" val="3755737350"/>
                    </a:ext>
                  </a:extLst>
                </a:gridCol>
                <a:gridCol w="1141089">
                  <a:extLst>
                    <a:ext uri="{9D8B030D-6E8A-4147-A177-3AD203B41FA5}">
                      <a16:colId xmlns:a16="http://schemas.microsoft.com/office/drawing/2014/main" val="791526105"/>
                    </a:ext>
                  </a:extLst>
                </a:gridCol>
                <a:gridCol w="1141089">
                  <a:extLst>
                    <a:ext uri="{9D8B030D-6E8A-4147-A177-3AD203B41FA5}">
                      <a16:colId xmlns:a16="http://schemas.microsoft.com/office/drawing/2014/main" val="3332209394"/>
                    </a:ext>
                  </a:extLst>
                </a:gridCol>
                <a:gridCol w="1141089">
                  <a:extLst>
                    <a:ext uri="{9D8B030D-6E8A-4147-A177-3AD203B41FA5}">
                      <a16:colId xmlns:a16="http://schemas.microsoft.com/office/drawing/2014/main" val="3872209383"/>
                    </a:ext>
                  </a:extLst>
                </a:gridCol>
                <a:gridCol w="1141089">
                  <a:extLst>
                    <a:ext uri="{9D8B030D-6E8A-4147-A177-3AD203B41FA5}">
                      <a16:colId xmlns:a16="http://schemas.microsoft.com/office/drawing/2014/main" val="3467504232"/>
                    </a:ext>
                  </a:extLst>
                </a:gridCol>
              </a:tblGrid>
              <a:tr h="34707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MEDICINA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798160"/>
                  </a:ext>
                </a:extLst>
              </a:tr>
              <a:tr h="36443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 ESTUDIANTES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945127"/>
                  </a:ext>
                </a:extLst>
              </a:tr>
              <a:tr h="34707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ENFERMERIA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721690"/>
                  </a:ext>
                </a:extLst>
              </a:tr>
              <a:tr h="36443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 ESTUDIANTES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430136"/>
                  </a:ext>
                </a:extLst>
              </a:tr>
              <a:tr h="34707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ODONTOLOGÍA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133525"/>
                  </a:ext>
                </a:extLst>
              </a:tr>
              <a:tr h="36443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 ESTUDIANTES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191242"/>
                  </a:ext>
                </a:extLst>
              </a:tr>
              <a:tr h="34707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PSICOLOGÍA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92433"/>
                  </a:ext>
                </a:extLst>
              </a:tr>
              <a:tr h="36443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 ESTUDIANTES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367338"/>
                  </a:ext>
                </a:extLst>
              </a:tr>
              <a:tr h="34707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FISIOTERAPIA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268106"/>
                  </a:ext>
                </a:extLst>
              </a:tr>
              <a:tr h="34707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 ESTUDIANTES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9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38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567" y="-6612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1" name="object 30"/>
          <p:cNvSpPr txBox="1"/>
          <p:nvPr/>
        </p:nvSpPr>
        <p:spPr>
          <a:xfrm>
            <a:off x="2621796" y="495593"/>
            <a:ext cx="1030783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00"/>
              </a:spcBef>
            </a:pPr>
            <a:r>
              <a:rPr lang="es-ES" sz="3200" b="1" dirty="0">
                <a:solidFill>
                  <a:srgbClr val="C00000"/>
                </a:solidFill>
              </a:rPr>
              <a:t>Bienestar</a:t>
            </a:r>
            <a:r>
              <a:rPr lang="es-ES" sz="3200" b="1" spc="-60" dirty="0">
                <a:solidFill>
                  <a:srgbClr val="C00000"/>
                </a:solidFill>
              </a:rPr>
              <a:t> </a:t>
            </a:r>
            <a:r>
              <a:rPr lang="es-ES" sz="3200" b="1" spc="-10" dirty="0">
                <a:solidFill>
                  <a:srgbClr val="C00000"/>
                </a:solidFill>
              </a:rPr>
              <a:t>Universitario</a:t>
            </a:r>
            <a:endParaRPr lang="es-ES" sz="3200" spc="-10" dirty="0"/>
          </a:p>
        </p:txBody>
      </p:sp>
      <p:sp>
        <p:nvSpPr>
          <p:cNvPr id="32" name="Rectángulo 31"/>
          <p:cNvSpPr/>
          <p:nvPr/>
        </p:nvSpPr>
        <p:spPr>
          <a:xfrm>
            <a:off x="2586925" y="1215514"/>
            <a:ext cx="7606428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0089941" y="7185293"/>
            <a:ext cx="5184775" cy="1006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336699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1846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336699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3693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336699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5603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336699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7449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336699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2960" algn="l" defTabSz="836930" rtl="0" eaLnBrk="1" latinLnBrk="0" hangingPunct="1">
              <a:defRPr kern="1200">
                <a:solidFill>
                  <a:srgbClr val="336699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511425" algn="l" defTabSz="836930" rtl="0" eaLnBrk="1" latinLnBrk="0" hangingPunct="1">
              <a:defRPr kern="1200">
                <a:solidFill>
                  <a:srgbClr val="336699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930525" algn="l" defTabSz="836930" rtl="0" eaLnBrk="1" latinLnBrk="0" hangingPunct="1">
              <a:defRPr kern="1200">
                <a:solidFill>
                  <a:srgbClr val="336699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348990" algn="l" defTabSz="836930" rtl="0" eaLnBrk="1" latinLnBrk="0" hangingPunct="1">
              <a:defRPr kern="1200">
                <a:solidFill>
                  <a:srgbClr val="336699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342900" indent="-342900">
              <a:spcBef>
                <a:spcPct val="50000"/>
              </a:spcBef>
              <a:defRPr/>
            </a:pPr>
            <a:r>
              <a:rPr lang="en-US" sz="60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GRACIAS... </a:t>
            </a:r>
            <a:endParaRPr lang="es-ES" sz="6000" b="1" dirty="0"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10" name="Picture 25" descr="Bienestar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43600" y="2557562"/>
            <a:ext cx="7606427" cy="3849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174</Words>
  <Application>Microsoft Office PowerPoint</Application>
  <PresentationFormat>Personalizado</PresentationFormat>
  <Paragraphs>123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Poppins Bold</vt:lpstr>
      <vt:lpstr>Open Sans SemiBold</vt:lpstr>
      <vt:lpstr>Calibri</vt:lpstr>
      <vt:lpstr>Open Sans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DI-Final-AAC-Visita de Pares</dc:title>
  <dc:creator>ROUSS</dc:creator>
  <cp:lastModifiedBy>MARTHA PATRICIA CASTRO CARDONA</cp:lastModifiedBy>
  <cp:revision>38</cp:revision>
  <dcterms:created xsi:type="dcterms:W3CDTF">2006-08-16T00:00:00Z</dcterms:created>
  <dcterms:modified xsi:type="dcterms:W3CDTF">2026-09-22T13:24:13Z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3082-12.1.0.28032</vt:lpwstr>
  </property>
  <property fmtid="{D5CDD505-2E9C-101B-9397-08002B2CF9AE}" pid="3" name="ICV">
    <vt:lpwstr>FFE0C21EAE9E4ED681CA4666419CC3D6_12</vt:lpwstr>
  </property>
</Properties>
</file>