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438" r:id="rId3"/>
    <p:sldId id="289" r:id="rId4"/>
    <p:sldId id="471" r:id="rId5"/>
    <p:sldId id="421" r:id="rId6"/>
    <p:sldId id="523" r:id="rId7"/>
    <p:sldId id="558" r:id="rId8"/>
    <p:sldId id="535" r:id="rId9"/>
    <p:sldId id="522" r:id="rId10"/>
    <p:sldId id="348" r:id="rId11"/>
    <p:sldId id="490" r:id="rId12"/>
    <p:sldId id="472" r:id="rId13"/>
    <p:sldId id="473" r:id="rId14"/>
    <p:sldId id="474" r:id="rId15"/>
    <p:sldId id="508" r:id="rId16"/>
    <p:sldId id="475" r:id="rId17"/>
    <p:sldId id="476" r:id="rId18"/>
    <p:sldId id="477" r:id="rId19"/>
    <p:sldId id="478" r:id="rId20"/>
    <p:sldId id="481" r:id="rId21"/>
    <p:sldId id="482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jandra Rodriguez Romero" initials="ARR" lastIdx="3" clrIdx="0">
    <p:extLst>
      <p:ext uri="{19B8F6BF-5375-455C-9EA6-DF929625EA0E}">
        <p15:presenceInfo xmlns:p15="http://schemas.microsoft.com/office/powerpoint/2012/main" userId="S-1-5-21-2052111302-1606980848-1060284298-70775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6"/>
    <a:srgbClr val="9900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F1160-4FCF-CA1A-5922-EC38F4E8D34C}" v="178" dt="2025-07-16T17:45:07.794"/>
    <p1510:client id="{AAE76524-6CCF-37F4-C7A2-8AA29E984C2B}" v="15" dt="2025-07-16T17:10:24.869"/>
    <p1510:client id="{B47F3E36-7BC3-1442-AD82-2DDCCCB2E1FD}" v="86" dt="2025-07-16T17:28:17.132"/>
    <p1510:client id="{BF475493-1B50-49DC-66C8-8ABC60ED642B}" v="4" dt="2025-07-16T18:25:13.201"/>
    <p1510:client id="{F9830E16-7D65-9848-E8A7-11BD358BA023}" v="11" dt="2025-07-16T17:27:22.06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1" autoAdjust="0"/>
    <p:restoredTop sz="95574"/>
  </p:normalViewPr>
  <p:slideViewPr>
    <p:cSldViewPr>
      <p:cViewPr varScale="1">
        <p:scale>
          <a:sx n="65" d="100"/>
          <a:sy n="65" d="100"/>
        </p:scale>
        <p:origin x="43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IDAD BIBLIOTECA" userId="S::biblio@udistrital.edu.co::5954ba4c-c86b-46ee-95ec-81f1f42e1b00" providerId="AD" clId="Web-{AAE76524-6CCF-37F4-C7A2-8AA29E984C2B}"/>
    <pc:docChg chg="delSld modSld sldOrd">
      <pc:chgData name="UNIDAD BIBLIOTECA" userId="S::biblio@udistrital.edu.co::5954ba4c-c86b-46ee-95ec-81f1f42e1b00" providerId="AD" clId="Web-{AAE76524-6CCF-37F4-C7A2-8AA29E984C2B}" dt="2025-07-16T17:10:24.869" v="13" actId="1076"/>
      <pc:docMkLst>
        <pc:docMk/>
      </pc:docMkLst>
      <pc:sldChg chg="addSp delSp modSp">
        <pc:chgData name="UNIDAD BIBLIOTECA" userId="S::biblio@udistrital.edu.co::5954ba4c-c86b-46ee-95ec-81f1f42e1b00" providerId="AD" clId="Web-{AAE76524-6CCF-37F4-C7A2-8AA29E984C2B}" dt="2025-07-16T17:10:24.869" v="13" actId="1076"/>
        <pc:sldMkLst>
          <pc:docMk/>
          <pc:sldMk cId="4168203067" sldId="522"/>
        </pc:sldMkLst>
        <pc:picChg chg="add mod">
          <ac:chgData name="UNIDAD BIBLIOTECA" userId="S::biblio@udistrital.edu.co::5954ba4c-c86b-46ee-95ec-81f1f42e1b00" providerId="AD" clId="Web-{AAE76524-6CCF-37F4-C7A2-8AA29E984C2B}" dt="2025-07-16T17:10:04.681" v="12" actId="1076"/>
          <ac:picMkLst>
            <pc:docMk/>
            <pc:sldMk cId="4168203067" sldId="522"/>
            <ac:picMk id="3" creationId="{C17C6253-8E96-2534-5E56-6B113C399B01}"/>
          </ac:picMkLst>
        </pc:picChg>
        <pc:picChg chg="del">
          <ac:chgData name="UNIDAD BIBLIOTECA" userId="S::biblio@udistrital.edu.co::5954ba4c-c86b-46ee-95ec-81f1f42e1b00" providerId="AD" clId="Web-{AAE76524-6CCF-37F4-C7A2-8AA29E984C2B}" dt="2025-07-16T17:09:36.305" v="3"/>
          <ac:picMkLst>
            <pc:docMk/>
            <pc:sldMk cId="4168203067" sldId="522"/>
            <ac:picMk id="5" creationId="{1D18FA96-05DB-EBBA-6D07-3F2CA9DE4C1C}"/>
          </ac:picMkLst>
        </pc:picChg>
        <pc:picChg chg="mod">
          <ac:chgData name="UNIDAD BIBLIOTECA" userId="S::biblio@udistrital.edu.co::5954ba4c-c86b-46ee-95ec-81f1f42e1b00" providerId="AD" clId="Web-{AAE76524-6CCF-37F4-C7A2-8AA29E984C2B}" dt="2025-07-16T17:09:58.978" v="11" actId="1076"/>
          <ac:picMkLst>
            <pc:docMk/>
            <pc:sldMk cId="4168203067" sldId="522"/>
            <ac:picMk id="9" creationId="{1F3E8C24-49F4-8BE9-613D-CB62D4EEC57D}"/>
          </ac:picMkLst>
        </pc:picChg>
        <pc:picChg chg="mod">
          <ac:chgData name="UNIDAD BIBLIOTECA" userId="S::biblio@udistrital.edu.co::5954ba4c-c86b-46ee-95ec-81f1f42e1b00" providerId="AD" clId="Web-{AAE76524-6CCF-37F4-C7A2-8AA29E984C2B}" dt="2025-07-16T17:09:48.555" v="8" actId="1076"/>
          <ac:picMkLst>
            <pc:docMk/>
            <pc:sldMk cId="4168203067" sldId="522"/>
            <ac:picMk id="1028" creationId="{669598FB-998C-56C0-4883-5E9072706AEA}"/>
          </ac:picMkLst>
        </pc:picChg>
        <pc:picChg chg="mod">
          <ac:chgData name="UNIDAD BIBLIOTECA" userId="S::biblio@udistrital.edu.co::5954ba4c-c86b-46ee-95ec-81f1f42e1b00" providerId="AD" clId="Web-{AAE76524-6CCF-37F4-C7A2-8AA29E984C2B}" dt="2025-07-16T17:10:24.869" v="13" actId="1076"/>
          <ac:picMkLst>
            <pc:docMk/>
            <pc:sldMk cId="4168203067" sldId="522"/>
            <ac:picMk id="1032" creationId="{13405698-0AAC-9AE4-ACF9-E0DC9367D215}"/>
          </ac:picMkLst>
        </pc:picChg>
      </pc:sldChg>
      <pc:sldChg chg="del ord">
        <pc:chgData name="UNIDAD BIBLIOTECA" userId="S::biblio@udistrital.edu.co::5954ba4c-c86b-46ee-95ec-81f1f42e1b00" providerId="AD" clId="Web-{AAE76524-6CCF-37F4-C7A2-8AA29E984C2B}" dt="2025-07-16T17:03:12.120" v="1"/>
        <pc:sldMkLst>
          <pc:docMk/>
          <pc:sldMk cId="3677026508" sldId="534"/>
        </pc:sldMkLst>
      </pc:sldChg>
    </pc:docChg>
  </pc:docChgLst>
  <pc:docChgLst>
    <pc:chgData name="PROCESOS - UNIDAD BIBLIOTECA" userId="S::procesosbiblio@udistrital.edu.co::14e5ced3-f1c3-447c-a2b5-71720eb38847" providerId="AD" clId="Web-{BF475493-1B50-49DC-66C8-8ABC60ED642B}"/>
    <pc:docChg chg="modSld">
      <pc:chgData name="PROCESOS - UNIDAD BIBLIOTECA" userId="S::procesosbiblio@udistrital.edu.co::14e5ced3-f1c3-447c-a2b5-71720eb38847" providerId="AD" clId="Web-{BF475493-1B50-49DC-66C8-8ABC60ED642B}" dt="2025-07-16T18:25:13.201" v="1" actId="20577"/>
      <pc:docMkLst>
        <pc:docMk/>
      </pc:docMkLst>
      <pc:sldChg chg="modSp">
        <pc:chgData name="PROCESOS - UNIDAD BIBLIOTECA" userId="S::procesosbiblio@udistrital.edu.co::14e5ced3-f1c3-447c-a2b5-71720eb38847" providerId="AD" clId="Web-{BF475493-1B50-49DC-66C8-8ABC60ED642B}" dt="2025-07-16T18:25:13.201" v="1" actId="20577"/>
        <pc:sldMkLst>
          <pc:docMk/>
          <pc:sldMk cId="62363944" sldId="473"/>
        </pc:sldMkLst>
        <pc:spChg chg="mod">
          <ac:chgData name="PROCESOS - UNIDAD BIBLIOTECA" userId="S::procesosbiblio@udistrital.edu.co::14e5ced3-f1c3-447c-a2b5-71720eb38847" providerId="AD" clId="Web-{BF475493-1B50-49DC-66C8-8ABC60ED642B}" dt="2025-07-16T18:25:13.201" v="1" actId="20577"/>
          <ac:spMkLst>
            <pc:docMk/>
            <pc:sldMk cId="62363944" sldId="473"/>
            <ac:spMk id="23" creationId="{5EC09820-88B1-6C5B-DC25-0045D30F5547}"/>
          </ac:spMkLst>
        </pc:spChg>
      </pc:sldChg>
    </pc:docChg>
  </pc:docChgLst>
  <pc:docChgLst>
    <pc:chgData name="UNIDAD BIBLIOTECA" userId="S::biblio@udistrital.edu.co::5954ba4c-c86b-46ee-95ec-81f1f42e1b00" providerId="AD" clId="Web-{F9830E16-7D65-9848-E8A7-11BD358BA023}"/>
    <pc:docChg chg="modSld">
      <pc:chgData name="UNIDAD BIBLIOTECA" userId="S::biblio@udistrital.edu.co::5954ba4c-c86b-46ee-95ec-81f1f42e1b00" providerId="AD" clId="Web-{F9830E16-7D65-9848-E8A7-11BD358BA023}" dt="2025-07-16T17:27:22.069" v="10" actId="14100"/>
      <pc:docMkLst>
        <pc:docMk/>
      </pc:docMkLst>
      <pc:sldChg chg="addSp delSp modSp">
        <pc:chgData name="UNIDAD BIBLIOTECA" userId="S::biblio@udistrital.edu.co::5954ba4c-c86b-46ee-95ec-81f1f42e1b00" providerId="AD" clId="Web-{F9830E16-7D65-9848-E8A7-11BD358BA023}" dt="2025-07-16T17:27:22.069" v="10" actId="14100"/>
        <pc:sldMkLst>
          <pc:docMk/>
          <pc:sldMk cId="4083150099" sldId="558"/>
        </pc:sldMkLst>
        <pc:picChg chg="add mod">
          <ac:chgData name="UNIDAD BIBLIOTECA" userId="S::biblio@udistrital.edu.co::5954ba4c-c86b-46ee-95ec-81f1f42e1b00" providerId="AD" clId="Web-{F9830E16-7D65-9848-E8A7-11BD358BA023}" dt="2025-07-16T17:27:22.069" v="10" actId="14100"/>
          <ac:picMkLst>
            <pc:docMk/>
            <pc:sldMk cId="4083150099" sldId="558"/>
            <ac:picMk id="18" creationId="{C80FD0C5-5D1A-1815-BA4F-612D3B1A9D8F}"/>
          </ac:picMkLst>
        </pc:picChg>
        <pc:picChg chg="del">
          <ac:chgData name="UNIDAD BIBLIOTECA" userId="S::biblio@udistrital.edu.co::5954ba4c-c86b-46ee-95ec-81f1f42e1b00" providerId="AD" clId="Web-{F9830E16-7D65-9848-E8A7-11BD358BA023}" dt="2025-07-16T17:26:49.443" v="0"/>
          <ac:picMkLst>
            <pc:docMk/>
            <pc:sldMk cId="4083150099" sldId="558"/>
            <ac:picMk id="26" creationId="{00000000-0000-0000-0000-000000000000}"/>
          </ac:picMkLst>
        </pc:picChg>
        <pc:picChg chg="del">
          <ac:chgData name="UNIDAD BIBLIOTECA" userId="S::biblio@udistrital.edu.co::5954ba4c-c86b-46ee-95ec-81f1f42e1b00" providerId="AD" clId="Web-{F9830E16-7D65-9848-E8A7-11BD358BA023}" dt="2025-07-16T17:26:50.818" v="1"/>
          <ac:picMkLst>
            <pc:docMk/>
            <pc:sldMk cId="4083150099" sldId="558"/>
            <ac:picMk id="39" creationId="{00000000-0000-0000-0000-000000000000}"/>
          </ac:picMkLst>
        </pc:picChg>
      </pc:sldChg>
    </pc:docChg>
  </pc:docChgLst>
  <pc:docChgLst>
    <pc:chgData name="UNIDAD BIBLIOTECA" userId="S::biblio@udistrital.edu.co::5954ba4c-c86b-46ee-95ec-81f1f42e1b00" providerId="AD" clId="Web-{61B9D5EC-8FA5-CDDF-9EAD-2C27BF9E5938}"/>
    <pc:docChg chg="addSld delSld modSld">
      <pc:chgData name="UNIDAD BIBLIOTECA" userId="S::biblio@udistrital.edu.co::5954ba4c-c86b-46ee-95ec-81f1f42e1b00" providerId="AD" clId="Web-{61B9D5EC-8FA5-CDDF-9EAD-2C27BF9E5938}" dt="2025-03-13T18:32:40.265" v="24"/>
      <pc:docMkLst>
        <pc:docMk/>
      </pc:docMkLst>
      <pc:sldChg chg="addSp delSp modSp new del">
        <pc:chgData name="UNIDAD BIBLIOTECA" userId="S::biblio@udistrital.edu.co::5954ba4c-c86b-46ee-95ec-81f1f42e1b00" providerId="AD" clId="Web-{61B9D5EC-8FA5-CDDF-9EAD-2C27BF9E5938}" dt="2025-03-13T18:32:40.265" v="24"/>
        <pc:sldMkLst>
          <pc:docMk/>
          <pc:sldMk cId="3625351358" sldId="508"/>
        </pc:sldMkLst>
      </pc:sldChg>
    </pc:docChg>
  </pc:docChgLst>
  <pc:docChgLst>
    <pc:chgData name="UNIDAD BIBLIOTECA" userId="5954ba4c-c86b-46ee-95ec-81f1f42e1b00" providerId="ADAL" clId="{B47F3E36-7BC3-1442-AD82-2DDCCCB2E1FD}"/>
    <pc:docChg chg="undo custSel modSld">
      <pc:chgData name="UNIDAD BIBLIOTECA" userId="5954ba4c-c86b-46ee-95ec-81f1f42e1b00" providerId="ADAL" clId="{B47F3E36-7BC3-1442-AD82-2DDCCCB2E1FD}" dt="2025-07-16T17:28:17.132" v="189" actId="465"/>
      <pc:docMkLst>
        <pc:docMk/>
      </pc:docMkLst>
      <pc:sldChg chg="modSp mod">
        <pc:chgData name="UNIDAD BIBLIOTECA" userId="5954ba4c-c86b-46ee-95ec-81f1f42e1b00" providerId="ADAL" clId="{B47F3E36-7BC3-1442-AD82-2DDCCCB2E1FD}" dt="2025-07-16T17:22:32.674" v="160" actId="14100"/>
        <pc:sldMkLst>
          <pc:docMk/>
          <pc:sldMk cId="4168203067" sldId="522"/>
        </pc:sldMkLst>
        <pc:spChg chg="mod">
          <ac:chgData name="UNIDAD BIBLIOTECA" userId="5954ba4c-c86b-46ee-95ec-81f1f42e1b00" providerId="ADAL" clId="{B47F3E36-7BC3-1442-AD82-2DDCCCB2E1FD}" dt="2025-07-16T17:22:32.674" v="160" actId="14100"/>
          <ac:spMkLst>
            <pc:docMk/>
            <pc:sldMk cId="4168203067" sldId="522"/>
            <ac:spMk id="6" creationId="{3C54D971-D16E-C6C3-18B4-BA931C824D0A}"/>
          </ac:spMkLst>
        </pc:spChg>
        <pc:picChg chg="mod">
          <ac:chgData name="UNIDAD BIBLIOTECA" userId="5954ba4c-c86b-46ee-95ec-81f1f42e1b00" providerId="ADAL" clId="{B47F3E36-7BC3-1442-AD82-2DDCCCB2E1FD}" dt="2025-07-16T17:22:00.547" v="159" actId="465"/>
          <ac:picMkLst>
            <pc:docMk/>
            <pc:sldMk cId="4168203067" sldId="522"/>
            <ac:picMk id="3" creationId="{C17C6253-8E96-2534-5E56-6B113C399B01}"/>
          </ac:picMkLst>
        </pc:picChg>
        <pc:picChg chg="mod">
          <ac:chgData name="UNIDAD BIBLIOTECA" userId="5954ba4c-c86b-46ee-95ec-81f1f42e1b00" providerId="ADAL" clId="{B47F3E36-7BC3-1442-AD82-2DDCCCB2E1FD}" dt="2025-07-16T17:22:00.547" v="159" actId="465"/>
          <ac:picMkLst>
            <pc:docMk/>
            <pc:sldMk cId="4168203067" sldId="522"/>
            <ac:picMk id="9" creationId="{1F3E8C24-49F4-8BE9-613D-CB62D4EEC57D}"/>
          </ac:picMkLst>
        </pc:picChg>
        <pc:picChg chg="mod">
          <ac:chgData name="UNIDAD BIBLIOTECA" userId="5954ba4c-c86b-46ee-95ec-81f1f42e1b00" providerId="ADAL" clId="{B47F3E36-7BC3-1442-AD82-2DDCCCB2E1FD}" dt="2025-07-16T17:22:00.547" v="159" actId="465"/>
          <ac:picMkLst>
            <pc:docMk/>
            <pc:sldMk cId="4168203067" sldId="522"/>
            <ac:picMk id="1028" creationId="{669598FB-998C-56C0-4883-5E9072706AEA}"/>
          </ac:picMkLst>
        </pc:picChg>
        <pc:picChg chg="mod">
          <ac:chgData name="UNIDAD BIBLIOTECA" userId="5954ba4c-c86b-46ee-95ec-81f1f42e1b00" providerId="ADAL" clId="{B47F3E36-7BC3-1442-AD82-2DDCCCB2E1FD}" dt="2025-07-16T17:22:00.547" v="159" actId="465"/>
          <ac:picMkLst>
            <pc:docMk/>
            <pc:sldMk cId="4168203067" sldId="522"/>
            <ac:picMk id="1030" creationId="{CE4CAD0B-3519-67E1-9DF0-D7BEE6CEAEFA}"/>
          </ac:picMkLst>
        </pc:picChg>
        <pc:picChg chg="mod">
          <ac:chgData name="UNIDAD BIBLIOTECA" userId="5954ba4c-c86b-46ee-95ec-81f1f42e1b00" providerId="ADAL" clId="{B47F3E36-7BC3-1442-AD82-2DDCCCB2E1FD}" dt="2025-07-16T17:22:00.547" v="159" actId="465"/>
          <ac:picMkLst>
            <pc:docMk/>
            <pc:sldMk cId="4168203067" sldId="522"/>
            <ac:picMk id="1032" creationId="{13405698-0AAC-9AE4-ACF9-E0DC9367D215}"/>
          </ac:picMkLst>
        </pc:picChg>
      </pc:sldChg>
      <pc:sldChg chg="modSp mod">
        <pc:chgData name="UNIDAD BIBLIOTECA" userId="5954ba4c-c86b-46ee-95ec-81f1f42e1b00" providerId="ADAL" clId="{B47F3E36-7BC3-1442-AD82-2DDCCCB2E1FD}" dt="2025-07-16T17:23:45.054" v="180" actId="404"/>
        <pc:sldMkLst>
          <pc:docMk/>
          <pc:sldMk cId="3881031254" sldId="523"/>
        </pc:sldMkLst>
        <pc:spChg chg="mod">
          <ac:chgData name="UNIDAD BIBLIOTECA" userId="5954ba4c-c86b-46ee-95ec-81f1f42e1b00" providerId="ADAL" clId="{B47F3E36-7BC3-1442-AD82-2DDCCCB2E1FD}" dt="2025-07-16T17:22:52.379" v="161" actId="20577"/>
          <ac:spMkLst>
            <pc:docMk/>
            <pc:sldMk cId="3881031254" sldId="523"/>
            <ac:spMk id="4" creationId="{94EA8E70-8302-4FCB-BA26-63BA9C5B7F18}"/>
          </ac:spMkLst>
        </pc:spChg>
        <pc:spChg chg="mod">
          <ac:chgData name="UNIDAD BIBLIOTECA" userId="5954ba4c-c86b-46ee-95ec-81f1f42e1b00" providerId="ADAL" clId="{B47F3E36-7BC3-1442-AD82-2DDCCCB2E1FD}" dt="2025-07-16T17:23:45.054" v="180" actId="404"/>
          <ac:spMkLst>
            <pc:docMk/>
            <pc:sldMk cId="3881031254" sldId="523"/>
            <ac:spMk id="12" creationId="{E2696FE6-2112-44EE-960A-BED11243841E}"/>
          </ac:spMkLst>
        </pc:spChg>
      </pc:sldChg>
      <pc:sldChg chg="addSp delSp modSp mod">
        <pc:chgData name="UNIDAD BIBLIOTECA" userId="5954ba4c-c86b-46ee-95ec-81f1f42e1b00" providerId="ADAL" clId="{B47F3E36-7BC3-1442-AD82-2DDCCCB2E1FD}" dt="2025-07-16T17:28:17.132" v="189" actId="465"/>
        <pc:sldMkLst>
          <pc:docMk/>
          <pc:sldMk cId="4083150099" sldId="558"/>
        </pc:sldMkLst>
        <pc:spChg chg="mod">
          <ac:chgData name="UNIDAD BIBLIOTECA" userId="5954ba4c-c86b-46ee-95ec-81f1f42e1b00" providerId="ADAL" clId="{B47F3E36-7BC3-1442-AD82-2DDCCCB2E1FD}" dt="2025-07-16T17:14:43.329" v="49" actId="1076"/>
          <ac:spMkLst>
            <pc:docMk/>
            <pc:sldMk cId="4083150099" sldId="558"/>
            <ac:spMk id="3" creationId="{BAE60452-1362-79E9-485F-8D93929F1EFA}"/>
          </ac:spMkLst>
        </pc:spChg>
        <pc:spChg chg="mod">
          <ac:chgData name="UNIDAD BIBLIOTECA" userId="5954ba4c-c86b-46ee-95ec-81f1f42e1b00" providerId="ADAL" clId="{B47F3E36-7BC3-1442-AD82-2DDCCCB2E1FD}" dt="2025-07-16T17:23:40.117" v="175" actId="2711"/>
          <ac:spMkLst>
            <pc:docMk/>
            <pc:sldMk cId="4083150099" sldId="558"/>
            <ac:spMk id="5" creationId="{00000000-0000-0000-0000-000000000000}"/>
          </ac:spMkLst>
        </pc:spChg>
        <pc:spChg chg="mod">
          <ac:chgData name="UNIDAD BIBLIOTECA" userId="5954ba4c-c86b-46ee-95ec-81f1f42e1b00" providerId="ADAL" clId="{B47F3E36-7BC3-1442-AD82-2DDCCCB2E1FD}" dt="2025-07-16T17:19:31.108" v="143" actId="1076"/>
          <ac:spMkLst>
            <pc:docMk/>
            <pc:sldMk cId="4083150099" sldId="558"/>
            <ac:spMk id="9" creationId="{76CAF160-A1C3-3DB1-BE57-A72A23AD1AC0}"/>
          </ac:spMkLst>
        </pc:spChg>
        <pc:spChg chg="mod">
          <ac:chgData name="UNIDAD BIBLIOTECA" userId="5954ba4c-c86b-46ee-95ec-81f1f42e1b00" providerId="ADAL" clId="{B47F3E36-7BC3-1442-AD82-2DDCCCB2E1FD}" dt="2025-07-16T17:21:33.362" v="150" actId="1076"/>
          <ac:spMkLst>
            <pc:docMk/>
            <pc:sldMk cId="4083150099" sldId="558"/>
            <ac:spMk id="13" creationId="{BDF87ECA-D2FE-E3D9-6408-5F0264FDF695}"/>
          </ac:spMkLst>
        </pc:spChg>
        <pc:spChg chg="add mod">
          <ac:chgData name="UNIDAD BIBLIOTECA" userId="5954ba4c-c86b-46ee-95ec-81f1f42e1b00" providerId="ADAL" clId="{B47F3E36-7BC3-1442-AD82-2DDCCCB2E1FD}" dt="2025-07-16T17:19:53.200" v="147" actId="465"/>
          <ac:spMkLst>
            <pc:docMk/>
            <pc:sldMk cId="4083150099" sldId="558"/>
            <ac:spMk id="17" creationId="{6F5DF85F-EFE1-C7B7-0DE9-0A73B7848429}"/>
          </ac:spMkLst>
        </pc:spChg>
        <pc:spChg chg="mod">
          <ac:chgData name="UNIDAD BIBLIOTECA" userId="5954ba4c-c86b-46ee-95ec-81f1f42e1b00" providerId="ADAL" clId="{B47F3E36-7BC3-1442-AD82-2DDCCCB2E1FD}" dt="2025-07-16T17:19:31.108" v="143" actId="1076"/>
          <ac:spMkLst>
            <pc:docMk/>
            <pc:sldMk cId="4083150099" sldId="558"/>
            <ac:spMk id="21" creationId="{72433F17-69C1-A148-082C-BF9659132B84}"/>
          </ac:spMkLst>
        </pc:spChg>
        <pc:picChg chg="mod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6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7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19:31.108" v="143" actId="1076"/>
          <ac:picMkLst>
            <pc:docMk/>
            <pc:sldMk cId="4083150099" sldId="558"/>
            <ac:picMk id="8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11" creationId="{00000000-0000-0000-0000-000000000000}"/>
          </ac:picMkLst>
        </pc:picChg>
        <pc:picChg chg="mod modCrop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12" creationId="{00000000-0000-0000-0000-000000000000}"/>
          </ac:picMkLst>
        </pc:picChg>
        <pc:picChg chg="add 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15" creationId="{A4926AB0-5CE3-B69C-EEE6-1579608101E6}"/>
          </ac:picMkLst>
        </pc:picChg>
        <pc:picChg chg="mod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16" creationId="{00000000-0000-0000-0000-000000000000}"/>
          </ac:picMkLst>
        </pc:picChg>
        <pc:picChg chg="del">
          <ac:chgData name="UNIDAD BIBLIOTECA" userId="5954ba4c-c86b-46ee-95ec-81f1f42e1b00" providerId="ADAL" clId="{B47F3E36-7BC3-1442-AD82-2DDCCCB2E1FD}" dt="2025-07-16T17:27:41.644" v="182" actId="478"/>
          <ac:picMkLst>
            <pc:docMk/>
            <pc:sldMk cId="4083150099" sldId="558"/>
            <ac:picMk id="18" creationId="{C80FD0C5-5D1A-1815-BA4F-612D3B1A9D8F}"/>
          </ac:picMkLst>
        </pc:picChg>
        <pc:picChg chg="mod">
          <ac:chgData name="UNIDAD BIBLIOTECA" userId="5954ba4c-c86b-46ee-95ec-81f1f42e1b00" providerId="ADAL" clId="{B47F3E36-7BC3-1442-AD82-2DDCCCB2E1FD}" dt="2025-07-16T17:19:31.108" v="143" actId="1076"/>
          <ac:picMkLst>
            <pc:docMk/>
            <pc:sldMk cId="4083150099" sldId="558"/>
            <ac:picMk id="23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13:27.806" v="40" actId="465"/>
          <ac:picMkLst>
            <pc:docMk/>
            <pc:sldMk cId="4083150099" sldId="558"/>
            <ac:picMk id="26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32" creationId="{00000000-0000-0000-0000-000000000000}"/>
          </ac:picMkLst>
        </pc:picChg>
        <pc:picChg chg="del">
          <ac:chgData name="UNIDAD BIBLIOTECA" userId="5954ba4c-c86b-46ee-95ec-81f1f42e1b00" providerId="ADAL" clId="{B47F3E36-7BC3-1442-AD82-2DDCCCB2E1FD}" dt="2025-07-16T17:11:13.684" v="1" actId="478"/>
          <ac:picMkLst>
            <pc:docMk/>
            <pc:sldMk cId="4083150099" sldId="558"/>
            <ac:picMk id="34" creationId="{00000000-0000-0000-0000-000000000000}"/>
          </ac:picMkLst>
        </pc:picChg>
        <pc:picChg chg="del">
          <ac:chgData name="UNIDAD BIBLIOTECA" userId="5954ba4c-c86b-46ee-95ec-81f1f42e1b00" providerId="ADAL" clId="{B47F3E36-7BC3-1442-AD82-2DDCCCB2E1FD}" dt="2025-07-16T17:11:17.758" v="4" actId="478"/>
          <ac:picMkLst>
            <pc:docMk/>
            <pc:sldMk cId="4083150099" sldId="558"/>
            <ac:picMk id="37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13:27.806" v="40" actId="465"/>
          <ac:picMkLst>
            <pc:docMk/>
            <pc:sldMk cId="4083150099" sldId="558"/>
            <ac:picMk id="39" creationId="{00000000-0000-0000-0000-000000000000}"/>
          </ac:picMkLst>
        </pc:picChg>
        <pc:picChg chg="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40" creationId="{00000000-0000-0000-0000-000000000000}"/>
          </ac:picMkLst>
        </pc:picChg>
        <pc:picChg chg="del">
          <ac:chgData name="UNIDAD BIBLIOTECA" userId="5954ba4c-c86b-46ee-95ec-81f1f42e1b00" providerId="ADAL" clId="{B47F3E36-7BC3-1442-AD82-2DDCCCB2E1FD}" dt="2025-07-16T17:14:34.943" v="44" actId="478"/>
          <ac:picMkLst>
            <pc:docMk/>
            <pc:sldMk cId="4083150099" sldId="558"/>
            <ac:picMk id="1026" creationId="{00000000-0000-0000-0000-000000000000}"/>
          </ac:picMkLst>
        </pc:picChg>
        <pc:picChg chg="add 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1026" creationId="{C1403254-D70E-C91B-F120-E79EC25C9875}"/>
          </ac:picMkLst>
        </pc:picChg>
        <pc:picChg chg="add 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1028" creationId="{FA613D79-E21A-577E-4A6F-8FF4A1454C2D}"/>
          </ac:picMkLst>
        </pc:picChg>
        <pc:picChg chg="add mod">
          <ac:chgData name="UNIDAD BIBLIOTECA" userId="5954ba4c-c86b-46ee-95ec-81f1f42e1b00" providerId="ADAL" clId="{B47F3E36-7BC3-1442-AD82-2DDCCCB2E1FD}" dt="2025-07-16T17:28:17.132" v="189" actId="465"/>
          <ac:picMkLst>
            <pc:docMk/>
            <pc:sldMk cId="4083150099" sldId="558"/>
            <ac:picMk id="1030" creationId="{086B52A4-B35F-A99F-F107-57933FCC6856}"/>
          </ac:picMkLst>
        </pc:picChg>
        <pc:picChg chg="add mod">
          <ac:chgData name="UNIDAD BIBLIOTECA" userId="5954ba4c-c86b-46ee-95ec-81f1f42e1b00" providerId="ADAL" clId="{B47F3E36-7BC3-1442-AD82-2DDCCCB2E1FD}" dt="2025-07-16T17:19:31.108" v="143" actId="1076"/>
          <ac:picMkLst>
            <pc:docMk/>
            <pc:sldMk cId="4083150099" sldId="558"/>
            <ac:picMk id="1032" creationId="{A881A6D6-F30D-4C0D-CDF3-BF162DD3D2DE}"/>
          </ac:picMkLst>
        </pc:picChg>
        <pc:picChg chg="add mod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1034" creationId="{E962D65E-823F-28DE-59F5-0C47F2E15A47}"/>
          </ac:picMkLst>
        </pc:picChg>
        <pc:picChg chg="add del">
          <ac:chgData name="UNIDAD BIBLIOTECA" userId="5954ba4c-c86b-46ee-95ec-81f1f42e1b00" providerId="ADAL" clId="{B47F3E36-7BC3-1442-AD82-2DDCCCB2E1FD}" dt="2025-07-16T17:16:45.356" v="67" actId="478"/>
          <ac:picMkLst>
            <pc:docMk/>
            <pc:sldMk cId="4083150099" sldId="558"/>
            <ac:picMk id="1036" creationId="{75C0A97A-F8BF-D1F1-AAF7-447B964D2C4F}"/>
          </ac:picMkLst>
        </pc:picChg>
        <pc:picChg chg="add mod">
          <ac:chgData name="UNIDAD BIBLIOTECA" userId="5954ba4c-c86b-46ee-95ec-81f1f42e1b00" providerId="ADAL" clId="{B47F3E36-7BC3-1442-AD82-2DDCCCB2E1FD}" dt="2025-07-16T17:19:53.200" v="147" actId="465"/>
          <ac:picMkLst>
            <pc:docMk/>
            <pc:sldMk cId="4083150099" sldId="558"/>
            <ac:picMk id="1038" creationId="{9A55A7D5-4192-960F-B9BD-6EFD6402B8A5}"/>
          </ac:picMkLst>
        </pc:picChg>
      </pc:sldChg>
    </pc:docChg>
  </pc:docChgLst>
  <pc:docChgLst>
    <pc:chgData name="UNIDAD BIBLIOTECA" userId="S::biblio@udistrital.edu.co::5954ba4c-c86b-46ee-95ec-81f1f42e1b00" providerId="AD" clId="Web-{3721EA81-57CB-B45E-B8B1-C95423B7053F}"/>
    <pc:docChg chg="addSld delSld">
      <pc:chgData name="UNIDAD BIBLIOTECA" userId="S::biblio@udistrital.edu.co::5954ba4c-c86b-46ee-95ec-81f1f42e1b00" providerId="AD" clId="Web-{3721EA81-57CB-B45E-B8B1-C95423B7053F}" dt="2025-03-28T18:11:26.422" v="1"/>
      <pc:docMkLst>
        <pc:docMk/>
      </pc:docMkLst>
      <pc:sldChg chg="del">
        <pc:chgData name="UNIDAD BIBLIOTECA" userId="S::biblio@udistrital.edu.co::5954ba4c-c86b-46ee-95ec-81f1f42e1b00" providerId="AD" clId="Web-{3721EA81-57CB-B45E-B8B1-C95423B7053F}" dt="2025-03-28T18:11:26.422" v="1"/>
        <pc:sldMkLst>
          <pc:docMk/>
          <pc:sldMk cId="1596615334" sldId="479"/>
        </pc:sldMkLst>
      </pc:sldChg>
      <pc:sldChg chg="add">
        <pc:chgData name="UNIDAD BIBLIOTECA" userId="S::biblio@udistrital.edu.co::5954ba4c-c86b-46ee-95ec-81f1f42e1b00" providerId="AD" clId="Web-{3721EA81-57CB-B45E-B8B1-C95423B7053F}" dt="2025-03-28T18:11:18.375" v="0"/>
        <pc:sldMkLst>
          <pc:docMk/>
          <pc:sldMk cId="3839543556" sldId="508"/>
        </pc:sldMkLst>
      </pc:sldChg>
    </pc:docChg>
  </pc:docChgLst>
  <pc:docChgLst>
    <pc:chgData name="PROCESOS - UNIDAD BIBLIOTECA" userId="S::procesosbiblio@udistrital.edu.co::14e5ced3-f1c3-447c-a2b5-71720eb38847" providerId="AD" clId="Web-{08E03AED-65D5-4EEF-D3F3-15E8F262DED2}"/>
    <pc:docChg chg="modSld">
      <pc:chgData name="PROCESOS - UNIDAD BIBLIOTECA" userId="S::procesosbiblio@udistrital.edu.co::14e5ced3-f1c3-447c-a2b5-71720eb38847" providerId="AD" clId="Web-{08E03AED-65D5-4EEF-D3F3-15E8F262DED2}" dt="2025-03-13T20:25:31.284" v="2" actId="20577"/>
      <pc:docMkLst>
        <pc:docMk/>
      </pc:docMkLst>
      <pc:sldChg chg="modSp">
        <pc:chgData name="PROCESOS - UNIDAD BIBLIOTECA" userId="S::procesosbiblio@udistrital.edu.co::14e5ced3-f1c3-447c-a2b5-71720eb38847" providerId="AD" clId="Web-{08E03AED-65D5-4EEF-D3F3-15E8F262DED2}" dt="2025-03-13T20:25:31.284" v="2" actId="20577"/>
        <pc:sldMkLst>
          <pc:docMk/>
          <pc:sldMk cId="977592317" sldId="490"/>
        </pc:sldMkLst>
      </pc:sldChg>
    </pc:docChg>
  </pc:docChgLst>
  <pc:docChgLst>
    <pc:chgData name="UNIDAD BIBLIOTECA" userId="S::biblio@udistrital.edu.co::5954ba4c-c86b-46ee-95ec-81f1f42e1b00" providerId="AD" clId="Web-{AADF1160-4FCF-CA1A-5922-EC38F4E8D34C}"/>
    <pc:docChg chg="modSld">
      <pc:chgData name="UNIDAD BIBLIOTECA" userId="S::biblio@udistrital.edu.co::5954ba4c-c86b-46ee-95ec-81f1f42e1b00" providerId="AD" clId="Web-{AADF1160-4FCF-CA1A-5922-EC38F4E8D34C}" dt="2025-07-16T17:45:06.997" v="86" actId="20577"/>
      <pc:docMkLst>
        <pc:docMk/>
      </pc:docMkLst>
      <pc:sldChg chg="modSp">
        <pc:chgData name="UNIDAD BIBLIOTECA" userId="S::biblio@udistrital.edu.co::5954ba4c-c86b-46ee-95ec-81f1f42e1b00" providerId="AD" clId="Web-{AADF1160-4FCF-CA1A-5922-EC38F4E8D34C}" dt="2025-07-16T17:45:06.997" v="86" actId="20577"/>
        <pc:sldMkLst>
          <pc:docMk/>
          <pc:sldMk cId="4083150099" sldId="558"/>
        </pc:sldMkLst>
        <pc:spChg chg="mod">
          <ac:chgData name="UNIDAD BIBLIOTECA" userId="S::biblio@udistrital.edu.co::5954ba4c-c86b-46ee-95ec-81f1f42e1b00" providerId="AD" clId="Web-{AADF1160-4FCF-CA1A-5922-EC38F4E8D34C}" dt="2025-07-16T17:44:36.996" v="59" actId="20577"/>
          <ac:spMkLst>
            <pc:docMk/>
            <pc:sldMk cId="4083150099" sldId="558"/>
            <ac:spMk id="3" creationId="{BAE60452-1362-79E9-485F-8D93929F1EFA}"/>
          </ac:spMkLst>
        </pc:spChg>
        <pc:spChg chg="mod">
          <ac:chgData name="UNIDAD BIBLIOTECA" userId="S::biblio@udistrital.edu.co::5954ba4c-c86b-46ee-95ec-81f1f42e1b00" providerId="AD" clId="Web-{AADF1160-4FCF-CA1A-5922-EC38F4E8D34C}" dt="2025-07-16T17:43:51.479" v="56" actId="20577"/>
          <ac:spMkLst>
            <pc:docMk/>
            <pc:sldMk cId="4083150099" sldId="558"/>
            <ac:spMk id="9" creationId="{76CAF160-A1C3-3DB1-BE57-A72A23AD1AC0}"/>
          </ac:spMkLst>
        </pc:spChg>
        <pc:spChg chg="mod">
          <ac:chgData name="UNIDAD BIBLIOTECA" userId="S::biblio@udistrital.edu.co::5954ba4c-c86b-46ee-95ec-81f1f42e1b00" providerId="AD" clId="Web-{AADF1160-4FCF-CA1A-5922-EC38F4E8D34C}" dt="2025-07-16T17:42:54.025" v="54" actId="20577"/>
          <ac:spMkLst>
            <pc:docMk/>
            <pc:sldMk cId="4083150099" sldId="558"/>
            <ac:spMk id="13" creationId="{BDF87ECA-D2FE-E3D9-6408-5F0264FDF695}"/>
          </ac:spMkLst>
        </pc:spChg>
        <pc:spChg chg="mod">
          <ac:chgData name="UNIDAD BIBLIOTECA" userId="S::biblio@udistrital.edu.co::5954ba4c-c86b-46ee-95ec-81f1f42e1b00" providerId="AD" clId="Web-{AADF1160-4FCF-CA1A-5922-EC38F4E8D34C}" dt="2025-07-16T17:44:49.981" v="75" actId="20577"/>
          <ac:spMkLst>
            <pc:docMk/>
            <pc:sldMk cId="4083150099" sldId="558"/>
            <ac:spMk id="17" creationId="{6F5DF85F-EFE1-C7B7-0DE9-0A73B7848429}"/>
          </ac:spMkLst>
        </pc:spChg>
        <pc:spChg chg="mod">
          <ac:chgData name="UNIDAD BIBLIOTECA" userId="S::biblio@udistrital.edu.co::5954ba4c-c86b-46ee-95ec-81f1f42e1b00" providerId="AD" clId="Web-{AADF1160-4FCF-CA1A-5922-EC38F4E8D34C}" dt="2025-07-16T17:45:06.997" v="86" actId="20577"/>
          <ac:spMkLst>
            <pc:docMk/>
            <pc:sldMk cId="4083150099" sldId="558"/>
            <ac:spMk id="21" creationId="{72433F17-69C1-A148-082C-BF9659132B84}"/>
          </ac:spMkLst>
        </pc:spChg>
        <pc:spChg chg="mod">
          <ac:chgData name="UNIDAD BIBLIOTECA" userId="S::biblio@udistrital.edu.co::5954ba4c-c86b-46ee-95ec-81f1f42e1b00" providerId="AD" clId="Web-{AADF1160-4FCF-CA1A-5922-EC38F4E8D34C}" dt="2025-07-16T17:41:02.367" v="53" actId="20577"/>
          <ac:spMkLst>
            <pc:docMk/>
            <pc:sldMk cId="4083150099" sldId="558"/>
            <ac:spMk id="38" creationId="{A3E3EF55-F0E6-4400-96AB-7820A1E227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0B18C-F0BE-4DFC-AF6D-81EBDC07B4F7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F6774-F5A0-43FE-BC66-EA6A75062C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118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3151" y="996070"/>
            <a:ext cx="93211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5487" y="2267711"/>
            <a:ext cx="170815" cy="170815"/>
          </a:xfrm>
          <a:custGeom>
            <a:avLst/>
            <a:gdLst/>
            <a:ahLst/>
            <a:cxnLst/>
            <a:rect l="l" t="t" r="r" b="b"/>
            <a:pathLst>
              <a:path w="170815" h="170814">
                <a:moveTo>
                  <a:pt x="170687" y="0"/>
                </a:moveTo>
                <a:lnTo>
                  <a:pt x="0" y="0"/>
                </a:lnTo>
                <a:lnTo>
                  <a:pt x="0" y="170687"/>
                </a:lnTo>
                <a:lnTo>
                  <a:pt x="170687" y="170687"/>
                </a:lnTo>
                <a:lnTo>
                  <a:pt x="17068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635" y="710082"/>
            <a:ext cx="10846729" cy="986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6898" y="1933271"/>
            <a:ext cx="9006840" cy="3665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biblioteca.udistrital.edu.co/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iblioteca.udistrital.edu.co/" TargetMode="External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jpeg"/><Relationship Id="rId3" Type="http://schemas.openxmlformats.org/officeDocument/2006/relationships/hyperlink" Target="http://biblioteca.udistrital.edu.co/" TargetMode="External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jpeg"/><Relationship Id="rId2" Type="http://schemas.openxmlformats.org/officeDocument/2006/relationships/hyperlink" Target="http://www.udistrital.edu.co/" TargetMode="Externa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hyperlink" Target="http://biblioteca.udistrital.edu.co/" TargetMode="External"/><Relationship Id="rId7" Type="http://schemas.openxmlformats.org/officeDocument/2006/relationships/image" Target="../media/image47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6127" y="1606296"/>
            <a:ext cx="8674735" cy="3700779"/>
            <a:chOff x="1786127" y="1606296"/>
            <a:chExt cx="8674735" cy="3700779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6127" y="1609344"/>
              <a:ext cx="3227831" cy="36972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2035" y="1635252"/>
              <a:ext cx="3121660" cy="3590925"/>
            </a:xfrm>
            <a:custGeom>
              <a:avLst/>
              <a:gdLst/>
              <a:ahLst/>
              <a:cxnLst/>
              <a:rect l="l" t="t" r="r" b="b"/>
              <a:pathLst>
                <a:path w="3121660" h="3590925">
                  <a:moveTo>
                    <a:pt x="3121152" y="0"/>
                  </a:moveTo>
                  <a:lnTo>
                    <a:pt x="0" y="0"/>
                  </a:lnTo>
                  <a:lnTo>
                    <a:pt x="0" y="3590544"/>
                  </a:lnTo>
                  <a:lnTo>
                    <a:pt x="3121152" y="3590544"/>
                  </a:lnTo>
                  <a:lnTo>
                    <a:pt x="31211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7280" y="1606296"/>
              <a:ext cx="5553455" cy="36972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33188" y="1632204"/>
              <a:ext cx="5447030" cy="3590925"/>
            </a:xfrm>
            <a:custGeom>
              <a:avLst/>
              <a:gdLst/>
              <a:ahLst/>
              <a:cxnLst/>
              <a:rect l="l" t="t" r="r" b="b"/>
              <a:pathLst>
                <a:path w="5447030" h="3590925">
                  <a:moveTo>
                    <a:pt x="5446775" y="0"/>
                  </a:moveTo>
                  <a:lnTo>
                    <a:pt x="0" y="0"/>
                  </a:lnTo>
                  <a:lnTo>
                    <a:pt x="0" y="3590544"/>
                  </a:lnTo>
                  <a:lnTo>
                    <a:pt x="5446775" y="3590544"/>
                  </a:lnTo>
                  <a:lnTo>
                    <a:pt x="5446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9403" y="2186940"/>
              <a:ext cx="2563367" cy="24841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52719" y="232741"/>
            <a:ext cx="4540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"/>
                <a:cs typeface="Cambria"/>
              </a:rPr>
              <a:t>“</a:t>
            </a:r>
            <a:r>
              <a:rPr sz="1400" i="1" dirty="0">
                <a:latin typeface="Cambria"/>
                <a:cs typeface="Cambria"/>
              </a:rPr>
              <a:t>Universidad</a:t>
            </a:r>
            <a:r>
              <a:rPr sz="1400" i="1" spc="-4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orientada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a</a:t>
            </a:r>
            <a:r>
              <a:rPr sz="1400" i="1" spc="-25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la</a:t>
            </a:r>
            <a:r>
              <a:rPr sz="1400" i="1" spc="-2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acción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con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ideas</a:t>
            </a:r>
            <a:r>
              <a:rPr sz="1400" i="1" spc="-25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que</a:t>
            </a:r>
            <a:r>
              <a:rPr sz="1400" i="1" spc="-40" dirty="0">
                <a:latin typeface="Cambria"/>
                <a:cs typeface="Cambria"/>
              </a:rPr>
              <a:t> </a:t>
            </a:r>
            <a:r>
              <a:rPr sz="1400" i="1" spc="-10" dirty="0">
                <a:latin typeface="Cambria"/>
                <a:cs typeface="Cambria"/>
              </a:rPr>
              <a:t>construyen</a:t>
            </a:r>
            <a:r>
              <a:rPr sz="1400" spc="-10" dirty="0">
                <a:latin typeface="Cambria"/>
                <a:cs typeface="Cambria"/>
              </a:rPr>
              <a:t>”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23912" y="3131169"/>
            <a:ext cx="5062731" cy="89447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5"/>
              </a:spcBef>
            </a:pPr>
            <a:r>
              <a:rPr lang="es-ES" sz="2700" dirty="0">
                <a:solidFill>
                  <a:srgbClr val="000000"/>
                </a:solidFill>
              </a:rPr>
              <a:t>Unidad de Biblioteca</a:t>
            </a:r>
            <a:endParaRPr sz="2700" dirty="0"/>
          </a:p>
          <a:p>
            <a:pPr marL="1270">
              <a:lnSpc>
                <a:spcPct val="100000"/>
              </a:lnSpc>
              <a:spcBef>
                <a:spcPts val="459"/>
              </a:spcBef>
            </a:pPr>
            <a:r>
              <a:rPr lang="es-ES" sz="2000" b="0" spc="-10" dirty="0">
                <a:solidFill>
                  <a:srgbClr val="000000"/>
                </a:solidFill>
                <a:latin typeface="Cambria"/>
                <a:cs typeface="Cambria"/>
              </a:rPr>
              <a:t>Vicerrectoría Académica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6537" y="4038599"/>
            <a:ext cx="4158463" cy="45719"/>
          </a:xfrm>
          <a:custGeom>
            <a:avLst/>
            <a:gdLst/>
            <a:ahLst/>
            <a:cxnLst/>
            <a:rect l="l" t="t" r="r" b="b"/>
            <a:pathLst>
              <a:path w="3980815">
                <a:moveTo>
                  <a:pt x="0" y="0"/>
                </a:moveTo>
                <a:lnTo>
                  <a:pt x="3980332" y="0"/>
                </a:lnTo>
              </a:path>
            </a:pathLst>
          </a:custGeom>
          <a:ln w="12192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26" name="Picture 2" descr="by-nc-sa">
            <a:extLst>
              <a:ext uri="{FF2B5EF4-FFF2-40B4-BE49-F238E27FC236}">
                <a16:creationId xmlns:a16="http://schemas.microsoft.com/office/drawing/2014/main" id="{9C3FE051-E789-33DF-777D-AF04C3B67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DD21-264C-5FBB-DB72-73DBCAD4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5A1FFF4-A5B0-B23C-030B-187FFD06F7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ECD9AFE-B503-0D37-AEBC-EDE3BA295519}"/>
              </a:ext>
            </a:extLst>
          </p:cNvPr>
          <p:cNvSpPr txBox="1"/>
          <p:nvPr/>
        </p:nvSpPr>
        <p:spPr>
          <a:xfrm>
            <a:off x="533400" y="4150554"/>
            <a:ext cx="490808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s-ES" sz="2800" b="1" spc="-10" dirty="0">
                <a:solidFill>
                  <a:srgbClr val="FF0000"/>
                </a:solidFill>
                <a:latin typeface="Cambria"/>
                <a:cs typeface="Cambria"/>
              </a:rPr>
              <a:t>Biblioteca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A226FD4-2891-988E-4273-4B563AF10FD6}"/>
              </a:ext>
            </a:extLst>
          </p:cNvPr>
          <p:cNvSpPr txBox="1"/>
          <p:nvPr/>
        </p:nvSpPr>
        <p:spPr>
          <a:xfrm>
            <a:off x="3186271" y="4827351"/>
            <a:ext cx="22536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s-ES" sz="1600" b="1" i="1" spc="-10" dirty="0">
                <a:latin typeface="Cambria"/>
                <a:cs typeface="Cambria"/>
              </a:rPr>
              <a:t>Unidad de Biblioteca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BBA4BE-2FA2-8629-4CD0-0F64F1469244}"/>
              </a:ext>
            </a:extLst>
          </p:cNvPr>
          <p:cNvSpPr txBox="1"/>
          <p:nvPr/>
        </p:nvSpPr>
        <p:spPr>
          <a:xfrm>
            <a:off x="4330251" y="2968123"/>
            <a:ext cx="122936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1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lang="es-ES" sz="8000" b="1" spc="-2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endParaRPr sz="800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A973418-090A-989C-EF2C-1ADCF369FDE6}"/>
              </a:ext>
            </a:extLst>
          </p:cNvPr>
          <p:cNvSpPr/>
          <p:nvPr/>
        </p:nvSpPr>
        <p:spPr>
          <a:xfrm>
            <a:off x="2914650" y="4725161"/>
            <a:ext cx="2537460" cy="0"/>
          </a:xfrm>
          <a:custGeom>
            <a:avLst/>
            <a:gdLst/>
            <a:ahLst/>
            <a:cxnLst/>
            <a:rect l="l" t="t" r="r" b="b"/>
            <a:pathLst>
              <a:path w="2537460">
                <a:moveTo>
                  <a:pt x="0" y="0"/>
                </a:moveTo>
                <a:lnTo>
                  <a:pt x="2537015" y="0"/>
                </a:lnTo>
              </a:path>
            </a:pathLst>
          </a:custGeom>
          <a:ln w="3175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by-nc-sa">
            <a:extLst>
              <a:ext uri="{FF2B5EF4-FFF2-40B4-BE49-F238E27FC236}">
                <a16:creationId xmlns:a16="http://schemas.microsoft.com/office/drawing/2014/main" id="{2524C100-F2DF-495C-9D4C-35FD0AE9A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8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 rot="16200000">
            <a:off x="-735828" y="3797771"/>
            <a:ext cx="3899365" cy="722023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/>
          <a:p>
            <a:pPr marL="1141095">
              <a:lnSpc>
                <a:spcPct val="100000"/>
              </a:lnSpc>
              <a:spcBef>
                <a:spcPts val="105"/>
              </a:spcBef>
            </a:pPr>
            <a:r>
              <a:rPr lang="es-ES" sz="3200" dirty="0"/>
              <a:t>Sedes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038599" y="6578132"/>
            <a:ext cx="41148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Fuente: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Unidad </a:t>
            </a:r>
            <a:r>
              <a:rPr sz="900" spc="-10" dirty="0">
                <a:latin typeface="Calibri"/>
                <a:cs typeface="Calibri"/>
              </a:rPr>
              <a:t>Biblioteca.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lang="es-ES" sz="900" dirty="0">
                <a:latin typeface="Calibri"/>
                <a:cs typeface="Calibri"/>
              </a:rPr>
              <a:t>30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lang="es-ES" sz="900" spc="5" dirty="0">
                <a:latin typeface="Calibri"/>
                <a:cs typeface="Calibri"/>
              </a:rPr>
              <a:t>agosto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202</a:t>
            </a:r>
            <a:r>
              <a:rPr lang="es-ES" sz="900" dirty="0">
                <a:latin typeface="Calibri"/>
                <a:cs typeface="Calibri"/>
              </a:rPr>
              <a:t>4 </a:t>
            </a:r>
            <a:r>
              <a:rPr sz="900" spc="-45" dirty="0"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</a:t>
            </a:r>
            <a:r>
              <a:rPr lang="es-ES"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://biblioteca.udistrital.edu.co/</a:t>
            </a:r>
            <a:endParaRPr sz="900" dirty="0">
              <a:latin typeface="Calibri"/>
              <a:cs typeface="Calibri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414F13FA-26E5-4B59-88DF-75DCA15D6A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4098" y="228600"/>
            <a:ext cx="8420102" cy="5757607"/>
          </a:xfrm>
          <a:prstGeom prst="rect">
            <a:avLst/>
          </a:prstGeom>
        </p:spPr>
      </p:pic>
      <p:pic>
        <p:nvPicPr>
          <p:cNvPr id="4" name="Picture 2" descr="by-nc-sa">
            <a:extLst>
              <a:ext uri="{FF2B5EF4-FFF2-40B4-BE49-F238E27FC236}">
                <a16:creationId xmlns:a16="http://schemas.microsoft.com/office/drawing/2014/main" id="{C256728C-7AA9-F485-1828-B6DD1EB5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A8454F-2C93-5BAD-D95C-30E239ECFB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293" y="5989232"/>
            <a:ext cx="431799" cy="4317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267CD8-D10B-47B3-DF41-548ABA8CB0B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877" y="6010822"/>
            <a:ext cx="431799" cy="43179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7AD9DAA-1D6D-6B9D-2562-AAD99705550B}"/>
              </a:ext>
            </a:extLst>
          </p:cNvPr>
          <p:cNvSpPr txBox="1"/>
          <p:nvPr/>
        </p:nvSpPr>
        <p:spPr>
          <a:xfrm>
            <a:off x="6181792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@</a:t>
            </a:r>
            <a:r>
              <a:rPr lang="es-CO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bibliotecaud</a:t>
            </a:r>
            <a:endParaRPr lang="es-CO" sz="1400" dirty="0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1FD56C-A57F-8FCF-DC24-44E1FA54E40A}"/>
              </a:ext>
            </a:extLst>
          </p:cNvPr>
          <p:cNvSpPr txBox="1"/>
          <p:nvPr/>
        </p:nvSpPr>
        <p:spPr>
          <a:xfrm>
            <a:off x="8074094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Bibliotecas UD</a:t>
            </a:r>
          </a:p>
        </p:txBody>
      </p:sp>
      <p:pic>
        <p:nvPicPr>
          <p:cNvPr id="15" name="Picture 2" descr="Chat para captar la atención">
            <a:extLst>
              <a:ext uri="{FF2B5EF4-FFF2-40B4-BE49-F238E27FC236}">
                <a16:creationId xmlns:a16="http://schemas.microsoft.com/office/drawing/2014/main" id="{E4AB3D98-99C7-8EB7-49C8-0C7D77EBD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716" y="6010822"/>
            <a:ext cx="431799" cy="41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877A9E1-62DB-54B0-9968-499EF1C02FAB}"/>
              </a:ext>
            </a:extLst>
          </p:cNvPr>
          <p:cNvSpPr txBox="1"/>
          <p:nvPr/>
        </p:nvSpPr>
        <p:spPr>
          <a:xfrm>
            <a:off x="4495800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ChatBUD</a:t>
            </a:r>
            <a:endParaRPr lang="es-CO" sz="1400" dirty="0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CC27-73C7-83EB-2F08-B33C56E8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B7A9F3-6630-9AE3-A392-5BF43570615C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F44CF39-CDFC-23BA-51D2-B1DD04084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3895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Espacios, colecciones y dotación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2D152C85-72F6-F1B2-98B0-33A9E695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67F07F-9373-B516-DCCA-0B07020876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216E2A8-5C2C-E6DA-D0F3-2BE9157EC7A3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12CA99C-BC61-9091-B2EF-EC4D46612A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5B0F184-1B93-9742-22E5-25C91BCF6351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2378C99-D5DB-9C42-0D2F-CA7598F6DB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54" y="3212363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EC66A5B-A41A-8D31-8667-A48A44837E4F}"/>
              </a:ext>
            </a:extLst>
          </p:cNvPr>
          <p:cNvSpPr txBox="1"/>
          <p:nvPr/>
        </p:nvSpPr>
        <p:spPr>
          <a:xfrm>
            <a:off x="5825300" y="4234072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43F15F-BEAE-8DB0-8856-28FB30EBF4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52EDB0F-B06D-644B-2969-B190EDA84EDE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FD6F06B-11BD-FB42-B4F3-71D5FBBD47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56B4F11-D3AD-3A5D-5B1F-9903D485257A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175A5E6-DE8D-C5EB-4DCF-4E2F10E9F1B8}"/>
              </a:ext>
            </a:extLst>
          </p:cNvPr>
          <p:cNvSpPr txBox="1"/>
          <p:nvPr/>
        </p:nvSpPr>
        <p:spPr>
          <a:xfrm>
            <a:off x="1393840" y="435039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5489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36E0917-0248-4304-7EB4-ECE09F50F60F}"/>
              </a:ext>
            </a:extLst>
          </p:cNvPr>
          <p:cNvSpPr txBox="1"/>
          <p:nvPr/>
        </p:nvSpPr>
        <p:spPr>
          <a:xfrm>
            <a:off x="2894221" y="4350391"/>
            <a:ext cx="1928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375.000+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210.000k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90k documentos en RIUD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45k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30k revistas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47 bases de datos suscritas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1A50C7A-C00B-C14F-7633-FA43DF137210}"/>
              </a:ext>
            </a:extLst>
          </p:cNvPr>
          <p:cNvSpPr txBox="1"/>
          <p:nvPr/>
        </p:nvSpPr>
        <p:spPr>
          <a:xfrm>
            <a:off x="5081767" y="4393942"/>
            <a:ext cx="19742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2370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62 equipos funcionarios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29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497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1675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14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84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4999E98-1336-AB0A-3BA6-16D4B504220E}"/>
              </a:ext>
            </a:extLst>
          </p:cNvPr>
          <p:cNvSpPr txBox="1"/>
          <p:nvPr/>
        </p:nvSpPr>
        <p:spPr>
          <a:xfrm>
            <a:off x="7455827" y="4350391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1426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2458A28-0349-E8F8-3257-2691BB586AD5}"/>
              </a:ext>
            </a:extLst>
          </p:cNvPr>
          <p:cNvSpPr txBox="1"/>
          <p:nvPr/>
        </p:nvSpPr>
        <p:spPr>
          <a:xfrm>
            <a:off x="9144000" y="4350391"/>
            <a:ext cx="1974216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88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16 sala de lectura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6 auditorios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teatro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9 salas grupales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5 salas expositivas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sala multifuncional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salas de informática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4 salas multimedia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maker</a:t>
            </a:r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spaces</a:t>
            </a:r>
            <a:endParaRPr lang="es-CO" sz="8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21 mediatecas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salas de capacitación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13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coworkings</a:t>
            </a:r>
            <a:endParaRPr lang="es-CO" sz="8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sala plurilingüe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FABLAB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café libro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salones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biblioteca inclusiva</a:t>
            </a:r>
            <a:endParaRPr lang="es-CO" sz="9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0D8F5C4B-24CA-40A8-7360-D7B9C9A9E7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9" t="6648" b="613"/>
          <a:stretch/>
        </p:blipFill>
        <p:spPr>
          <a:xfrm>
            <a:off x="2683287" y="843954"/>
            <a:ext cx="2655151" cy="199440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A8EFC19-24E0-0649-2007-43E7AF71B1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6" t="10370" r="212" b="5537"/>
          <a:stretch/>
        </p:blipFill>
        <p:spPr>
          <a:xfrm>
            <a:off x="5105400" y="967717"/>
            <a:ext cx="2573587" cy="177548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B27A04E-9589-3C43-404C-ECF47ABCB3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54" t="8701" r="-467" b="9449"/>
          <a:stretch/>
        </p:blipFill>
        <p:spPr>
          <a:xfrm>
            <a:off x="7716260" y="918408"/>
            <a:ext cx="2573587" cy="173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4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6400" y="6400800"/>
            <a:ext cx="240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Fuente: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Unidad </a:t>
            </a:r>
            <a:r>
              <a:rPr sz="900" spc="-10" dirty="0">
                <a:latin typeface="Calibri"/>
                <a:cs typeface="Calibri"/>
              </a:rPr>
              <a:t>Biblioteca.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lang="es-ES" sz="900" dirty="0">
                <a:latin typeface="Calibri"/>
                <a:cs typeface="Calibri"/>
              </a:rPr>
              <a:t>30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 </a:t>
            </a:r>
            <a:r>
              <a:rPr lang="es-MX" sz="900" spc="-10" dirty="0">
                <a:latin typeface="Calibri"/>
                <a:cs typeface="Calibri"/>
              </a:rPr>
              <a:t>agosto</a:t>
            </a:r>
            <a:r>
              <a:rPr sz="900" spc="-10" dirty="0">
                <a:latin typeface="Calibri"/>
                <a:cs typeface="Calibri"/>
              </a:rPr>
              <a:t>,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202</a:t>
            </a:r>
            <a:r>
              <a:rPr lang="es-MX" sz="900" spc="-10" dirty="0">
                <a:latin typeface="Calibri"/>
                <a:cs typeface="Calibri"/>
              </a:rPr>
              <a:t>4</a:t>
            </a:r>
            <a:r>
              <a:rPr sz="900" spc="-10" dirty="0">
                <a:latin typeface="Calibri"/>
                <a:cs typeface="Calibri"/>
              </a:rPr>
              <a:t>.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http://biblioteca.udistrital.edu.co/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57E7CD47-EFF5-4892-B979-3470AB083D0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765624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sz="2000" dirty="0"/>
              <a:t>CRAI+</a:t>
            </a:r>
          </a:p>
          <a:p>
            <a:pPr marL="1141095">
              <a:spcBef>
                <a:spcPts val="105"/>
              </a:spcBef>
            </a:pPr>
            <a:r>
              <a:rPr lang="es-ES" sz="1400" dirty="0"/>
              <a:t>Centro de Recursos para el Aprendizaje y la Investigación + (Innovación, Creación, Cultura y Proyección Social)</a:t>
            </a:r>
            <a:endParaRPr lang="es-ES" sz="1600" dirty="0"/>
          </a:p>
        </p:txBody>
      </p:sp>
      <p:pic>
        <p:nvPicPr>
          <p:cNvPr id="1026" name="Picture 2" descr="banner">
            <a:extLst>
              <a:ext uri="{FF2B5EF4-FFF2-40B4-BE49-F238E27FC236}">
                <a16:creationId xmlns:a16="http://schemas.microsoft.com/office/drawing/2014/main" id="{6668F188-ED9A-CEC6-EF43-71729D3B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2" y="2802128"/>
            <a:ext cx="11448288" cy="238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F5A7925-C596-4C63-7D04-EFAB69B36F96}"/>
              </a:ext>
            </a:extLst>
          </p:cNvPr>
          <p:cNvCxnSpPr>
            <a:cxnSpLocks/>
          </p:cNvCxnSpPr>
          <p:nvPr/>
        </p:nvCxnSpPr>
        <p:spPr>
          <a:xfrm flipV="1">
            <a:off x="3804412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F7AD4B7-0144-E417-612F-8392D6BA5B9E}"/>
              </a:ext>
            </a:extLst>
          </p:cNvPr>
          <p:cNvCxnSpPr>
            <a:cxnSpLocks/>
          </p:cNvCxnSpPr>
          <p:nvPr/>
        </p:nvCxnSpPr>
        <p:spPr>
          <a:xfrm>
            <a:off x="2157984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D9A5E01-59A4-F551-4118-BD09D9BBFC51}"/>
              </a:ext>
            </a:extLst>
          </p:cNvPr>
          <p:cNvSpPr txBox="1"/>
          <p:nvPr/>
        </p:nvSpPr>
        <p:spPr>
          <a:xfrm>
            <a:off x="3207004" y="1847845"/>
            <a:ext cx="119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Visitas guiadas, Museos, Centros de Documentación</a:t>
            </a:r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35F0F2C2-F369-E0FF-3E79-8135AA9CC2F6}"/>
              </a:ext>
            </a:extLst>
          </p:cNvPr>
          <p:cNvSpPr/>
          <p:nvPr/>
        </p:nvSpPr>
        <p:spPr>
          <a:xfrm rot="16200000">
            <a:off x="3739515" y="1929510"/>
            <a:ext cx="129794" cy="804164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00F766D2-1D7E-6768-D888-9A7F7868627F}"/>
              </a:ext>
            </a:extLst>
          </p:cNvPr>
          <p:cNvSpPr/>
          <p:nvPr/>
        </p:nvSpPr>
        <p:spPr>
          <a:xfrm rot="5400000">
            <a:off x="2093087" y="5262573"/>
            <a:ext cx="129794" cy="804164"/>
          </a:xfrm>
          <a:prstGeom prst="leftBrac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84F6AC2-AEEB-7F34-373D-404044D0A995}"/>
              </a:ext>
            </a:extLst>
          </p:cNvPr>
          <p:cNvSpPr txBox="1"/>
          <p:nvPr/>
        </p:nvSpPr>
        <p:spPr>
          <a:xfrm>
            <a:off x="1560576" y="5680457"/>
            <a:ext cx="119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Préstamos de colecciones, portátiles, tecnologías.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E34FC08-BB70-F746-C205-51A689352C0D}"/>
              </a:ext>
            </a:extLst>
          </p:cNvPr>
          <p:cNvCxnSpPr>
            <a:cxnSpLocks/>
          </p:cNvCxnSpPr>
          <p:nvPr/>
        </p:nvCxnSpPr>
        <p:spPr>
          <a:xfrm>
            <a:off x="3738254" y="516643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6C2DBBC-B01A-71BD-71CB-97A1073C7DD2}"/>
              </a:ext>
            </a:extLst>
          </p:cNvPr>
          <p:cNvSpPr txBox="1"/>
          <p:nvPr/>
        </p:nvSpPr>
        <p:spPr>
          <a:xfrm>
            <a:off x="4749995" y="1983754"/>
            <a:ext cx="1030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Tablets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audífonos, </a:t>
            </a:r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TVs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pantallas.</a:t>
            </a: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94C370C5-E78C-EE16-7A9B-6D9C1D3CFC64}"/>
              </a:ext>
            </a:extLst>
          </p:cNvPr>
          <p:cNvSpPr/>
          <p:nvPr/>
        </p:nvSpPr>
        <p:spPr>
          <a:xfrm rot="5400000">
            <a:off x="3673357" y="5255225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45347AC-8C91-ED21-B2DC-0DC7E3C17B03}"/>
              </a:ext>
            </a:extLst>
          </p:cNvPr>
          <p:cNvCxnSpPr>
            <a:cxnSpLocks/>
          </p:cNvCxnSpPr>
          <p:nvPr/>
        </p:nvCxnSpPr>
        <p:spPr>
          <a:xfrm flipV="1">
            <a:off x="5265107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Abrir llave 7">
            <a:extLst>
              <a:ext uri="{FF2B5EF4-FFF2-40B4-BE49-F238E27FC236}">
                <a16:creationId xmlns:a16="http://schemas.microsoft.com/office/drawing/2014/main" id="{D76A86EE-A6CF-E000-878D-FC0EE13D6CE7}"/>
              </a:ext>
            </a:extLst>
          </p:cNvPr>
          <p:cNvSpPr/>
          <p:nvPr/>
        </p:nvSpPr>
        <p:spPr>
          <a:xfrm rot="16200000">
            <a:off x="5200210" y="1943910"/>
            <a:ext cx="129794" cy="804164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9D5676-5249-FE8F-47D7-9B848EEBA95B}"/>
              </a:ext>
            </a:extLst>
          </p:cNvPr>
          <p:cNvSpPr txBox="1"/>
          <p:nvPr/>
        </p:nvSpPr>
        <p:spPr>
          <a:xfrm>
            <a:off x="3140846" y="5681036"/>
            <a:ext cx="119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Sala de </a:t>
            </a:r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Plurilingüísmo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Cine foros, promoción de lectura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59D7E29-FE9C-D0B9-010B-0F170BB10BF4}"/>
              </a:ext>
            </a:extLst>
          </p:cNvPr>
          <p:cNvCxnSpPr>
            <a:cxnSpLocks/>
          </p:cNvCxnSpPr>
          <p:nvPr/>
        </p:nvCxnSpPr>
        <p:spPr>
          <a:xfrm flipV="1">
            <a:off x="6718769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2430D57-4045-2C27-C5FD-FFF13EB94AB1}"/>
              </a:ext>
            </a:extLst>
          </p:cNvPr>
          <p:cNvSpPr txBox="1"/>
          <p:nvPr/>
        </p:nvSpPr>
        <p:spPr>
          <a:xfrm>
            <a:off x="6203657" y="1548639"/>
            <a:ext cx="1030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Agencia Pública de Empleo, técnicas de estudio, habilidades blandas.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F6BD4231-4F38-8046-4B43-47D239D977E8}"/>
              </a:ext>
            </a:extLst>
          </p:cNvPr>
          <p:cNvSpPr/>
          <p:nvPr/>
        </p:nvSpPr>
        <p:spPr>
          <a:xfrm rot="16200000">
            <a:off x="6653872" y="1904527"/>
            <a:ext cx="129794" cy="804164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F55EC15-D2AF-8564-FAA9-620941C38919}"/>
              </a:ext>
            </a:extLst>
          </p:cNvPr>
          <p:cNvCxnSpPr>
            <a:cxnSpLocks/>
          </p:cNvCxnSpPr>
          <p:nvPr/>
        </p:nvCxnSpPr>
        <p:spPr>
          <a:xfrm>
            <a:off x="5265107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991202-1D55-01EE-DB69-EC2B9E9EC1EC}"/>
              </a:ext>
            </a:extLst>
          </p:cNvPr>
          <p:cNvSpPr txBox="1"/>
          <p:nvPr/>
        </p:nvSpPr>
        <p:spPr>
          <a:xfrm>
            <a:off x="4682609" y="5664655"/>
            <a:ext cx="116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BDigital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RIUD, Repositorio de Datos, paz y salvos.</a:t>
            </a:r>
          </a:p>
        </p:txBody>
      </p:sp>
      <p:sp>
        <p:nvSpPr>
          <p:cNvPr id="22" name="Abrir llave 21">
            <a:extLst>
              <a:ext uri="{FF2B5EF4-FFF2-40B4-BE49-F238E27FC236}">
                <a16:creationId xmlns:a16="http://schemas.microsoft.com/office/drawing/2014/main" id="{5E2FF7CA-6F43-A81E-7DB3-131DB38EF99A}"/>
              </a:ext>
            </a:extLst>
          </p:cNvPr>
          <p:cNvSpPr/>
          <p:nvPr/>
        </p:nvSpPr>
        <p:spPr>
          <a:xfrm rot="5400000">
            <a:off x="5200210" y="5277724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A20CB1E-D493-5404-BD5A-8515EB6FC6E3}"/>
              </a:ext>
            </a:extLst>
          </p:cNvPr>
          <p:cNvCxnSpPr>
            <a:cxnSpLocks/>
          </p:cNvCxnSpPr>
          <p:nvPr/>
        </p:nvCxnSpPr>
        <p:spPr>
          <a:xfrm flipV="1">
            <a:off x="8079767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Abrir llave 23">
            <a:extLst>
              <a:ext uri="{FF2B5EF4-FFF2-40B4-BE49-F238E27FC236}">
                <a16:creationId xmlns:a16="http://schemas.microsoft.com/office/drawing/2014/main" id="{ADF2343F-F823-C7CB-8A65-1EF3B9835383}"/>
              </a:ext>
            </a:extLst>
          </p:cNvPr>
          <p:cNvSpPr/>
          <p:nvPr/>
        </p:nvSpPr>
        <p:spPr>
          <a:xfrm rot="16200000">
            <a:off x="8014870" y="1905081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8145572-875B-AD1C-A549-47ECCEED9404}"/>
              </a:ext>
            </a:extLst>
          </p:cNvPr>
          <p:cNvSpPr txBox="1"/>
          <p:nvPr/>
        </p:nvSpPr>
        <p:spPr>
          <a:xfrm>
            <a:off x="7582056" y="1844943"/>
            <a:ext cx="1030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Mediateca, </a:t>
            </a:r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MediaLab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FABLAB, talleres.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7473CA9-AFBD-E995-EB0A-F0E699F3E1CA}"/>
              </a:ext>
            </a:extLst>
          </p:cNvPr>
          <p:cNvCxnSpPr>
            <a:cxnSpLocks/>
          </p:cNvCxnSpPr>
          <p:nvPr/>
        </p:nvCxnSpPr>
        <p:spPr>
          <a:xfrm>
            <a:off x="6586349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brir llave 27">
            <a:extLst>
              <a:ext uri="{FF2B5EF4-FFF2-40B4-BE49-F238E27FC236}">
                <a16:creationId xmlns:a16="http://schemas.microsoft.com/office/drawing/2014/main" id="{683DE683-1138-5C09-1876-CB6D636F8472}"/>
              </a:ext>
            </a:extLst>
          </p:cNvPr>
          <p:cNvSpPr/>
          <p:nvPr/>
        </p:nvSpPr>
        <p:spPr>
          <a:xfrm rot="5400000">
            <a:off x="6521452" y="5238115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8C4F53-5777-E1CA-2609-FA74A18E9A56}"/>
              </a:ext>
            </a:extLst>
          </p:cNvPr>
          <p:cNvSpPr txBox="1"/>
          <p:nvPr/>
        </p:nvSpPr>
        <p:spPr>
          <a:xfrm>
            <a:off x="6028021" y="5664655"/>
            <a:ext cx="116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Podcast, mapas mentales, póster.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D559F64-3C09-D5FA-4204-CA3374C50763}"/>
              </a:ext>
            </a:extLst>
          </p:cNvPr>
          <p:cNvCxnSpPr>
            <a:cxnSpLocks/>
          </p:cNvCxnSpPr>
          <p:nvPr/>
        </p:nvCxnSpPr>
        <p:spPr>
          <a:xfrm flipV="1">
            <a:off x="9432814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Abrir llave 30">
            <a:extLst>
              <a:ext uri="{FF2B5EF4-FFF2-40B4-BE49-F238E27FC236}">
                <a16:creationId xmlns:a16="http://schemas.microsoft.com/office/drawing/2014/main" id="{F535B961-1152-55D6-8AA5-A0E801E1A2FD}"/>
              </a:ext>
            </a:extLst>
          </p:cNvPr>
          <p:cNvSpPr/>
          <p:nvPr/>
        </p:nvSpPr>
        <p:spPr>
          <a:xfrm rot="16200000">
            <a:off x="9367917" y="1904527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A018C69-EA9D-B448-6566-7A05A98BE100}"/>
              </a:ext>
            </a:extLst>
          </p:cNvPr>
          <p:cNvSpPr txBox="1"/>
          <p:nvPr/>
        </p:nvSpPr>
        <p:spPr>
          <a:xfrm>
            <a:off x="8917702" y="1475611"/>
            <a:ext cx="1030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Música, artes pláticas, desfiles de moda, promoción de lectura, biblioteca ciudad-región.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BA885D8-24E7-EABF-2593-E1F7D5154199}"/>
              </a:ext>
            </a:extLst>
          </p:cNvPr>
          <p:cNvCxnSpPr>
            <a:cxnSpLocks/>
          </p:cNvCxnSpPr>
          <p:nvPr/>
        </p:nvCxnSpPr>
        <p:spPr>
          <a:xfrm>
            <a:off x="7987104" y="5189828"/>
            <a:ext cx="0" cy="38811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brir llave 34">
            <a:extLst>
              <a:ext uri="{FF2B5EF4-FFF2-40B4-BE49-F238E27FC236}">
                <a16:creationId xmlns:a16="http://schemas.microsoft.com/office/drawing/2014/main" id="{300CA9DF-0D4E-1A7B-CFDF-D084323A7CD4}"/>
              </a:ext>
            </a:extLst>
          </p:cNvPr>
          <p:cNvSpPr/>
          <p:nvPr/>
        </p:nvSpPr>
        <p:spPr>
          <a:xfrm rot="5400000">
            <a:off x="7922207" y="5255225"/>
            <a:ext cx="129794" cy="804164"/>
          </a:xfrm>
          <a:prstGeom prst="lef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4F89F7F-B6EE-1D99-5E07-DD3513AB6164}"/>
              </a:ext>
            </a:extLst>
          </p:cNvPr>
          <p:cNvSpPr txBox="1"/>
          <p:nvPr/>
        </p:nvSpPr>
        <p:spPr>
          <a:xfrm>
            <a:off x="7373433" y="5664655"/>
            <a:ext cx="1164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Colecciones, especiales, museos, centros de documentación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90DB119-8C65-4EE8-ADF8-AE3AE977D429}"/>
              </a:ext>
            </a:extLst>
          </p:cNvPr>
          <p:cNvCxnSpPr>
            <a:cxnSpLocks/>
          </p:cNvCxnSpPr>
          <p:nvPr/>
        </p:nvCxnSpPr>
        <p:spPr>
          <a:xfrm flipV="1">
            <a:off x="10778820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Abrir llave 37">
            <a:extLst>
              <a:ext uri="{FF2B5EF4-FFF2-40B4-BE49-F238E27FC236}">
                <a16:creationId xmlns:a16="http://schemas.microsoft.com/office/drawing/2014/main" id="{CC38F051-A4DE-96F6-2617-AF8447795C80}"/>
              </a:ext>
            </a:extLst>
          </p:cNvPr>
          <p:cNvSpPr/>
          <p:nvPr/>
        </p:nvSpPr>
        <p:spPr>
          <a:xfrm rot="16200000">
            <a:off x="10703563" y="1912796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EE7D2D2-DEC3-DFD7-8D17-4B57CCE6EF13}"/>
              </a:ext>
            </a:extLst>
          </p:cNvPr>
          <p:cNvSpPr txBox="1"/>
          <p:nvPr/>
        </p:nvSpPr>
        <p:spPr>
          <a:xfrm>
            <a:off x="10253348" y="1518621"/>
            <a:ext cx="1030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Recursos de información, estrategias y búsqueda de información, </a:t>
            </a:r>
            <a:r>
              <a:rPr lang="es-CO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Turnitin</a:t>
            </a:r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.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411B267-4FF8-6ACD-C63B-54FE632924D5}"/>
              </a:ext>
            </a:extLst>
          </p:cNvPr>
          <p:cNvCxnSpPr>
            <a:cxnSpLocks/>
          </p:cNvCxnSpPr>
          <p:nvPr/>
        </p:nvCxnSpPr>
        <p:spPr>
          <a:xfrm>
            <a:off x="9333110" y="5187188"/>
            <a:ext cx="0" cy="38811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brir llave 40">
            <a:extLst>
              <a:ext uri="{FF2B5EF4-FFF2-40B4-BE49-F238E27FC236}">
                <a16:creationId xmlns:a16="http://schemas.microsoft.com/office/drawing/2014/main" id="{99D5E42D-D8C9-AA96-B6E1-F30245A7E5D7}"/>
              </a:ext>
            </a:extLst>
          </p:cNvPr>
          <p:cNvSpPr/>
          <p:nvPr/>
        </p:nvSpPr>
        <p:spPr>
          <a:xfrm rot="5400000">
            <a:off x="9268213" y="5262118"/>
            <a:ext cx="129794" cy="804164"/>
          </a:xfrm>
          <a:prstGeom prst="lef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39F1ED1-C498-88ED-8095-FEDAD878D8FC}"/>
              </a:ext>
            </a:extLst>
          </p:cNvPr>
          <p:cNvSpPr txBox="1"/>
          <p:nvPr/>
        </p:nvSpPr>
        <p:spPr>
          <a:xfrm>
            <a:off x="8704960" y="5664655"/>
            <a:ext cx="116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Perfil de investigadores, publicación de alto impacto, RIUD, Repositorio de Datos.</a:t>
            </a:r>
          </a:p>
        </p:txBody>
      </p:sp>
    </p:spTree>
    <p:extLst>
      <p:ext uri="{BB962C8B-B14F-4D97-AF65-F5344CB8AC3E}">
        <p14:creationId xmlns:p14="http://schemas.microsoft.com/office/powerpoint/2010/main" val="181017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94EA8E70-8302-4FCB-BA26-63BA9C5B7F18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Más de 40 alianzas Interbibliotecarias*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F0CE67-561D-4324-A4CF-B0BDCCA50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6" t="28380" r="20132" b="8334"/>
          <a:stretch/>
        </p:blipFill>
        <p:spPr>
          <a:xfrm>
            <a:off x="1142999" y="1810449"/>
            <a:ext cx="4953000" cy="328568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D7F95F-9AE1-4B77-9D15-613C4EBD8B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56" t="20176" r="19765" b="15868"/>
          <a:stretch/>
        </p:blipFill>
        <p:spPr>
          <a:xfrm>
            <a:off x="6207370" y="1845980"/>
            <a:ext cx="5593478" cy="38490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6F4529-753A-466D-A81C-0841331A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56" t="88159" r="19765" b="6250"/>
          <a:stretch/>
        </p:blipFill>
        <p:spPr>
          <a:xfrm>
            <a:off x="1078522" y="5316079"/>
            <a:ext cx="4953000" cy="29876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96FE6-2112-44EE-960A-BED11243841E}"/>
              </a:ext>
            </a:extLst>
          </p:cNvPr>
          <p:cNvSpPr txBox="1"/>
          <p:nvPr/>
        </p:nvSpPr>
        <p:spPr>
          <a:xfrm>
            <a:off x="1147481" y="6398021"/>
            <a:ext cx="990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>
                <a:solidFill>
                  <a:schemeClr val="tx1"/>
                </a:solidFill>
                <a:latin typeface="Cambria" panose="02040503050406030204" pitchFamily="18" charset="0"/>
              </a:rPr>
              <a:t>*Préstamos de recursos bibliográficos, uso de los espacios y servicios de las Bibliotecas e instituciones aliadas.</a:t>
            </a:r>
          </a:p>
        </p:txBody>
      </p:sp>
    </p:spTree>
    <p:extLst>
      <p:ext uri="{BB962C8B-B14F-4D97-AF65-F5344CB8AC3E}">
        <p14:creationId xmlns:p14="http://schemas.microsoft.com/office/powerpoint/2010/main" val="388103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4309" y="6589476"/>
            <a:ext cx="402780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Fuente:</a:t>
            </a:r>
            <a:r>
              <a:rPr sz="900" spc="5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Unidad </a:t>
            </a:r>
            <a:r>
              <a:rPr sz="900" spc="-10" dirty="0">
                <a:latin typeface="Cambria" panose="02040503050406030204" pitchFamily="18" charset="0"/>
                <a:cs typeface="Times New Roman" panose="02020603050405020304" pitchFamily="18" charset="0"/>
              </a:rPr>
              <a:t>Biblioteca.</a:t>
            </a: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spc="-40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http</a:t>
            </a:r>
            <a:r>
              <a:rPr lang="es-419"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://biblioteca</a:t>
            </a:r>
            <a:r>
              <a:rPr lang="es-419"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.udistrital.edu.co/</a:t>
            </a:r>
            <a:endParaRPr sz="900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4" descr="Acta farmacológica sínica"/>
          <p:cNvSpPr>
            <a:spLocks noChangeAspect="1" noChangeArrowheads="1"/>
          </p:cNvSpPr>
          <p:nvPr/>
        </p:nvSpPr>
        <p:spPr bwMode="auto">
          <a:xfrm>
            <a:off x="7404566" y="3176262"/>
            <a:ext cx="609600" cy="60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8" descr="data:image/jpeg;base64,/9j/4AAQSkZJRgABAQAAAQABAAD/2wCEAAkGBxITEBUSEBIVFhUWGBUVFxUVFxcVFxcVFRUYGhUXFhYYHSggGBolHRcVITIhJikrLi4uGB8zODMuNygtLi0BCgoKDg0OGRAQGi8lICUtLTc3Ky0yLy0tKy8rKy0tLS0tLS8tLS0tLS0rKy0tKysrLS0tLS0rLSstLS0tLS0tLf/AABEIAHIBuwMBIgACEQEDEQH/xAAcAAEAAgIDAQAAAAAAAAAAAAAABgcBBQMECAL/xABNEAACAQMBBAcDBggMBAcAAAABAgMABBESBQYhMQcTIkFRYXEygZEUI0JyobEzRVJzdYKSshc0Q0RUYmOTs8HR0iRToqMVFiU1g+Lx/8QAGQEBAQADAQAAAAAAAAAAAAAAAAECAwQF/8QAKhEBAAICAQMDBAAHAAAAAAAAAAECAxEEEhMxIUFRIjJhgRQjM1JxkfD/2gAMAwEAAhEDEQA/ALxpSlApSlApSlApSlApSlApSlApSlApSlApSlApSlApSlApWDTNBmlYzWM0H1SsA1mgUrBNZoFKUoFKUoFKUoFKUoFKUoFKUoFKUoFKUoFKUoFKUoFKUoFKUoFKUoFKUoFKUoFRbpD3ieyszJEVErOiR6hqGSctkfVVvsqUGqW6Zdq9ZeJbqciFcsP7STB+IXT+0aNHIydFJmHzs/pUvTNGJup6vWgk0xkHQWAbBLHHDNXUpryqa9DdHW1/lOzoXJy6Dqn8dUfDJ9V0t76rn4ea1pmtpSalKVHeVoN82vhAP/DQDLrGc6PYw2ca+Gc6a39KJaNxpTO0t7du2wzcR6V/KaFSvvdDitf/AApbS/Kh/uv/ALVd95bLIjRuAVYFWB5EEYNeW2TSdJ7jj4cKrzuTOTFrVpT2y6QdrztpgVZG7xHAWwPE8eHvruzbx7wqMmBwPK3B+7JrY9ByfNXJ/tIx8EP+tWfijbhx3vSLTeVFnpM2ojaXMeRzSSHSR6jINbzZXS+2QLq3GO94Tx/Yf/dVj7a2Fb3UfV3ESuO4kdpT4qw4qfSqH323XewuNGS0T5MTnmQOat/WGR6gg+IBry97D9UW3C+tjbZhuohLbyB1PDhwIPgynip8jXfBrzdupvDJZXCzRklTgSxg8HTPHh+UMkg+PkTXoyzuFkjWRDlXUMpHerDIPwqOnj5+7H5c1da/vY4Y2llcIijLMeQFdg1SfS5vC0t18kRvmocawOTSkZ4+IUEAeZbyozzZYx127m8PSlPK3V7PTQpOkOy65XJOBoTiFz3DifTlS13H2vdDXdXbR6uOl5ZHYf8AxoQi+gNdjoY2CjdZeSAEq3VRZ+icAyMPPtKM93Hxq2AKrnxY7ZY67z59lPXXRftBBmG7Rz4FpYifTGRn1qLXV/tOyl6uSe5iccdLSsykeK5JVh5jNei6hvSlsZZ9nyPjtwDrUPeAvtj0K54eIHhQy8aIiZpMwj3RfvVfXV20VxKHjWJnJKIG1akC9pQPE/CrTqpeg2Dt3UngIkHvLk/5VbQpLbxZmccTMorv5tGWH5F1LlOsvYInxjtRtr1KcjkcDlxqUioZ0l/i/wDSFt9z1MxRsrP12/Qahe9u+D2t7bxKoMJaMXDkewJmKxYOeB7DsefAeYqZSuApJOABknwA51VW0Ouu7G6/9PuXN05nSYNBoCIFFvgNKHC6EXI083bxqJltMR6eVrg0zUd3E2yLnZ8MrHLBdEn14+DE+ow3vrW7FL7Tt2uGnmhjd3WFIH6ooiMVDOw4s5IJxnSOAxzJL17iNe6S7a2xFaxGWdsLkKMDJZm4Kqgcya7wNVp0h7Llj2bAst1LKyzRqWIQa9bnSzcM6lGADn1zUvOy7iOJkhupHd3TMk+hjHHkB+rCoF1adRGQRk8eHChF56pjTe5rNV/bXbW+2IYI7yS4iuFl6yOSQS9VJGuQQR7Gcez6+WJ+KLW3UzSlKMylKUClKUClKUClKUClKUClKUClKUClKUClKUClKUHBfXKxRtI5wqKzsfAKMmqV6PbZr7a7XMoyEL3DA8RqfKxofTPD83U06Ydr9VYiFT2rhgvn1adpz6eyv61Y6Htk9VYmZh2p2LfqJ2U9xwzfrUcmT68sV9o9VU727K+S3s8GOyrkp9R+0mPQHHuNTHoV2tpnltWPCQCRB/XTg3vK4/Yrs9NuysNDdKOeYX+1oz++PhVe7B2kba5hnH8m6sfNeTj3qWFVxz/JzvTlK44ZQyhlOQQCD4gjIrkqPXKUpQYNeW74fOyfXf8AeNepDXlu/wDwsn13/eNWHn8/xVbHQd+Aufzq/uCrNqs+g7+L3P51f8MVZlJdPG/pVKhfSxs4S7NkfGWhZZV8sHS//QzfCppUf3+YDZl3n/kv9owKjZljdJh50q+uie6L7LiBOTG0kfuVyVHuBA91ULir26IrcrstCR7byv7tWkH/AKasvN4O+5P+E0NeYtuylrqdjzM0p/7jV6drzlvzs42+0LiMjALmVfNJSWB+JYfqmkN/OiemJWd0L3IawdB7STPkeTBWB+8e6p/mvO25G9DWFxrwWicBZUHMgZ0sv9Zcn1BI86v3ZW04riJZYHDo3Ij7QQeII7weIo2cXLFqRHvDu11tpWvWwyRH6aMnH+spH+ddnNYqOpEejrdSSwilSWRHaRw2UBAAVQB7XHxqX1jFZoxrWKxqEL6S/wAX/pC2+56mYqGdJf4v/SFt9z1MxVYV++36RjfiO8mt5La0hz1q6WkaRUARjiRVHtaiuRngBq763FjI4gGYCjKpAi1IT2RhQGB08cDGSPPFd6hqM9eu0C3P2Ve2k9wDbD5NPJ1iqJYy0Wo4JI4AjTjIB+iMZrh2Js3aezne3t7dLm1Z2eMmVYmj1dzauJ9AD49+KsMkVhGBGRxHiOVGHahD98Ni3d1s7R818oWRJgikhOweCBm5kA+0cZI7hy4t5bS/vdnsvUiCYPG/U9cG6xV4ujMuFAOeWcHHHGam+KYos49q9utn35ubG5jsYVEKyoYUmQCPrFUZJ0gY8lDcvOrBSs4oKLWnSzSlKMylKUClKUClM18NKBjJAzwGe8+A8aD7pSlApSlApWM1mgUpSgUpSgUpSgVis1qt6NrC1tJbg/QU6R4ueCD3sRRJnUbU90hXjX21uoiOQjLbJ39st843uYkfqVd1haLFEkSDCxqqL6KMD7q87bp7YS2vUup0aTTrbskAmRwRqOeB9pveQe6rH/hgtv6NP/2/91VwYM1Im1rT6ylW/OyflVhPEB2tOtPrxkMo95GPfXnOriPTBbf0af8A7f8AuqptpSo80jxKVRnZlU4JUMSQDjwzijVy70vqayvHoq2v1+zkVjl4CYW9FwYz+yVHqDUyqj+h7a3VXrQMezOuB+cjyV+I1j4VeFR28a/XjiSlKUdDBry3f/hZPrv+8a9SGvLd/wDhZPrv+8asPP5/iq2eg7+L3P51f8MVZlVp0ID/AIa4P9sP8Na2snSfs9WZGMoZWZSOqPAqSDy8xSW/BetcVdym1V90w7YWOyFuD252Xh3iNGDMT5EhV95rq7X6XIFUi1hd27jJhEHmQCWPpw9aryO2vtqXLSBWldjgvjESAcl1ckUeHPnzPNprz8iJjpp6zLWbL2fJcTJDCMvI2keXix8gMk+leldkWCwQRwJ7Maqg89Ixk+Z51HNxdy47FSzESTuMNJjAVfyIx3DxPMnw4AS4UlnxcHbjc+ZDUN6Rdz/lsQeLAnjB0E8A68zGx7vI9x9TUzrBFR0XpF41LyzPC6OySKUdThlYYZSO4g13dh7cuLSTrLaQoTjUOaMB3Oh4H15juNXrvbuZbXy5cFJQMLMgGoeAYfTXyPuIqmN59z7qyJMqao+6ZMlD4au9D5H3E1Xk5OPfFPVXwsndnpRt5sJdgQSctXOFj9bmn63DzqwEkUgFSCDxBHEEeINeV6kO6m+FzYsBG2uHPahY9nHeUP0G8xw8QaTDdh5s+L/7eis0rU7ubdhvIRNAcjkyn2kYc1cdx/8A2tsKj0YmJjcIX0l/i/8ASFt9z1MxUM6S/wAX/pC2+56mYqtdfvt+mn3riY2kzpJJG0cckitGxU6lQkZ7mGe41Gd1LCe72ZHMb25Sdw5EgcFQVkYLmMjSVwBnv58alm8/8RufzE3+G1RPcVbttkW62rQoCkg6yQO7I3XScQi4DcPFhxolvv8A019ttV77Yl412oM1sJ11js5eOLUr4GADxwRy4edTHcsquzrNcgfMRYHLPYHKtVfbBjsti3cMZLfMXDu7Y1PI0Z1McegHoBWjuN2baXYS3DITOloJUlLMWVki1AKc9leGMDh7+NGEdVZ9fOlnZr5WVTyIOOBwe+ora3KzbKtZbu46pWSBpXLaOs7OSmrII1HGccTxHfWk2TDDDtqIWUbxRTwSl0KNEjshGHVGAPvxjjw5mo2zk8flY2seNBIMZBGPHPD41XNzsWOXb0sLtJ1b2ZkdRI/a1TKGQHOUQnSdK4HZxyJB4t7934bYbMigMiqLlIvwjeySz5x7OrVk6sZox7k6mdeFliQZxkZHMZ4/CsLKpJAIyOY7x6iq23u2FDa3dlNa64nmnEErI7BnR/aLMSSW58efHPMA1y7f2NDZbQsJ7RTGZZjDIAzEOrrzfJOTz4+ODzAos5Jjfp4WKzgDJIA8TwrIYHlUY3ht7N59N4/W5jwlphpD7R1SiFMsxPZGrHZ08OZrSbgXpgs9oABjHazXHVI57SoiBxGfDj95os31bSwHlUe0wHqcV9aqhG7mxLe/sI571FnlnDO0jcShJPYiP8mq4wAuORJySTXDvAgjudnbLRmFu+rrO0dUixLlY2fmVJ9od/LlQ69Rv2TpZVOcMDjng5qC7xWaLtzZzquC4uCxyTkrHgHB4A4Y8q6vSFs2OxWLaFkohkjkRXEYCrLG30XUcG5AZ8/TGx3l/wDedl+l1+4tVhe2/SfmE1LgcScUSQEZBBHiONQeBhebYuYLgaorWOPq4W4ozyAM0jLyZhwAzy9TXVNqLDbVvHajTBeJJrhHsB4wTrVeSn2eXnUZdz39trBeVQMlgPU4r4uCxRurIDYOkniA2OBI7xnFQHYIgurjaKbRCPIkzIElxiO2A7BjDeyOZLDxBPdXBuLsCNtmyyydYxcTLE7SSA9QrZiZBnsZ0qcqBnA7qHcmfEJzsBbgW6C8dHm462jGEJ1HGB5DA9Qa75lUEAkZPIZ4n3VWWx9tPa7sJPH+Ew6qTxw0lyy6jnnjJPrUmk3JsZoU62PU+EYz6j1zNwJYyjic/DwxwoVvuPT4Sh5ABkkAeJ4VkHPKopt60snmZLtuuJRQlqA0jIozmQRplskn8IRwxz51wdFMrGykQlisVxNFHr4sI1IKqfTJoy6/q0mdKUozKUpQYNVV017Z4Q2in+2k49wysYPv1H9UVacjgAknAAJJ8AOdeeLqVtp7U4fy8oVfFYRy94jUn1zVhycu8xXpjzKZ7k9HNvPZRz3XWa5cuAr6QEJ7HLnkYb31vv4KtneE394amlvCEVUUYVQFA8ABgCuWjbXj44jWkG/gq2d4Tf3h/wBKhfSTuTFZJFNba+rZijhjqwxGVIPcDgj4VdtaXe/ZHyqymg+kykp5SL2kP7QFGGXj0msxEerznZ3TRSJKntRsrr6oQQPThXpzZt6s0Mc0Zysiq49GGa8vfZVz9DO2OstHtmPagbK/mpMlfg2sfCkuThX1aaSsSlKVHqMGvLNz7b/Wb7zXqY15YnPab6x+81Yefz/FVu9CH8VuPzw/w1qT7R3HsJ5GkltwXY5ZlZ01HxOkgE1GOg/+LXH54f4a1ZdJdGCsWxV3CM2u4WzYzkWqEj8vVJ9jkipDDCqKFRQqjkFAAHoBXLSo3RSI8QClKUZFKje/m8b2NsJkiEhLhMFioXIJ1HAOeWMcOdd7dXa4u7SK4wAXXtAcQrg4cDyBBox646un3baviSMMCCAQRgg8QR4EV90oyVdvp0YqQ02zxpbiTb/Rb80fon+ry8MVUzoQSCCCCQQRggjmCDyPlXqqqZ6ZdiLHPHcoMddqWTHLrEA0t6lSf2asPO5fHiI66tN0Z7ca2v0Un5uciJx3aj+Db1DYHoxq/hXlzZ2eui08+sjx661x9teoxSWfBtM0mPhDOkv8X/pC2+56mYqGdJf4v/SFt9z1MxR01++36areOymngeGB406xWRmdWfCspB0gMO1xPPhXR3N2JcWcK28ksUkaatBWNkftMW7WXII4nw7qkbGuA3kerTrXV+TqGr4ZzUZzWN9Tob0bOkuLWSCJ0TrVKMzqXwjAhtIDDte+tWm79yNmmx6+HPVmASdU/wCCKafY1+355x5VKc19USaRM7Qe83Mnk2dDam4QSWzxtDKsbAfNjC60LHJx3jy4d1clxu1fNdW90buHrY0aN/mCE0sRnQmvOfMtzwcY4VNKxmiduv8A34RE7u3f/iTXyzwcY+o6sxPjqtQYdoSe3kc8Y8q5d7N3ri6lgaOaKNYJFmUNGzlpF/KIdQFx5ZqU1mi9uNaRPebd65unt2WaFPk7pNgxO+qVef0xhPt86bybvXNzJbSLNCnydllAMTtqkAGcnWMJ5c+POpZSh0RO0Rv927k3y3tvcRxuYlhmV4zIpAOcoNQI4+fd38Qc7ubsz28tyJJ45IJ3kkKGMiQvIAGywbSFwCMBfhyqW0oduN7QTZO6N9aForO+RbYsWVJYeseMHmFwwBPwHfjnnZbwbo/KIYdNw63Fu2uO4YBm15y2tRgEEgcBjGB3cKlNKJGOutIvLsG4uTEL+WJkidZOrhRlEkieyXZ2OFB46QOfMkcK4tubuXU19DdxzwoLfV1aNE7ZDjD62Eg92Bw86ltKLNIlFNsbrym8W+s5lim09XIsil45U4cGAIIPAcfIe/t2Ww3N0Lu6kV5VQxxqilY4lPFyNRJZz+UccOAHfUgrDCh0QrG+2fdXO0Jrm0FncxoREpuo+zG6e2kbKMsQc5flxx3Vttl7avbh7iwniiguFjDBwGkiMbkqSFDA+na48eWK57Tda7tZJPkF3EsMjtJ1M8LS9WzHLaGWRDjyPhW+2TsgRM8ruZJpdPWSkBchfZRVHsoMnAyeZJJJzRrrSd7aPY257Js5tnXMqSREEKyIUcZcvk5ZgSGIIPlXHsbdzaMKrAdoIYF7IIh+e0DkquzELjhxIblU0pRn26+iIz7sXC7Ra8tblEEqIkyyRmUnQAAUOoccAc+RyeOcVybn7v3Fm0yvOkkLyPIqiMrJqcgku+rHIcgvMk+AqVUosY4idlKUozKVwXl0sUbSSNpRFLMfBVGSfhUI2l0q2KL80JZm7gqaF97Pjh6A0YXyVp90ubpY271FkYkPzlxmMeIjx863wwvq4qIdC+zNd3LcEcIU0r9eTvHoqkfrVD95NvS3s5mmxy0qg9lE7lHifE95+Fbzo+30FgZFliZ45CrEpjWrAY4BiAwI8xyq6ed363zxafEL6FZqL7E38srqRYYZGEj50o6MpOlSxGcY5A9/dUnBqPSraLRuJZpWDUe3g31s7N+rnkbrNIbQqMxwcgcQMdx76La0VjcqZ6Q9l/J9ozIBhXPXJ9WTif8AqDj3Vno9238kv43Y4jf5qTwCuRhj6NpPpmuXpB3njv50kijZFRCmXwHbLZ4hSQAO7j3moqRWTxL2iuXqr8vVYrNVJul0pCKFYb1JGKAKJkwxKjl1ikg5HiM58KmEXSHs5o2kE+FUqDmOQEF9RUY08c6G5eHpWL1qZ8do3tKXPCvKqtkZ8ePxq4d5OlO26l0tBI8jKVDldCLqGNR1HUcc8AcfEVTwGOHhWUOHm5K2mIrK3+g4/MXI/tVPxQf6VZtefNw97js+VyU6yKQDWoIDArnSy54HmQQcevDjZlr0pbOYdp5Iz4PG3D1Kah9tSXRxs1OiImfVN6V8RvkZHI8R76+6jsKUpQRDpWtdey5cc0McnuWRdX2E1Eehnb4VpLKQ+2TLF9bHzifABh+tVm7fsevtZof+ZFIg9WUgH415mhkZGDKSroQQQcMrqfHuII+yq4OTaceSt3qgVmqx3X6VYyojvwUccOuRSyN5so7Sn0BHpyqZW+91g4yt5B75FB94JyKjqpmpaNxLeVVvTfdL1dtD9Is8noqrp+0t9hqR7a6RbCBTplEz9yQ9rJ839lR76qab5Zte8Z0TU5wMDIjhjzwDN3AZJ8SScDuqtHJyxNeivrMuTo42QbjaMXDsRHrnPcAh7A9S+n3A+FegxUf3M3YjsIOrU6nbDSSYxqby8FHcP8yakIpLZx8XbpqfKF9Jf4v/AEhbfc9TMVDOkv8AF/6QtvuepmKM6/fb9I30j3c0WzLh7ckOAo1LzVWdQ7A9xCknPdz7q1sWwtn3+yzFbJDh4yFfQGeOYr7T/S1hjk5OTk+NSraF5GhRJf5ZuqUEZBYozYbuAIU8+fLvqu9791DYq20NmSNAUw0kQPzbLnuHIgZ9g8McsVGOTcT1eYSzeUQ4gje9NqVkjcBHCNKFOBHpzkqTW3u9rQROsckyK7kKqFgGYscABedQffqfrrPZ07KFd7i1bHeusZIB54/0rn6RLWNrzZmtFOq40NkA6lOnsnxXPdyoTfW9fhKLDeWzmlMMNzE8gzlVYE8OeO4478cq6e0GhbaFv/xxR01j5KrjEpZM5dAc8Bk8vCtJvzaol9suVFCv8o6ssoAJQ47JxzHP4nxr63nQDbmzCAASLnJ7ziM4ye/GT8TQm8+/zCY3+0YoV1zSKi8ssQMnwHifKuvsnb9rchjbzpJp9rSeK5/KB4jkfhUb2XdCTbt0k3tRQxrbg/RRgDMyeBJKZI8B4VutvW1nFBcSzqqJImJ3QYd1HZAJTtMe1j30ZxaZ9Yc1nvNZyzGCK5ieUZ7CsCeHPHcceVbYVW29NwZJdmTJbGFflMaxuxQSGNgeARM6YyozxIPIFeeLJFClt7ZpSlGwpSlApSlApSlBjFZpSgUpSgUpSgUpSg4bu2WSNo5BlHUqw8VYYI4eVR+LcDZq8rVD6l2+9qk1KMZpWfMI9/5H2d/Q4v2a+TuJs3+iR+7I/wA6kdKJ26fENBs3c2xgmWaC3VJFzhgznGoEHgWxyJHvrfYrNKMorEeCtJtbdOyuZetuIA7hQuolh2QSQMA47zW7pQmInyji7ibNH80j9+T95r6/8j7O/ocP7NSGlGPbp8QjbbibNP8ANI/dkfcawu4ezgjILZdLMrEan4lAwU51dwd/jUlpQ7dPhGU3A2aP5qnvLn72rkG4+zf6HF+zUipQ7dPiEcbcTZp/mkXuBH3GuFujzZh/mq/tSf7qlNKHbp8Q+UTAwOQ4V9UpRmUpSgVpNsbpWVySZ7dGY/TA0P8Atpgn41u6USaxPlXV50RWjHMU00fllXH2jP211B0OR994/wDdr/uq0KUaf4bF/agezuimxQgymWbHc7aV+CAffUzsLCKFBHDGkaDkqKFHwHfXZpRsrjrT7YYrNKUZtJvNsL5V8n+c0dRcRXHs6tXV57PMYznnW6xWaUSIiJ21m8GxI7uHqpGdcMrq8Z0ujocqynuINdCXdcyoI7u6mniBUmNhEivpIKiQxoC4yBwyAe8GpFSh0xvbQbw7rJdlOsmlRYyrIkZRVDrnD8VJzxxjOOA4VxbW3SFw8Ly3U+qDBjI6oYkGPnMCPBY4HPhw5c6klKJNKyj22t1VuXieS4mBhIaPR1YCyD+U9jix4cDw8q+NobpCW4juWupxJFwjK9UAmQA+F6vB1cc5zz7qklKHREo3vFubBdyJMXlhnQYE0DaHx4E48z8TX3FujB1EkMrzTdauh5JpGeQgcgpPBADxwoAzxqQ0odFfhDpOj6IwxRG7uyYWVo5DINSaeAVV06QOXHGeA444VLbeHQirlm0gDUxyxwObHvJrkpQisR4KUpRkUpSgUpSgUpSgUpSgUpSgUpSgUpSgUpSgUpSgUpSgUpSgUpSgUpSgUpSgUpSgUpSgUpSgUpSgUpSgUpSgUpSgUpSgUpSgUpSgUpSgUpSgUpSgUpSgUpSgUpSgUpSgUpSgUpSgUpSgUpS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773" y="2826194"/>
            <a:ext cx="1815634" cy="363127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5"/>
          <a:srcRect r="62093"/>
          <a:stretch/>
        </p:blipFill>
        <p:spPr>
          <a:xfrm>
            <a:off x="8706408" y="2732128"/>
            <a:ext cx="1471013" cy="451231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38" y="4566441"/>
            <a:ext cx="1085050" cy="267646"/>
          </a:xfrm>
          <a:prstGeom prst="rect">
            <a:avLst/>
          </a:prstGeom>
        </p:spPr>
      </p:pic>
      <p:pic>
        <p:nvPicPr>
          <p:cNvPr id="40" name="Imagen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238" y="3494906"/>
            <a:ext cx="1037186" cy="244516"/>
          </a:xfrm>
          <a:prstGeom prst="rect">
            <a:avLst/>
          </a:prstGeom>
        </p:spPr>
      </p:pic>
      <p:sp>
        <p:nvSpPr>
          <p:cNvPr id="38" name="object 3">
            <a:extLst>
              <a:ext uri="{FF2B5EF4-FFF2-40B4-BE49-F238E27FC236}">
                <a16:creationId xmlns:a16="http://schemas.microsoft.com/office/drawing/2014/main" id="{A3E3EF55-F0E6-4400-96AB-7820A1E2275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 anchor="t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Bases de datos bibliográficas suscritas</a:t>
            </a:r>
          </a:p>
        </p:txBody>
      </p:sp>
      <p:sp>
        <p:nvSpPr>
          <p:cNvPr id="4" name="AutoShape 4" descr="Inicio - IEEE Xplore - Biblioguías at Universidad Autónoma de Madri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773" y="2302968"/>
            <a:ext cx="1459411" cy="3497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773" y="4607180"/>
            <a:ext cx="949191" cy="41719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4096" y="3236211"/>
            <a:ext cx="996475" cy="83039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2238" y="3982960"/>
            <a:ext cx="996475" cy="339943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2255" b="24183"/>
          <a:stretch>
            <a:fillRect/>
          </a:stretch>
        </p:blipFill>
        <p:spPr>
          <a:xfrm>
            <a:off x="5410773" y="5197852"/>
            <a:ext cx="1815635" cy="5496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E60452-1362-79E9-485F-8D93929F1EFA}"/>
              </a:ext>
            </a:extLst>
          </p:cNvPr>
          <p:cNvSpPr txBox="1"/>
          <p:nvPr/>
        </p:nvSpPr>
        <p:spPr>
          <a:xfrm>
            <a:off x="1692238" y="1332557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Consorcio Colombia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08 recursos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CAF160-A1C3-3DB1-BE57-A72A23AD1AC0}"/>
              </a:ext>
            </a:extLst>
          </p:cNvPr>
          <p:cNvSpPr txBox="1"/>
          <p:nvPr/>
        </p:nvSpPr>
        <p:spPr>
          <a:xfrm>
            <a:off x="8706408" y="1355510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Multidisciplinares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15 recursos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F87ECA-D2FE-E3D9-6408-5F0264FDF695}"/>
              </a:ext>
            </a:extLst>
          </p:cNvPr>
          <p:cNvSpPr txBox="1"/>
          <p:nvPr/>
        </p:nvSpPr>
        <p:spPr>
          <a:xfrm>
            <a:off x="5410773" y="1329273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Especializadas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23 recursos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433F17-69C1-A148-082C-BF9659132B84}"/>
              </a:ext>
            </a:extLst>
          </p:cNvPr>
          <p:cNvSpPr txBox="1"/>
          <p:nvPr/>
        </p:nvSpPr>
        <p:spPr>
          <a:xfrm>
            <a:off x="8724337" y="4281521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i="1">
                <a:latin typeface="Cambria"/>
                <a:ea typeface="Cambria"/>
              </a:rPr>
              <a:t>y otras 12 bases de datos bibliográficas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4926AB0-5CE3-B69C-EEE6-157960810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38" y="2873989"/>
            <a:ext cx="2371743" cy="37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613D79-E21A-577E-4A6F-8FF4A1454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38" y="2196416"/>
            <a:ext cx="1355035" cy="43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86B52A4-B35F-A99F-F107-57933FCC6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74" y="5555212"/>
            <a:ext cx="1160824" cy="39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BSCO host - Maastricht University Library">
            <a:extLst>
              <a:ext uri="{FF2B5EF4-FFF2-40B4-BE49-F238E27FC236}">
                <a16:creationId xmlns:a16="http://schemas.microsoft.com/office/drawing/2014/main" id="{A881A6D6-F30D-4C0D-CDF3-BF162DD3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096" y="2233902"/>
            <a:ext cx="1815634" cy="28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962D65E-823F-28DE-59F5-0C47F2E15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0" t="16911" r="4118" b="32075"/>
          <a:stretch>
            <a:fillRect/>
          </a:stretch>
        </p:blipFill>
        <p:spPr bwMode="auto">
          <a:xfrm>
            <a:off x="5410773" y="4020461"/>
            <a:ext cx="1229816" cy="41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merald Insight - KMC UNIRAZAK">
            <a:extLst>
              <a:ext uri="{FF2B5EF4-FFF2-40B4-BE49-F238E27FC236}">
                <a16:creationId xmlns:a16="http://schemas.microsoft.com/office/drawing/2014/main" id="{9A55A7D5-4192-960F-B9BD-6EFD6402B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3" t="18775" r="8661" b="22070"/>
          <a:stretch>
            <a:fillRect/>
          </a:stretch>
        </p:blipFill>
        <p:spPr bwMode="auto">
          <a:xfrm>
            <a:off x="5410773" y="3362797"/>
            <a:ext cx="1197929" cy="4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F5DF85F-EFE1-C7B7-0DE9-0A73B7848429}"/>
              </a:ext>
            </a:extLst>
          </p:cNvPr>
          <p:cNvSpPr txBox="1"/>
          <p:nvPr/>
        </p:nvSpPr>
        <p:spPr>
          <a:xfrm>
            <a:off x="5410773" y="5920992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i="1" dirty="0">
                <a:latin typeface="Cambria"/>
                <a:ea typeface="Cambria"/>
              </a:rPr>
              <a:t>y otras 17  bases de datos bibliográficas.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403254-D70E-C91B-F120-E79EC25C9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668" y="5077625"/>
            <a:ext cx="2406313" cy="23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15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26E2-38B7-FE39-C368-644C7799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B9FB3E-DC7E-D85B-785E-1A72E96C70CB}"/>
              </a:ext>
            </a:extLst>
          </p:cNvPr>
          <p:cNvSpPr txBox="1"/>
          <p:nvPr/>
        </p:nvSpPr>
        <p:spPr>
          <a:xfrm>
            <a:off x="2133600" y="372578"/>
            <a:ext cx="10253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Colecciones digitales: </a:t>
            </a:r>
            <a:r>
              <a:rPr lang="es-E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Consorcio Colombia</a:t>
            </a:r>
            <a:endParaRPr lang="es-ES" sz="11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68A228-AED6-4D1A-87D9-1B553D2F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928" y="908537"/>
            <a:ext cx="2826086" cy="30655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086E2F-2F24-468D-8CE2-BE85C85E9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43" y="1674005"/>
            <a:ext cx="6799385" cy="24187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AABC45-34C9-4AD1-A28F-36D85ABC90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158" y="2150802"/>
            <a:ext cx="764557" cy="837604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5D0953C-5ACB-4367-9921-1A2F22E31FA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9403384" y="2569604"/>
            <a:ext cx="1547774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3659EDDB-6128-47D6-95B9-23B32C294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978" y="4602386"/>
            <a:ext cx="4769827" cy="1326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FEF967-B666-49F1-B343-CBC560AB7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815" y="4162275"/>
            <a:ext cx="5660752" cy="233333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E40D961-6E06-434E-9731-DBFC54AF0A29}"/>
              </a:ext>
            </a:extLst>
          </p:cNvPr>
          <p:cNvSpPr/>
          <p:nvPr/>
        </p:nvSpPr>
        <p:spPr>
          <a:xfrm>
            <a:off x="6166338" y="5070010"/>
            <a:ext cx="5549377" cy="1547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004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C54D971-D16E-C6C3-18B4-BA931C824D0A}"/>
              </a:ext>
            </a:extLst>
          </p:cNvPr>
          <p:cNvSpPr txBox="1"/>
          <p:nvPr/>
        </p:nvSpPr>
        <p:spPr>
          <a:xfrm>
            <a:off x="4529744" y="1802297"/>
            <a:ext cx="6824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el Centro de Acopio </a:t>
            </a:r>
            <a:r>
              <a:rPr lang="es-CO" sz="1600" b="1" dirty="0" err="1">
                <a:latin typeface="Cambria" panose="02040503050406030204" pitchFamily="18" charset="0"/>
              </a:rPr>
              <a:t>Latindex</a:t>
            </a:r>
            <a:r>
              <a:rPr lang="es-CO" sz="1600" b="1" dirty="0">
                <a:latin typeface="Cambria" panose="02040503050406030204" pitchFamily="18" charset="0"/>
              </a:rPr>
              <a:t> </a:t>
            </a:r>
            <a:r>
              <a:rPr lang="es-CO" sz="1600" dirty="0">
                <a:latin typeface="Cambria" panose="02040503050406030204" pitchFamily="18" charset="0"/>
              </a:rPr>
              <a:t>Colombia.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la coordinación del sistema </a:t>
            </a:r>
            <a:r>
              <a:rPr lang="es-CO" sz="1600" b="1" dirty="0">
                <a:latin typeface="Cambria" panose="02040503050406030204" pitchFamily="18" charset="0"/>
              </a:rPr>
              <a:t>AGRIS</a:t>
            </a:r>
            <a:r>
              <a:rPr lang="es-CO" sz="1600" dirty="0">
                <a:latin typeface="Cambria" panose="02040503050406030204" pitchFamily="18" charset="0"/>
              </a:rPr>
              <a:t> de la </a:t>
            </a:r>
            <a:r>
              <a:rPr lang="es-CO" sz="1600" dirty="0" err="1">
                <a:latin typeface="Cambria" panose="02040503050406030204" pitchFamily="18" charset="0"/>
              </a:rPr>
              <a:t>Food</a:t>
            </a:r>
            <a:r>
              <a:rPr lang="es-CO" sz="1600" dirty="0">
                <a:latin typeface="Cambria" panose="02040503050406030204" pitchFamily="18" charset="0"/>
              </a:rPr>
              <a:t> and </a:t>
            </a:r>
            <a:r>
              <a:rPr lang="es-CO" sz="1600" dirty="0" err="1">
                <a:latin typeface="Cambria" panose="02040503050406030204" pitchFamily="18" charset="0"/>
              </a:rPr>
              <a:t>Agriculture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Organization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of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the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United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Nations</a:t>
            </a:r>
            <a:r>
              <a:rPr lang="es-CO" sz="1600" dirty="0">
                <a:latin typeface="Cambria" panose="02040503050406030204" pitchFamily="18" charset="0"/>
              </a:rPr>
              <a:t> (FAO).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Lideramos las comisiones de </a:t>
            </a:r>
            <a:r>
              <a:rPr lang="es-CO" sz="1600" b="1" dirty="0">
                <a:latin typeface="Cambria" panose="02040503050406030204" pitchFamily="18" charset="0"/>
              </a:rPr>
              <a:t>Negociación</a:t>
            </a:r>
            <a:r>
              <a:rPr lang="es-CO" sz="1600" dirty="0">
                <a:latin typeface="Cambria" panose="02040503050406030204" pitchFamily="18" charset="0"/>
              </a:rPr>
              <a:t> y </a:t>
            </a:r>
            <a:r>
              <a:rPr lang="es-CO" sz="1600" b="1" dirty="0">
                <a:latin typeface="Cambria" panose="02040503050406030204" pitchFamily="18" charset="0"/>
              </a:rPr>
              <a:t>Portal de Visibilidad </a:t>
            </a:r>
            <a:r>
              <a:rPr lang="es-CO" sz="1600" b="1" dirty="0" err="1">
                <a:latin typeface="Cambria" panose="02040503050406030204" pitchFamily="18" charset="0"/>
              </a:rPr>
              <a:t>WidoCol</a:t>
            </a:r>
            <a:r>
              <a:rPr lang="es-CO" sz="1600" b="1" dirty="0">
                <a:latin typeface="Cambria" panose="02040503050406030204" pitchFamily="18" charset="0"/>
              </a:rPr>
              <a:t> </a:t>
            </a:r>
            <a:r>
              <a:rPr lang="es-CO" sz="1600" dirty="0">
                <a:latin typeface="Cambria" panose="02040503050406030204" pitchFamily="18" charset="0"/>
              </a:rPr>
              <a:t>– </a:t>
            </a:r>
            <a:r>
              <a:rPr lang="es-CO" sz="1600" b="1" dirty="0">
                <a:latin typeface="Cambria" panose="02040503050406030204" pitchFamily="18" charset="0"/>
              </a:rPr>
              <a:t>Observatorio de Syllabus</a:t>
            </a:r>
            <a:r>
              <a:rPr lang="es-CO" sz="1600" dirty="0">
                <a:latin typeface="Cambria" panose="02040503050406030204" pitchFamily="18" charset="0"/>
              </a:rPr>
              <a:t>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Nuestro </a:t>
            </a:r>
            <a:r>
              <a:rPr lang="es-CO" sz="1600" b="1" dirty="0">
                <a:latin typeface="Cambria" panose="02040503050406030204" pitchFamily="18" charset="0"/>
              </a:rPr>
              <a:t>Repositorio Institucional UD es el más grande Colombia </a:t>
            </a:r>
            <a:r>
              <a:rPr lang="es-CO" sz="1600" dirty="0">
                <a:latin typeface="Cambria" panose="02040503050406030204" pitchFamily="18" charset="0"/>
              </a:rPr>
              <a:t>con más de 89.000 documentos.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Bibliotecas </a:t>
            </a:r>
            <a:r>
              <a:rPr lang="es-CO" sz="1600" b="1" dirty="0">
                <a:latin typeface="Cambria" panose="02040503050406030204" pitchFamily="18" charset="0"/>
              </a:rPr>
              <a:t>inclusivas y accesibles</a:t>
            </a:r>
            <a:r>
              <a:rPr lang="es-CO" sz="1600" dirty="0">
                <a:latin typeface="Cambria" panose="020405030504060302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parte del Sistema de Bibliotecas de Bogotá (</a:t>
            </a:r>
            <a:r>
              <a:rPr lang="es-CO" sz="1600" b="1" dirty="0">
                <a:latin typeface="Cambria" panose="02040503050406030204" pitchFamily="18" charset="0"/>
              </a:rPr>
              <a:t>SIBIBO</a:t>
            </a:r>
            <a:r>
              <a:rPr lang="es-CO" sz="1600" dirty="0">
                <a:latin typeface="Cambria" panose="02040503050406030204" pitchFamily="18" charset="0"/>
              </a:rPr>
              <a:t>): formación en cárcel, colegios distritales.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Gestión Cultural: más de 61.000 personas asistieron a nuestras actividades culturales.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6400" y="6400800"/>
            <a:ext cx="240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Fuente: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Unidad </a:t>
            </a:r>
            <a:r>
              <a:rPr sz="900" spc="-10" dirty="0">
                <a:latin typeface="Calibri"/>
                <a:cs typeface="Calibri"/>
              </a:rPr>
              <a:t>Biblioteca.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lang="es-ES" sz="900" dirty="0">
                <a:latin typeface="Calibri"/>
                <a:cs typeface="Calibri"/>
              </a:rPr>
              <a:t>30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 </a:t>
            </a:r>
            <a:r>
              <a:rPr lang="es-MX" sz="900" spc="-10" dirty="0">
                <a:latin typeface="Calibri"/>
                <a:cs typeface="Calibri"/>
              </a:rPr>
              <a:t>agosto</a:t>
            </a:r>
            <a:r>
              <a:rPr sz="900" spc="-10" dirty="0">
                <a:latin typeface="Calibri"/>
                <a:cs typeface="Calibri"/>
              </a:rPr>
              <a:t>,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202</a:t>
            </a:r>
            <a:r>
              <a:rPr lang="es-MX" sz="900" spc="-10" dirty="0">
                <a:latin typeface="Calibri"/>
                <a:cs typeface="Calibri"/>
              </a:rPr>
              <a:t>4</a:t>
            </a:r>
            <a:r>
              <a:rPr sz="900" spc="-10" dirty="0">
                <a:latin typeface="Calibri"/>
                <a:cs typeface="Calibri"/>
              </a:rPr>
              <a:t>.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http://biblioteca.udistrital.edu.co/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57E7CD47-EFF5-4892-B979-3470AB083D0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Liderazgos y datos destacados</a:t>
            </a:r>
          </a:p>
        </p:txBody>
      </p:sp>
      <p:pic>
        <p:nvPicPr>
          <p:cNvPr id="1028" name="Picture 4" descr="Fao Design system">
            <a:extLst>
              <a:ext uri="{FF2B5EF4-FFF2-40B4-BE49-F238E27FC236}">
                <a16:creationId xmlns:a16="http://schemas.microsoft.com/office/drawing/2014/main" id="{669598FB-998C-56C0-4883-5E9072706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364" y="2816269"/>
            <a:ext cx="1212323" cy="33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tindex - Sistema regional de información en línea para Revistas  científicas de América Latina, el Caribe, España y Portugal">
            <a:extLst>
              <a:ext uri="{FF2B5EF4-FFF2-40B4-BE49-F238E27FC236}">
                <a16:creationId xmlns:a16="http://schemas.microsoft.com/office/drawing/2014/main" id="{CE4CAD0B-3519-67E1-9DF0-D7BEE6CEA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150" y="1850740"/>
            <a:ext cx="1499803" cy="54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3405698-0AAC-9AE4-ACF9-E0DC9367D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52" y="3566013"/>
            <a:ext cx="1212323" cy="42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3E8C24-49F4-8BE9-613D-CB62D4EEC5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46" y="4411169"/>
            <a:ext cx="1765261" cy="664697"/>
          </a:xfrm>
          <a:prstGeom prst="rect">
            <a:avLst/>
          </a:prstGeom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17C6253-8E96-2534-5E56-6B113C399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5995" y="5494976"/>
            <a:ext cx="1784112" cy="53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03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1047" y="4525310"/>
            <a:ext cx="2326640" cy="970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indent="-1270" algn="ctr">
              <a:lnSpc>
                <a:spcPct val="90000"/>
              </a:lnSpc>
              <a:spcBef>
                <a:spcPts val="229"/>
              </a:spcBef>
            </a:pP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“Cuando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el</a:t>
            </a:r>
            <a:r>
              <a:rPr sz="1050" spc="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patriotismo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está</a:t>
            </a:r>
            <a:r>
              <a:rPr sz="1050" spc="5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acompañado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de sabiduría,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es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invencible,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uno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otro</a:t>
            </a:r>
            <a:r>
              <a:rPr sz="1050" spc="-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será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siempre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el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fruto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de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una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 educación</a:t>
            </a:r>
            <a:r>
              <a:rPr sz="1050" spc="-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pública,</a:t>
            </a:r>
            <a:r>
              <a:rPr sz="1050" spc="-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gratuita,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igual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bien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dirigida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todos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los</a:t>
            </a:r>
            <a:r>
              <a:rPr sz="105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jóvenes”</a:t>
            </a:r>
            <a:endParaRPr sz="10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Francisco</a:t>
            </a:r>
            <a:r>
              <a:rPr sz="1050" i="1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José</a:t>
            </a:r>
            <a:r>
              <a:rPr sz="1050" i="1" spc="-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de</a:t>
            </a:r>
            <a:r>
              <a:rPr sz="1050" i="1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spc="-10" dirty="0">
                <a:solidFill>
                  <a:srgbClr val="404040"/>
                </a:solidFill>
                <a:latin typeface="Cambria"/>
                <a:cs typeface="Cambria"/>
              </a:rPr>
              <a:t>Caldas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4" name="Picture 2" descr="by-nc-sa">
            <a:extLst>
              <a:ext uri="{FF2B5EF4-FFF2-40B4-BE49-F238E27FC236}">
                <a16:creationId xmlns:a16="http://schemas.microsoft.com/office/drawing/2014/main" id="{BB60B912-8601-E739-5C5F-97184C5F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4F71-DB9A-9874-302D-E7A40D37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F28EB2-C946-3FA7-6F00-B5B616458D6D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BE5995D-29FD-F8E1-F78F-457B34A73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389529" cy="560501"/>
          </a:xfrm>
          <a:prstGeom prst="rect">
            <a:avLst/>
          </a:prstGeom>
        </p:spPr>
        <p:txBody>
          <a:bodyPr vert="horz" wrap="square" lIns="0" tIns="189320" rIns="0" bIns="0" rtlCol="0" anchor="t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Biblioteca Central Ramón </a:t>
            </a:r>
            <a:r>
              <a:rPr lang="es-ES" dirty="0" err="1"/>
              <a:t>D´Luyz</a:t>
            </a:r>
            <a:r>
              <a:rPr lang="es-ES" dirty="0"/>
              <a:t> Nieto – Sede Aduanilla de </a:t>
            </a:r>
            <a:r>
              <a:rPr lang="es-ES" dirty="0" err="1"/>
              <a:t>Paiba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BE37F0C9-0972-2034-B502-DBEDA1151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D8F0107-A2DC-E667-8AA5-77F26DEF5C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9584568-7333-3D5C-001B-AE82EE37B8DE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A8DF20-2107-65CF-1800-42E9DFD771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E39BE-E9E1-CACE-5FF6-EBFB57CEF783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BB6A65B-285E-289B-C780-104EFF8758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22DCDE5-EB46-2C5D-1EAB-A6BE45760A34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B846E95-48B4-DD5F-4B27-8B751DE5B6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52CD626-A6CE-A8FF-C4EA-578293407128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6602A86-0C8E-E04D-DC20-09862B4ADF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0CCF305-BF1D-C56C-E83C-D9D9C71D1D89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54B8DAB-D083-77B9-4370-48443AFFB6A9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600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3AA815-593A-C3AB-69E5-16BD70A6D76F}"/>
              </a:ext>
            </a:extLst>
          </p:cNvPr>
          <p:cNvSpPr txBox="1"/>
          <p:nvPr/>
        </p:nvSpPr>
        <p:spPr>
          <a:xfrm>
            <a:off x="3451240" y="4467519"/>
            <a:ext cx="137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38.000+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12k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1.6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19k revistas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75361EB-9609-EA9E-375A-B69BA563A169}"/>
              </a:ext>
            </a:extLst>
          </p:cNvPr>
          <p:cNvSpPr txBox="1"/>
          <p:nvPr/>
        </p:nvSpPr>
        <p:spPr>
          <a:xfrm>
            <a:off x="4822840" y="4460528"/>
            <a:ext cx="197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125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50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46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22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D6BE649-D7A6-439B-D396-D9389F041D62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364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824AC8E-0BEA-23B9-2909-A5D7A4B874AC}"/>
              </a:ext>
            </a:extLst>
          </p:cNvPr>
          <p:cNvSpPr txBox="1"/>
          <p:nvPr/>
        </p:nvSpPr>
        <p:spPr>
          <a:xfrm>
            <a:off x="9144000" y="4467519"/>
            <a:ext cx="19742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auditorios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salas grupales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salas expositivas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10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coworkings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salones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7B45DC6-A93F-BF04-DD48-EEDEDF841E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8" y="820787"/>
            <a:ext cx="7772400" cy="215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92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6DF7-22BD-9099-14E8-10203275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458E01-2CF2-63C1-474D-4A651ABA3EB0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7A5992C-4065-28FF-0A0B-0FBF174A0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3895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Biblioteca </a:t>
            </a:r>
            <a:r>
              <a:rPr lang="es-ES" dirty="0" err="1"/>
              <a:t>Vytautas</a:t>
            </a:r>
            <a:r>
              <a:rPr lang="es-ES" dirty="0"/>
              <a:t> </a:t>
            </a:r>
            <a:r>
              <a:rPr lang="es-ES" dirty="0" err="1"/>
              <a:t>Gabriunas</a:t>
            </a:r>
            <a:r>
              <a:rPr lang="es-ES" dirty="0"/>
              <a:t> – Sede Facultad de Ingeniería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8E87F1EF-86BC-034D-8FB9-6EACB639B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CBC8B-321B-5E99-B272-44F686B96F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32D5AA1-1FEC-3611-7A53-AE63763D51A2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FE6704-2F16-661A-EA4A-E4F8183D15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2F7AE6B-4AEE-7CAC-93CD-8B8EA02643A2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3109285-5D53-AA25-A71F-642DFAFF71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F01FDAB-FE52-3B59-1232-51E4247D6055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F41831A-8A0D-0DDC-0543-31AED5371A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D54525B-B975-092C-1629-50F842D0537A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DACA90A-2EA2-587E-EEB4-1893455821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1ECE8AA4-B7F1-07C6-757A-83B69CCBB9D5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4B6845E-DB7D-06E0-E34A-82A45E7084C2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261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732146E-7CA2-E365-1C89-4813B72C16E2}"/>
              </a:ext>
            </a:extLst>
          </p:cNvPr>
          <p:cNvSpPr txBox="1"/>
          <p:nvPr/>
        </p:nvSpPr>
        <p:spPr>
          <a:xfrm>
            <a:off x="3451240" y="4467519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24.000+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13k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500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10k trabajos de grado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2140A5F-D043-BAD1-DDAD-C245BB327013}"/>
              </a:ext>
            </a:extLst>
          </p:cNvPr>
          <p:cNvSpPr txBox="1"/>
          <p:nvPr/>
        </p:nvSpPr>
        <p:spPr>
          <a:xfrm>
            <a:off x="4822840" y="4460528"/>
            <a:ext cx="197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321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43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272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5B4A282-1EC1-0EC4-A0F3-1B505D446D79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72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837A5B9-E8E8-7449-89E8-E9D0C9D00309}"/>
              </a:ext>
            </a:extLst>
          </p:cNvPr>
          <p:cNvSpPr txBox="1"/>
          <p:nvPr/>
        </p:nvSpPr>
        <p:spPr>
          <a:xfrm>
            <a:off x="9144000" y="4467519"/>
            <a:ext cx="197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grupal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2974D5-FBC6-D9E3-6DB7-8D9BEC858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973" y="883355"/>
            <a:ext cx="7772400" cy="20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ACA0-2B1A-B413-3F1B-3209ED90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0CBCE1-F5AD-3BB2-FE84-BCC7F322110F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668B96F-766A-9435-E50B-5FCEB9578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528766" cy="437390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1600" dirty="0"/>
              <a:t>Biblioteca Comandante Camilo Torres Restrepo – Sede Facultad de Ciencias y Educación Macarena A</a:t>
            </a:r>
            <a:endParaRPr sz="16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4B09B285-2E17-02D2-8A75-933D7CE09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EBEDC6F-E429-7E2A-B002-5A53B51B9B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5030EAB-C320-634C-89E2-B1D309D3FC95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19670A3-4225-B603-54C0-9F98883E8A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6AA8D65-291E-2BE4-9CD7-840C921D017A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55AECB9-A395-388A-77E7-DC094A8E48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EB1E9-4EF1-DACF-9B5F-B425A53E11F7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2F250DF-7172-065F-2141-D44BB2DC96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1E4CF5F-D2A3-F5B1-0DB4-CF0ECF687019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26A8BB1-007F-D8A8-954A-0C8D8FC8BE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8C98E858-D775-A7E8-27A4-0395C5607B72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763A25E-A200-2EE5-C636-0F2F58E9E162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444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EC09820-88B1-6C5B-DC25-0045D30F5547}"/>
              </a:ext>
            </a:extLst>
          </p:cNvPr>
          <p:cNvSpPr txBox="1"/>
          <p:nvPr/>
        </p:nvSpPr>
        <p:spPr>
          <a:xfrm>
            <a:off x="3451240" y="4467519"/>
            <a:ext cx="13716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/>
                <a:ea typeface="Cambria"/>
              </a:rPr>
              <a:t>41.000+</a:t>
            </a:r>
            <a:r>
              <a:rPr lang="es-CO" sz="1600" b="1" dirty="0">
                <a:solidFill>
                  <a:srgbClr val="990000"/>
                </a:solidFill>
                <a:latin typeface="Cambria"/>
                <a:ea typeface="Cambria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/>
                <a:ea typeface="Cambria"/>
              </a:rPr>
              <a:t>35k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789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7k trabajos de grado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F23A52A-FF5F-5FA5-C379-4155020D8C78}"/>
              </a:ext>
            </a:extLst>
          </p:cNvPr>
          <p:cNvSpPr txBox="1"/>
          <p:nvPr/>
        </p:nvSpPr>
        <p:spPr>
          <a:xfrm>
            <a:off x="4822840" y="4460528"/>
            <a:ext cx="1974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376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60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287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22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6F394ED-5B9A-1D28-FFCC-22D0BC89FEC8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148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8B07881-9663-A476-CC51-6706B72AA86F}"/>
              </a:ext>
            </a:extLst>
          </p:cNvPr>
          <p:cNvSpPr txBox="1"/>
          <p:nvPr/>
        </p:nvSpPr>
        <p:spPr>
          <a:xfrm>
            <a:off x="9144000" y="4467519"/>
            <a:ext cx="19742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15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grupal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 mediatecas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capacitación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15AB4F-460A-C147-6596-928AFF5062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793100"/>
            <a:ext cx="7772400" cy="210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11A4A-BB24-084F-D790-6DE2D657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B4D926-CE5A-5686-628F-1833C3467E20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335C3CF-D9A2-91B3-8D78-57E773899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528766" cy="498945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/>
              <a:t>Biblioteca Jairo </a:t>
            </a:r>
            <a:r>
              <a:rPr lang="es-ES" sz="2000" dirty="0" err="1"/>
              <a:t>Anibal</a:t>
            </a:r>
            <a:r>
              <a:rPr lang="es-ES" sz="2000" dirty="0"/>
              <a:t> Niño – Sede Facultad de Ciencias y Educación Macarena B</a:t>
            </a:r>
            <a:endParaRPr sz="20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606A65A0-9A35-1B1D-953B-0C4336085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10841CD-ABDD-6F35-B605-41B3747F45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276090B-4FAF-3730-9DE0-82BC825EC1E8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6313B9-812B-BE4B-45D0-95CD0DCE6F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E0DB9EB-87EE-08D6-90B5-2EA2E8296016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8BAD88-7AA7-23B3-E886-ABBBD6B11B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9BD4137-F26B-09DD-8B62-32AD506184D3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7F82F6E-9397-A564-7F77-2FE0202EA9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0B57B54-EBFC-E605-F2B4-EBF1DE5C2596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64CDD4B-8906-5352-D2F2-A05135ED53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5100315-C0FF-72B4-361C-0424AB6ED664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562FCF6-3C9A-952C-C3D9-F250147E13AE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100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D3A6F2C-8E7E-CDA2-9EFB-CA984FE7B8EE}"/>
              </a:ext>
            </a:extLst>
          </p:cNvPr>
          <p:cNvSpPr txBox="1"/>
          <p:nvPr/>
        </p:nvSpPr>
        <p:spPr>
          <a:xfrm>
            <a:off x="34512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7.000+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6.7k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45 audiovisual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648E5EC-D104-A030-5968-4BD9DE641A68}"/>
              </a:ext>
            </a:extLst>
          </p:cNvPr>
          <p:cNvSpPr txBox="1"/>
          <p:nvPr/>
        </p:nvSpPr>
        <p:spPr>
          <a:xfrm>
            <a:off x="4822840" y="4460528"/>
            <a:ext cx="1974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50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47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9DE5E90-BF57-6570-22F2-135A00AB17FC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32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FD74451-218D-862A-1722-C9AD5AF886FF}"/>
              </a:ext>
            </a:extLst>
          </p:cNvPr>
          <p:cNvSpPr txBox="1"/>
          <p:nvPr/>
        </p:nvSpPr>
        <p:spPr>
          <a:xfrm>
            <a:off x="9144000" y="4467519"/>
            <a:ext cx="197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FC921F-08B3-C62E-582E-7F3CBD31F0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84" y="843464"/>
            <a:ext cx="7772400" cy="21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9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45D4-D7AA-4279-3E94-54836482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F96E1E-BFB0-32B5-E51E-26971F5AA065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6CA3351-87BF-78B0-0509-D7269C081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80" y="315037"/>
            <a:ext cx="10528766" cy="468168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1800" dirty="0"/>
              <a:t>Biblioteca Sede Posgrados – Facultad de Ciencias y Educación</a:t>
            </a:r>
            <a:endParaRPr sz="18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12524127-55A4-A04F-292A-DA418EF5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9D4A1F6-DBF8-908C-B6B0-101ED55372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1F4CC8B-161D-9C0A-EFD0-5D8E05952901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13CD04C-F34C-57CD-C376-EA751BADB7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1090DC6-42B5-542C-C9AE-9C2612F3E673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8984491-D24B-796B-0A0F-82D217DDB1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8AAD9FD-D152-9A41-8A90-0A3919638043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94EA1B6-7244-CFF6-0E20-35D2473B1C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3880BA0E-FA67-F884-5C14-0D5930256ECE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892F678-0564-8101-C9E9-0354B8162E5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8508BDD-B91F-DB32-6196-FA9316A4F042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267E93-B8A3-92F0-7399-3F3B3F0C1F92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62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47F0028-1CE1-F4F6-24FF-078215D18925}"/>
              </a:ext>
            </a:extLst>
          </p:cNvPr>
          <p:cNvSpPr txBox="1"/>
          <p:nvPr/>
        </p:nvSpPr>
        <p:spPr>
          <a:xfrm>
            <a:off x="34512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9.000+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120 audiovisual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3D943F-0A58-46F1-BDD9-552A7646DCDC}"/>
              </a:ext>
            </a:extLst>
          </p:cNvPr>
          <p:cNvSpPr txBox="1"/>
          <p:nvPr/>
        </p:nvSpPr>
        <p:spPr>
          <a:xfrm>
            <a:off x="4822840" y="4460528"/>
            <a:ext cx="1974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53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50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2903603-9B5B-4AE8-CE46-062AA5942241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488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844E8CD-5175-03B1-7E7F-7CDB93D87112}"/>
              </a:ext>
            </a:extLst>
          </p:cNvPr>
          <p:cNvSpPr txBox="1"/>
          <p:nvPr/>
        </p:nvSpPr>
        <p:spPr>
          <a:xfrm>
            <a:off x="9144000" y="4467519"/>
            <a:ext cx="197421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/>
                <a:ea typeface="Cambria"/>
              </a:rPr>
              <a:t>1 </a:t>
            </a:r>
            <a:r>
              <a:rPr lang="es-CO" b="1" dirty="0">
                <a:solidFill>
                  <a:srgbClr val="990000"/>
                </a:solidFill>
                <a:latin typeface="Cambria"/>
                <a:ea typeface="Cambria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/>
              <a:ea typeface="Cambria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/>
                <a:ea typeface="Cambria"/>
              </a:rPr>
              <a:t>1 sala de lectura</a:t>
            </a:r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52CF7E6-8DDE-46C6-2CB1-E043550BD56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587" y="845450"/>
            <a:ext cx="7772400" cy="210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43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409F-06B9-9BD3-FDD7-187D641B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1842ED-A5E0-91C3-6D01-575B037746A2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A5CC06A-50E2-6814-CE30-C92A2E484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528766" cy="468168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1800" dirty="0"/>
              <a:t>Biblioteca Hipólito Camargo – Sede Facultad del Medio Ambiente y Recursos Naturales</a:t>
            </a:r>
            <a:endParaRPr sz="18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F4F74A1D-FF87-C047-7B0C-67FA6854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4718F78-9B24-24CF-59F4-40C9DCE7D2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EAB8920-3E0F-9492-AC64-9BA1206E851E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437E6E-A099-5F5F-55FB-6EFBA70B3A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3B9450B-B03B-5DD8-2F3B-C4FD40D10B36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0681895-FD10-3EAD-18CF-64934C0AEC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64E5217-48D2-D0F1-17A6-FC23CFC86799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8FBC812-7A37-D214-E645-754889EAE11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960548F-40AC-2EEF-07CC-0F28206DC33F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FB8C2A3-395E-6474-99AD-31E6E0DF8C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0B4EC48-FA6E-4CAF-0D28-F9BAD9E02C49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B13C55-7B29-36F2-BE8A-85B529D1E1E1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380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A043DDA-5C3F-AC6A-7E1C-B89A977B962D}"/>
              </a:ext>
            </a:extLst>
          </p:cNvPr>
          <p:cNvSpPr txBox="1"/>
          <p:nvPr/>
        </p:nvSpPr>
        <p:spPr>
          <a:xfrm>
            <a:off x="34512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15.000+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15k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409 audiovisual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D0597D-3A10-88D7-F368-55884CB3E7ED}"/>
              </a:ext>
            </a:extLst>
          </p:cNvPr>
          <p:cNvSpPr txBox="1"/>
          <p:nvPr/>
        </p:nvSpPr>
        <p:spPr>
          <a:xfrm>
            <a:off x="4822840" y="4460528"/>
            <a:ext cx="197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456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49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391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 audífonos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75E73E2-4BFC-6D74-AD64-0B1F4F2E6735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114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CF7D173-CDC5-05E5-FE17-D568F02E3BB7}"/>
              </a:ext>
            </a:extLst>
          </p:cNvPr>
          <p:cNvSpPr txBox="1"/>
          <p:nvPr/>
        </p:nvSpPr>
        <p:spPr>
          <a:xfrm>
            <a:off x="9144000" y="4467519"/>
            <a:ext cx="197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sala grupal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6AE391-7079-E295-29EE-8551A87FDB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417" y="780535"/>
            <a:ext cx="7772400" cy="209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3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D1A6-A638-735B-8AAB-9B4B258C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68313F-4C44-C402-BFCA-F535E1D047B0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7464A30-A739-9071-AAD1-9B6C1BC9A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9766766" cy="498945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/>
              <a:t>Biblioteca Antonio Nariño – Sede Facultad de Artes ASAB</a:t>
            </a:r>
            <a:endParaRPr sz="20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7352FD2E-2B7D-5ED5-BFA9-A87606511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CD92F3-F5B0-4E45-92B8-B2BC07D15C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4857DC9-8A63-F808-D1FA-3B57840BD8D1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B8900ED-AD91-27D3-7D7B-A5B31FCBE6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51C30B5-C213-733A-FCD0-146BBFD40D6C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8CDFF9E-6C09-E730-E8E1-66865FE9C1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D0FD5B5-3AAA-33CE-761F-4B8D053DA7EF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93526C4-64B1-6A0A-4B6A-CFF76F7B40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82F0137-11B0-52F0-C314-DD117B7CA5FF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53EACC5-B628-6EB5-476B-31322C78AA8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AA970DFB-1D93-B805-9266-C331BF5B7C26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14329DF-A9BD-FE57-DF97-AB390CDE0749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225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7F537A5-0659-1794-5FD2-C2F50C138BCE}"/>
              </a:ext>
            </a:extLst>
          </p:cNvPr>
          <p:cNvSpPr txBox="1"/>
          <p:nvPr/>
        </p:nvSpPr>
        <p:spPr>
          <a:xfrm>
            <a:off x="3451240" y="4467519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15.000+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12k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418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3k trabajos de grado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445202-95E1-BBCF-968E-1076C56F261F}"/>
              </a:ext>
            </a:extLst>
          </p:cNvPr>
          <p:cNvSpPr txBox="1"/>
          <p:nvPr/>
        </p:nvSpPr>
        <p:spPr>
          <a:xfrm>
            <a:off x="4822840" y="4460528"/>
            <a:ext cx="197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99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50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47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AAC0976-5D43-2714-66E7-06EEF6BCE74D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48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BD426E4-2EA5-4CDF-CE97-85221B42A619}"/>
              </a:ext>
            </a:extLst>
          </p:cNvPr>
          <p:cNvSpPr txBox="1"/>
          <p:nvPr/>
        </p:nvSpPr>
        <p:spPr>
          <a:xfrm>
            <a:off x="9144000" y="4467519"/>
            <a:ext cx="197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021F91D-1358-64E5-2CC6-2D94368816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08" y="813822"/>
            <a:ext cx="7772400" cy="211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99F8-BFD2-0DF7-DD10-E86ECAD6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33E961-4747-11A4-B8C0-EE623BB6427A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42EF2C-CA60-77EE-E8A5-8B199DCF4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528766" cy="498945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/>
              <a:t>Biblioteca Ricardo </a:t>
            </a:r>
            <a:r>
              <a:rPr lang="es-ES" sz="2000" dirty="0" err="1"/>
              <a:t>Piraján</a:t>
            </a:r>
            <a:r>
              <a:rPr lang="es-ES" sz="2000" dirty="0"/>
              <a:t> – Sede Facultad Tecnológica</a:t>
            </a:r>
            <a:endParaRPr sz="20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EEA34A23-96EE-D379-1185-77C62CBE2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4493955-55BD-2873-673C-0FCA4F812C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4F0A1CE-1D51-3FAB-B181-46A212F0CB50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38DE52-C642-B0AB-234E-3AA697ACE5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8B0F2D9-EE7A-0388-0142-EA215633240D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B69077F-608E-5267-5FE2-173623BC83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D61F9FF-F495-051B-B443-DF71BA61DE52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4CE532C-AC49-1070-AE46-0556A5CE12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59495C8-0677-5A7B-7F8B-98387C735238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5BC394F-578B-13BC-A9D2-CD8AFC0AC4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392B588-59FE-89B7-6D13-2DE5CECB2720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A35814-8870-4D4B-0A7F-584559362807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1300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FD3E3A-F32C-53BA-5853-8CF60914B369}"/>
              </a:ext>
            </a:extLst>
          </p:cNvPr>
          <p:cNvSpPr txBox="1"/>
          <p:nvPr/>
        </p:nvSpPr>
        <p:spPr>
          <a:xfrm>
            <a:off x="34512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14.000+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14k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445 audiovisual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FBB4F4-CCBA-6E8F-8159-EBFF9407975D}"/>
              </a:ext>
            </a:extLst>
          </p:cNvPr>
          <p:cNvSpPr txBox="1"/>
          <p:nvPr/>
        </p:nvSpPr>
        <p:spPr>
          <a:xfrm>
            <a:off x="4822840" y="4460528"/>
            <a:ext cx="1974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411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79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320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7 audífonos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E52E663-10C7-1746-AC82-30F75360E402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141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0F9053B-6F1C-6AB9-27D4-CFBBB974FF40}"/>
              </a:ext>
            </a:extLst>
          </p:cNvPr>
          <p:cNvSpPr txBox="1"/>
          <p:nvPr/>
        </p:nvSpPr>
        <p:spPr>
          <a:xfrm>
            <a:off x="9144000" y="4467519"/>
            <a:ext cx="1974216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19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2 sala de lectura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sala grupal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Sala de exposición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sala de informática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2 salas multimedia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sz="1100" dirty="0" err="1">
                <a:solidFill>
                  <a:srgbClr val="990000"/>
                </a:solidFill>
                <a:latin typeface="Cambria" panose="02040503050406030204" pitchFamily="18" charset="0"/>
              </a:rPr>
              <a:t>maker</a:t>
            </a:r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100" dirty="0" err="1">
                <a:solidFill>
                  <a:srgbClr val="990000"/>
                </a:solidFill>
                <a:latin typeface="Cambria" panose="02040503050406030204" pitchFamily="18" charset="0"/>
              </a:rPr>
              <a:t>space</a:t>
            </a:r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3 mediatecas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sala plurilingüe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FABLAB</a:t>
            </a: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sz="1100" dirty="0" err="1">
                <a:solidFill>
                  <a:srgbClr val="990000"/>
                </a:solidFill>
                <a:latin typeface="Cambria" panose="02040503050406030204" pitchFamily="18" charset="0"/>
              </a:rPr>
              <a:t>MediaLab</a:t>
            </a:r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100" dirty="0">
                <a:solidFill>
                  <a:srgbClr val="990000"/>
                </a:solidFill>
                <a:latin typeface="Cambria" panose="02040503050406030204" pitchFamily="18" charset="0"/>
              </a:rPr>
              <a:t>1 biblioteca inclusiva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FBC30B-9982-6023-CC26-FB1634B7F1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391" y="799738"/>
            <a:ext cx="7772400" cy="21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75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84CA-27BE-0979-38F2-B52C4CEC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268045-CF31-66E1-A7CB-B09FEFC58D5D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C41BCB-5AB2-1364-CBC9-41651F4B0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80" y="315037"/>
            <a:ext cx="10528766" cy="468168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sz="1800" dirty="0"/>
              <a:t>Biblioteca Heliodoro Sánchez Páez – Sede Ciudadela Universitaria Bosa El Porvenir</a:t>
            </a:r>
            <a:endParaRPr sz="1800"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3AEB3E28-059A-0637-5B23-D55EA140C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55B8594-4658-DCBF-30D1-C91F776F73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01E1F11-1D19-69E5-0267-1F4D4D340A91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D5A7A4-4E13-3A49-93D6-A0B50B7725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769120-9C75-C61B-82F4-876BC821031F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5B8C8AE-AB73-5788-9DC1-49029D3560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6EA9BC2-9015-EF57-2FCC-E01850DB57BD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FD45554-7856-E436-DA8E-4CC9260370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4EBF8CA5-9386-28DD-1AAF-54CFF6EB02E9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362B132-EED3-E7D0-E725-55B70BF4B3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F4147939-FC0C-E291-9C11-8DEA9249DFDB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14F0DB7-C17D-F19E-1BB8-C9618CE86D18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1945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CD4DBA2-5FEF-DA1F-3F62-3CB4D7AF8D9F}"/>
              </a:ext>
            </a:extLst>
          </p:cNvPr>
          <p:cNvSpPr txBox="1"/>
          <p:nvPr/>
        </p:nvSpPr>
        <p:spPr>
          <a:xfrm>
            <a:off x="3451240" y="4467519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39.000+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434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30k trabajos de grado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750215F-4F5B-E806-6979-299A8FC51833}"/>
              </a:ext>
            </a:extLst>
          </p:cNvPr>
          <p:cNvSpPr txBox="1"/>
          <p:nvPr/>
        </p:nvSpPr>
        <p:spPr>
          <a:xfrm>
            <a:off x="4822840" y="4460528"/>
            <a:ext cx="197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307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60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215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22 audífonos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AF5DF4A-47EF-CBB9-060A-9411B3DC8CBE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488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BB01AE1-958D-500C-7A56-BD3C24230FCF}"/>
              </a:ext>
            </a:extLst>
          </p:cNvPr>
          <p:cNvSpPr txBox="1"/>
          <p:nvPr/>
        </p:nvSpPr>
        <p:spPr>
          <a:xfrm>
            <a:off x="9144000" y="4467519"/>
            <a:ext cx="19742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22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 auditorios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teatro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grupal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exposición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informática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salas multimedia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maker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space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 mediatecas</a:t>
            </a:r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05704B-93BE-3F5B-1294-26512BB6D9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09" y="793868"/>
            <a:ext cx="7772400" cy="21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72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3F35-D6B2-D822-8555-501600E1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8566F9-6B32-408C-B719-D5BAF5B7E898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636900-820A-23EA-1995-571C54C50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80" y="315037"/>
            <a:ext cx="10528766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Centro de Documentación de las Ciencias Sociales - CDOSO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971EE57C-066D-0B7C-8683-00692DBC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399729-4322-2292-19DA-7B32810AF2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1B48703-A9A6-6A0F-80A6-72E0AFD03810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E40C81-B56D-0A11-EA34-A8D9CC4410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7C1CE35-A665-53ED-4A5A-149A2FB9B24C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68B7C42-DF11-BB1A-352A-ADD892F3D7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D81BEBE-40E6-67BD-C0EA-DAAD4B205A85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0CF8412-EC0D-23F9-3971-E92842F3EB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1B447B3-9D71-0549-72E3-C79EF0AF160B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443945C-F624-16CF-53BE-669ECBC62D2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9DCDA78-7C86-2D0E-9D2C-7523C4E69A20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B418930-D954-5A2D-E24D-6514998DD207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72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B525CCE-755F-B688-E3F5-5E9CAD4BA77A}"/>
              </a:ext>
            </a:extLst>
          </p:cNvPr>
          <p:cNvSpPr txBox="1"/>
          <p:nvPr/>
        </p:nvSpPr>
        <p:spPr>
          <a:xfrm>
            <a:off x="34512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13.000+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13k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31 audiovisual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21867B5-D424-65DA-CD76-DB5876267736}"/>
              </a:ext>
            </a:extLst>
          </p:cNvPr>
          <p:cNvSpPr txBox="1"/>
          <p:nvPr/>
        </p:nvSpPr>
        <p:spPr>
          <a:xfrm>
            <a:off x="4822840" y="4460528"/>
            <a:ext cx="197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4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1AD2D7C-6997-5466-429A-52D0CDB8C1AF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12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CFDA7F6-31DF-B035-DF3A-FA4033B84B34}"/>
              </a:ext>
            </a:extLst>
          </p:cNvPr>
          <p:cNvSpPr txBox="1"/>
          <p:nvPr/>
        </p:nvSpPr>
        <p:spPr>
          <a:xfrm>
            <a:off x="9144000" y="4467519"/>
            <a:ext cx="197421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  <a:p>
            <a:pPr algn="r"/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044AEF-5144-F89D-9CD3-989024252B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287" y="921919"/>
            <a:ext cx="7772400" cy="210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58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135F-D4FE-E271-CAE5-B44B0985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E1DFFD-6A0B-D11F-C7CD-C01D673B4C0A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096424-70D1-D9B1-BDDE-80AF509EF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80" y="315037"/>
            <a:ext cx="10528766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Centro de Documentación de las Artes “Gabriel Esquinas” - CDA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4911A64B-91EA-0206-F2DC-CF96F6210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3B9200-4331-CD5F-014E-0DD2B32236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F1D6372-2015-A8E9-CF56-586BFFE40C48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445273D-0FC7-3E62-BE0A-612104F04C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1F5225D-9312-FA1E-DBC0-AFC86279DE00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0585915-0A84-71BC-A9EA-E0CBE91961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6ED9D70-0C00-B92C-AF81-8AE2E67633A3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9427B77-FB9F-B800-1031-B74F72916A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E2A07E0-AAD2-0BE5-AC74-E40B188C8BF0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E54F34D-CB93-B2B5-567E-7DBDB92193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B886749-AEAC-FE76-00D7-BB2A9890D8F0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F3FE43B-3C48-EBFD-DAF1-E9161C627800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70</a:t>
            </a:r>
            <a:endParaRPr lang="es-CO" sz="20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C755253-A007-B3D7-BF2C-D12444FAAC1A}"/>
              </a:ext>
            </a:extLst>
          </p:cNvPr>
          <p:cNvSpPr txBox="1"/>
          <p:nvPr/>
        </p:nvSpPr>
        <p:spPr>
          <a:xfrm>
            <a:off x="3082013" y="4467519"/>
            <a:ext cx="1740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12.000+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12k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10k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Múltiples formatos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CFCADF0-964D-790D-EC9E-2130E418185D}"/>
              </a:ext>
            </a:extLst>
          </p:cNvPr>
          <p:cNvSpPr txBox="1"/>
          <p:nvPr/>
        </p:nvSpPr>
        <p:spPr>
          <a:xfrm>
            <a:off x="4822840" y="4460528"/>
            <a:ext cx="197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7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TV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 computadores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5A5013-F2AF-9EB6-BE93-D05B45129A5B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10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1AD02D2-6E79-DF14-5D91-A0387A5339B7}"/>
              </a:ext>
            </a:extLst>
          </p:cNvPr>
          <p:cNvSpPr txBox="1"/>
          <p:nvPr/>
        </p:nvSpPr>
        <p:spPr>
          <a:xfrm>
            <a:off x="9144000" y="4467519"/>
            <a:ext cx="197421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  <a:p>
            <a:pPr algn="r"/>
            <a:endParaRPr lang="es-CO" sz="11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1B115C8-89D1-F18C-EFE6-546577BFF0B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73" y="826262"/>
            <a:ext cx="7315200" cy="222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8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6394</TotalTime>
  <Words>1169</Words>
  <Application>Microsoft Office PowerPoint</Application>
  <PresentationFormat>Panorámica</PresentationFormat>
  <Paragraphs>352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Times New Roman</vt:lpstr>
      <vt:lpstr>Wingdings</vt:lpstr>
      <vt:lpstr>Office Theme</vt:lpstr>
      <vt:lpstr>Unidad de Biblioteca Vicerrectoría Académica</vt:lpstr>
      <vt:lpstr>Presentación de PowerPoint</vt:lpstr>
      <vt:lpstr>Sedes</vt:lpstr>
      <vt:lpstr>Espacios, colecciones y dotación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Biblioteca Central Ramón D´Luyz Nieto – Sede Aduanilla de Paiba</vt:lpstr>
      <vt:lpstr>Biblioteca Vytautas Gabriunas – Sede Facultad de Ingeniería</vt:lpstr>
      <vt:lpstr>Biblioteca Comandante Camilo Torres Restrepo – Sede Facultad de Ciencias y Educación Macarena A</vt:lpstr>
      <vt:lpstr>Biblioteca Jairo Anibal Niño – Sede Facultad de Ciencias y Educación Macarena B</vt:lpstr>
      <vt:lpstr>Biblioteca Sede Posgrados – Facultad de Ciencias y Educación</vt:lpstr>
      <vt:lpstr>Biblioteca Hipólito Camargo – Sede Facultad del Medio Ambiente y Recursos Naturales</vt:lpstr>
      <vt:lpstr>Biblioteca Antonio Nariño – Sede Facultad de Artes ASAB</vt:lpstr>
      <vt:lpstr>Biblioteca Ricardo Piraján – Sede Facultad Tecnológica</vt:lpstr>
      <vt:lpstr>Biblioteca Heliodoro Sánchez Páez – Sede Ciudadela Universitaria Bosa El Porvenir</vt:lpstr>
      <vt:lpstr>Centro de Documentación de las Ciencias Sociales - CDOSO</vt:lpstr>
      <vt:lpstr>Centro de Documentación de las Artes “Gabriel Esquinas” - CDA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 alexander mancera varela</dc:creator>
  <cp:lastModifiedBy>norclebe@hotmail.com</cp:lastModifiedBy>
  <cp:revision>508</cp:revision>
  <dcterms:created xsi:type="dcterms:W3CDTF">2023-11-20T14:40:11Z</dcterms:created>
  <dcterms:modified xsi:type="dcterms:W3CDTF">2025-08-21T21:43:32Z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2023-11-17T00:00:00Z</vt:filetime>
  </property>
  <property fmtid="{D5CDD505-2E9C-101B-9397-08002B2CF9AE}" pid="3" name="Creator">
    <vt:lpwstr>Acrobat PDFMaker 23 para PowerPoint</vt:lpwstr>
  </property>
  <property fmtid="{D5CDD505-2E9C-101B-9397-08002B2CF9AE}" pid="4" name="LastSaved">
    <vt:filetime>2023-11-20T00:00:00Z</vt:filetime>
  </property>
  <property fmtid="{D5CDD505-2E9C-101B-9397-08002B2CF9AE}" pid="5" name="Producer">
    <vt:lpwstr>Adobe PDF Library 23.6.156</vt:lpwstr>
  </property>
</Properties>
</file>